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83463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DC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665075" y="681281"/>
            <a:ext cx="7145655" cy="5229225"/>
          </a:xfrm>
          <a:custGeom>
            <a:avLst/>
            <a:gdLst/>
            <a:ahLst/>
            <a:cxnLst/>
            <a:rect l="l" t="t" r="r" b="b"/>
            <a:pathLst>
              <a:path w="7145655" h="5229225">
                <a:moveTo>
                  <a:pt x="3572662" y="0"/>
                </a:moveTo>
                <a:lnTo>
                  <a:pt x="3516920" y="311"/>
                </a:lnTo>
                <a:lnTo>
                  <a:pt x="3461383" y="1244"/>
                </a:lnTo>
                <a:lnTo>
                  <a:pt x="3406058" y="2792"/>
                </a:lnTo>
                <a:lnTo>
                  <a:pt x="3350951" y="4952"/>
                </a:lnTo>
                <a:lnTo>
                  <a:pt x="3296069" y="7719"/>
                </a:lnTo>
                <a:lnTo>
                  <a:pt x="3241417" y="11089"/>
                </a:lnTo>
                <a:lnTo>
                  <a:pt x="3187001" y="15056"/>
                </a:lnTo>
                <a:lnTo>
                  <a:pt x="3132828" y="19617"/>
                </a:lnTo>
                <a:lnTo>
                  <a:pt x="3078904" y="24767"/>
                </a:lnTo>
                <a:lnTo>
                  <a:pt x="3025235" y="30501"/>
                </a:lnTo>
                <a:lnTo>
                  <a:pt x="2971827" y="36815"/>
                </a:lnTo>
                <a:lnTo>
                  <a:pt x="2918687" y="43705"/>
                </a:lnTo>
                <a:lnTo>
                  <a:pt x="2865820" y="51165"/>
                </a:lnTo>
                <a:lnTo>
                  <a:pt x="2813233" y="59192"/>
                </a:lnTo>
                <a:lnTo>
                  <a:pt x="2760932" y="67780"/>
                </a:lnTo>
                <a:lnTo>
                  <a:pt x="2708924" y="76926"/>
                </a:lnTo>
                <a:lnTo>
                  <a:pt x="2657213" y="86625"/>
                </a:lnTo>
                <a:lnTo>
                  <a:pt x="2605807" y="96872"/>
                </a:lnTo>
                <a:lnTo>
                  <a:pt x="2554712" y="107663"/>
                </a:lnTo>
                <a:lnTo>
                  <a:pt x="2503933" y="118992"/>
                </a:lnTo>
                <a:lnTo>
                  <a:pt x="2453478" y="130857"/>
                </a:lnTo>
                <a:lnTo>
                  <a:pt x="2403351" y="143252"/>
                </a:lnTo>
                <a:lnTo>
                  <a:pt x="2353560" y="156172"/>
                </a:lnTo>
                <a:lnTo>
                  <a:pt x="2304111" y="169614"/>
                </a:lnTo>
                <a:lnTo>
                  <a:pt x="2255009" y="183572"/>
                </a:lnTo>
                <a:lnTo>
                  <a:pt x="2206261" y="198042"/>
                </a:lnTo>
                <a:lnTo>
                  <a:pt x="2157874" y="213020"/>
                </a:lnTo>
                <a:lnTo>
                  <a:pt x="2109852" y="228501"/>
                </a:lnTo>
                <a:lnTo>
                  <a:pt x="2062203" y="244481"/>
                </a:lnTo>
                <a:lnTo>
                  <a:pt x="2014933" y="260954"/>
                </a:lnTo>
                <a:lnTo>
                  <a:pt x="1968047" y="277917"/>
                </a:lnTo>
                <a:lnTo>
                  <a:pt x="1921552" y="295365"/>
                </a:lnTo>
                <a:lnTo>
                  <a:pt x="1875455" y="313294"/>
                </a:lnTo>
                <a:lnTo>
                  <a:pt x="1829760" y="331698"/>
                </a:lnTo>
                <a:lnTo>
                  <a:pt x="1784476" y="350574"/>
                </a:lnTo>
                <a:lnTo>
                  <a:pt x="1739606" y="369917"/>
                </a:lnTo>
                <a:lnTo>
                  <a:pt x="1695159" y="389722"/>
                </a:lnTo>
                <a:lnTo>
                  <a:pt x="1651140" y="409985"/>
                </a:lnTo>
                <a:lnTo>
                  <a:pt x="1607554" y="430701"/>
                </a:lnTo>
                <a:lnTo>
                  <a:pt x="1564410" y="451866"/>
                </a:lnTo>
                <a:lnTo>
                  <a:pt x="1521711" y="473476"/>
                </a:lnTo>
                <a:lnTo>
                  <a:pt x="1479466" y="495525"/>
                </a:lnTo>
                <a:lnTo>
                  <a:pt x="1437679" y="518009"/>
                </a:lnTo>
                <a:lnTo>
                  <a:pt x="1396357" y="540925"/>
                </a:lnTo>
                <a:lnTo>
                  <a:pt x="1355507" y="564266"/>
                </a:lnTo>
                <a:lnTo>
                  <a:pt x="1315134" y="588029"/>
                </a:lnTo>
                <a:lnTo>
                  <a:pt x="1275245" y="612210"/>
                </a:lnTo>
                <a:lnTo>
                  <a:pt x="1235845" y="636803"/>
                </a:lnTo>
                <a:lnTo>
                  <a:pt x="1196941" y="661804"/>
                </a:lnTo>
                <a:lnTo>
                  <a:pt x="1158540" y="687209"/>
                </a:lnTo>
                <a:lnTo>
                  <a:pt x="1120647" y="713013"/>
                </a:lnTo>
                <a:lnTo>
                  <a:pt x="1083268" y="739211"/>
                </a:lnTo>
                <a:lnTo>
                  <a:pt x="1046410" y="765800"/>
                </a:lnTo>
                <a:lnTo>
                  <a:pt x="1010078" y="792774"/>
                </a:lnTo>
                <a:lnTo>
                  <a:pt x="974280" y="820129"/>
                </a:lnTo>
                <a:lnTo>
                  <a:pt x="939021" y="847861"/>
                </a:lnTo>
                <a:lnTo>
                  <a:pt x="904307" y="875965"/>
                </a:lnTo>
                <a:lnTo>
                  <a:pt x="870145" y="904436"/>
                </a:lnTo>
                <a:lnTo>
                  <a:pt x="836540" y="933270"/>
                </a:lnTo>
                <a:lnTo>
                  <a:pt x="803499" y="962463"/>
                </a:lnTo>
                <a:lnTo>
                  <a:pt x="771029" y="992009"/>
                </a:lnTo>
                <a:lnTo>
                  <a:pt x="739134" y="1021905"/>
                </a:lnTo>
                <a:lnTo>
                  <a:pt x="707822" y="1052146"/>
                </a:lnTo>
                <a:lnTo>
                  <a:pt x="677099" y="1082727"/>
                </a:lnTo>
                <a:lnTo>
                  <a:pt x="646970" y="1113644"/>
                </a:lnTo>
                <a:lnTo>
                  <a:pt x="617443" y="1144892"/>
                </a:lnTo>
                <a:lnTo>
                  <a:pt x="588522" y="1176467"/>
                </a:lnTo>
                <a:lnTo>
                  <a:pt x="560215" y="1208364"/>
                </a:lnTo>
                <a:lnTo>
                  <a:pt x="532527" y="1240579"/>
                </a:lnTo>
                <a:lnTo>
                  <a:pt x="505464" y="1273108"/>
                </a:lnTo>
                <a:lnTo>
                  <a:pt x="479034" y="1305945"/>
                </a:lnTo>
                <a:lnTo>
                  <a:pt x="453242" y="1339086"/>
                </a:lnTo>
                <a:lnTo>
                  <a:pt x="428093" y="1372527"/>
                </a:lnTo>
                <a:lnTo>
                  <a:pt x="403595" y="1406263"/>
                </a:lnTo>
                <a:lnTo>
                  <a:pt x="379754" y="1440289"/>
                </a:lnTo>
                <a:lnTo>
                  <a:pt x="356575" y="1474602"/>
                </a:lnTo>
                <a:lnTo>
                  <a:pt x="334065" y="1509197"/>
                </a:lnTo>
                <a:lnTo>
                  <a:pt x="312231" y="1544068"/>
                </a:lnTo>
                <a:lnTo>
                  <a:pt x="291077" y="1579212"/>
                </a:lnTo>
                <a:lnTo>
                  <a:pt x="270611" y="1614624"/>
                </a:lnTo>
                <a:lnTo>
                  <a:pt x="250838" y="1650300"/>
                </a:lnTo>
                <a:lnTo>
                  <a:pt x="231765" y="1686234"/>
                </a:lnTo>
                <a:lnTo>
                  <a:pt x="213398" y="1722423"/>
                </a:lnTo>
                <a:lnTo>
                  <a:pt x="195744" y="1758862"/>
                </a:lnTo>
                <a:lnTo>
                  <a:pt x="178807" y="1795547"/>
                </a:lnTo>
                <a:lnTo>
                  <a:pt x="162595" y="1832472"/>
                </a:lnTo>
                <a:lnTo>
                  <a:pt x="147113" y="1869634"/>
                </a:lnTo>
                <a:lnTo>
                  <a:pt x="132369" y="1907027"/>
                </a:lnTo>
                <a:lnTo>
                  <a:pt x="118367" y="1944648"/>
                </a:lnTo>
                <a:lnTo>
                  <a:pt x="105115" y="1982492"/>
                </a:lnTo>
                <a:lnTo>
                  <a:pt x="92617" y="2020554"/>
                </a:lnTo>
                <a:lnTo>
                  <a:pt x="80882" y="2058830"/>
                </a:lnTo>
                <a:lnTo>
                  <a:pt x="69914" y="2097316"/>
                </a:lnTo>
                <a:lnTo>
                  <a:pt x="59720" y="2136006"/>
                </a:lnTo>
                <a:lnTo>
                  <a:pt x="50306" y="2174896"/>
                </a:lnTo>
                <a:lnTo>
                  <a:pt x="41678" y="2213982"/>
                </a:lnTo>
                <a:lnTo>
                  <a:pt x="33842" y="2253259"/>
                </a:lnTo>
                <a:lnTo>
                  <a:pt x="26805" y="2292723"/>
                </a:lnTo>
                <a:lnTo>
                  <a:pt x="20573" y="2332369"/>
                </a:lnTo>
                <a:lnTo>
                  <a:pt x="15152" y="2372193"/>
                </a:lnTo>
                <a:lnTo>
                  <a:pt x="10548" y="2412189"/>
                </a:lnTo>
                <a:lnTo>
                  <a:pt x="6767" y="2452355"/>
                </a:lnTo>
                <a:lnTo>
                  <a:pt x="3815" y="2492684"/>
                </a:lnTo>
                <a:lnTo>
                  <a:pt x="1700" y="2533173"/>
                </a:lnTo>
                <a:lnTo>
                  <a:pt x="426" y="2573817"/>
                </a:lnTo>
                <a:lnTo>
                  <a:pt x="0" y="2614612"/>
                </a:lnTo>
                <a:lnTo>
                  <a:pt x="426" y="2655407"/>
                </a:lnTo>
                <a:lnTo>
                  <a:pt x="1700" y="2696051"/>
                </a:lnTo>
                <a:lnTo>
                  <a:pt x="3815" y="2736540"/>
                </a:lnTo>
                <a:lnTo>
                  <a:pt x="6767" y="2776869"/>
                </a:lnTo>
                <a:lnTo>
                  <a:pt x="10548" y="2817035"/>
                </a:lnTo>
                <a:lnTo>
                  <a:pt x="15152" y="2857031"/>
                </a:lnTo>
                <a:lnTo>
                  <a:pt x="20573" y="2896855"/>
                </a:lnTo>
                <a:lnTo>
                  <a:pt x="26805" y="2936501"/>
                </a:lnTo>
                <a:lnTo>
                  <a:pt x="33842" y="2975965"/>
                </a:lnTo>
                <a:lnTo>
                  <a:pt x="41678" y="3015242"/>
                </a:lnTo>
                <a:lnTo>
                  <a:pt x="50306" y="3054328"/>
                </a:lnTo>
                <a:lnTo>
                  <a:pt x="59720" y="3093218"/>
                </a:lnTo>
                <a:lnTo>
                  <a:pt x="69914" y="3131908"/>
                </a:lnTo>
                <a:lnTo>
                  <a:pt x="80882" y="3170394"/>
                </a:lnTo>
                <a:lnTo>
                  <a:pt x="92617" y="3208670"/>
                </a:lnTo>
                <a:lnTo>
                  <a:pt x="105115" y="3246732"/>
                </a:lnTo>
                <a:lnTo>
                  <a:pt x="118367" y="3284576"/>
                </a:lnTo>
                <a:lnTo>
                  <a:pt x="132369" y="3322197"/>
                </a:lnTo>
                <a:lnTo>
                  <a:pt x="147113" y="3359590"/>
                </a:lnTo>
                <a:lnTo>
                  <a:pt x="162595" y="3396752"/>
                </a:lnTo>
                <a:lnTo>
                  <a:pt x="178807" y="3433677"/>
                </a:lnTo>
                <a:lnTo>
                  <a:pt x="195744" y="3470362"/>
                </a:lnTo>
                <a:lnTo>
                  <a:pt x="213398" y="3506801"/>
                </a:lnTo>
                <a:lnTo>
                  <a:pt x="231765" y="3542990"/>
                </a:lnTo>
                <a:lnTo>
                  <a:pt x="250838" y="3578924"/>
                </a:lnTo>
                <a:lnTo>
                  <a:pt x="270611" y="3614600"/>
                </a:lnTo>
                <a:lnTo>
                  <a:pt x="291077" y="3650012"/>
                </a:lnTo>
                <a:lnTo>
                  <a:pt x="312231" y="3685156"/>
                </a:lnTo>
                <a:lnTo>
                  <a:pt x="334065" y="3720027"/>
                </a:lnTo>
                <a:lnTo>
                  <a:pt x="356575" y="3754622"/>
                </a:lnTo>
                <a:lnTo>
                  <a:pt x="379754" y="3788935"/>
                </a:lnTo>
                <a:lnTo>
                  <a:pt x="403595" y="3822961"/>
                </a:lnTo>
                <a:lnTo>
                  <a:pt x="428093" y="3856697"/>
                </a:lnTo>
                <a:lnTo>
                  <a:pt x="453242" y="3890138"/>
                </a:lnTo>
                <a:lnTo>
                  <a:pt x="479034" y="3923279"/>
                </a:lnTo>
                <a:lnTo>
                  <a:pt x="505464" y="3956116"/>
                </a:lnTo>
                <a:lnTo>
                  <a:pt x="532527" y="3988645"/>
                </a:lnTo>
                <a:lnTo>
                  <a:pt x="560215" y="4020860"/>
                </a:lnTo>
                <a:lnTo>
                  <a:pt x="588522" y="4052757"/>
                </a:lnTo>
                <a:lnTo>
                  <a:pt x="617443" y="4084332"/>
                </a:lnTo>
                <a:lnTo>
                  <a:pt x="646970" y="4115580"/>
                </a:lnTo>
                <a:lnTo>
                  <a:pt x="677099" y="4146497"/>
                </a:lnTo>
                <a:lnTo>
                  <a:pt x="707822" y="4177078"/>
                </a:lnTo>
                <a:lnTo>
                  <a:pt x="739134" y="4207319"/>
                </a:lnTo>
                <a:lnTo>
                  <a:pt x="771029" y="4237215"/>
                </a:lnTo>
                <a:lnTo>
                  <a:pt x="803499" y="4266761"/>
                </a:lnTo>
                <a:lnTo>
                  <a:pt x="836540" y="4295954"/>
                </a:lnTo>
                <a:lnTo>
                  <a:pt x="870145" y="4324788"/>
                </a:lnTo>
                <a:lnTo>
                  <a:pt x="904307" y="4353259"/>
                </a:lnTo>
                <a:lnTo>
                  <a:pt x="939021" y="4381363"/>
                </a:lnTo>
                <a:lnTo>
                  <a:pt x="974280" y="4409095"/>
                </a:lnTo>
                <a:lnTo>
                  <a:pt x="1010078" y="4436450"/>
                </a:lnTo>
                <a:lnTo>
                  <a:pt x="1046410" y="4463424"/>
                </a:lnTo>
                <a:lnTo>
                  <a:pt x="1083268" y="4490013"/>
                </a:lnTo>
                <a:lnTo>
                  <a:pt x="1120647" y="4516211"/>
                </a:lnTo>
                <a:lnTo>
                  <a:pt x="1158540" y="4542015"/>
                </a:lnTo>
                <a:lnTo>
                  <a:pt x="1196941" y="4567420"/>
                </a:lnTo>
                <a:lnTo>
                  <a:pt x="1235845" y="4592421"/>
                </a:lnTo>
                <a:lnTo>
                  <a:pt x="1275245" y="4617014"/>
                </a:lnTo>
                <a:lnTo>
                  <a:pt x="1315134" y="4641195"/>
                </a:lnTo>
                <a:lnTo>
                  <a:pt x="1355507" y="4664958"/>
                </a:lnTo>
                <a:lnTo>
                  <a:pt x="1396357" y="4688299"/>
                </a:lnTo>
                <a:lnTo>
                  <a:pt x="1437679" y="4711215"/>
                </a:lnTo>
                <a:lnTo>
                  <a:pt x="1479466" y="4733699"/>
                </a:lnTo>
                <a:lnTo>
                  <a:pt x="1521711" y="4755748"/>
                </a:lnTo>
                <a:lnTo>
                  <a:pt x="1564410" y="4777358"/>
                </a:lnTo>
                <a:lnTo>
                  <a:pt x="1607554" y="4798523"/>
                </a:lnTo>
                <a:lnTo>
                  <a:pt x="1651140" y="4819239"/>
                </a:lnTo>
                <a:lnTo>
                  <a:pt x="1695159" y="4839502"/>
                </a:lnTo>
                <a:lnTo>
                  <a:pt x="1739606" y="4859307"/>
                </a:lnTo>
                <a:lnTo>
                  <a:pt x="1784476" y="4878650"/>
                </a:lnTo>
                <a:lnTo>
                  <a:pt x="1829760" y="4897526"/>
                </a:lnTo>
                <a:lnTo>
                  <a:pt x="1875455" y="4915930"/>
                </a:lnTo>
                <a:lnTo>
                  <a:pt x="1921552" y="4933859"/>
                </a:lnTo>
                <a:lnTo>
                  <a:pt x="1968047" y="4951307"/>
                </a:lnTo>
                <a:lnTo>
                  <a:pt x="2014933" y="4968270"/>
                </a:lnTo>
                <a:lnTo>
                  <a:pt x="2062203" y="4984743"/>
                </a:lnTo>
                <a:lnTo>
                  <a:pt x="2109852" y="5000723"/>
                </a:lnTo>
                <a:lnTo>
                  <a:pt x="2157874" y="5016204"/>
                </a:lnTo>
                <a:lnTo>
                  <a:pt x="2206261" y="5031182"/>
                </a:lnTo>
                <a:lnTo>
                  <a:pt x="2255009" y="5045652"/>
                </a:lnTo>
                <a:lnTo>
                  <a:pt x="2304111" y="5059610"/>
                </a:lnTo>
                <a:lnTo>
                  <a:pt x="2353560" y="5073052"/>
                </a:lnTo>
                <a:lnTo>
                  <a:pt x="2403351" y="5085972"/>
                </a:lnTo>
                <a:lnTo>
                  <a:pt x="2453478" y="5098367"/>
                </a:lnTo>
                <a:lnTo>
                  <a:pt x="2503933" y="5110232"/>
                </a:lnTo>
                <a:lnTo>
                  <a:pt x="2554712" y="5121561"/>
                </a:lnTo>
                <a:lnTo>
                  <a:pt x="2605807" y="5132352"/>
                </a:lnTo>
                <a:lnTo>
                  <a:pt x="2657213" y="5142599"/>
                </a:lnTo>
                <a:lnTo>
                  <a:pt x="2708924" y="5152298"/>
                </a:lnTo>
                <a:lnTo>
                  <a:pt x="2760932" y="5161444"/>
                </a:lnTo>
                <a:lnTo>
                  <a:pt x="2813233" y="5170032"/>
                </a:lnTo>
                <a:lnTo>
                  <a:pt x="2865820" y="5178059"/>
                </a:lnTo>
                <a:lnTo>
                  <a:pt x="2918687" y="5185519"/>
                </a:lnTo>
                <a:lnTo>
                  <a:pt x="2971827" y="5192409"/>
                </a:lnTo>
                <a:lnTo>
                  <a:pt x="3025235" y="5198723"/>
                </a:lnTo>
                <a:lnTo>
                  <a:pt x="3078904" y="5204457"/>
                </a:lnTo>
                <a:lnTo>
                  <a:pt x="3132828" y="5209607"/>
                </a:lnTo>
                <a:lnTo>
                  <a:pt x="3187001" y="5214168"/>
                </a:lnTo>
                <a:lnTo>
                  <a:pt x="3241417" y="5218135"/>
                </a:lnTo>
                <a:lnTo>
                  <a:pt x="3296069" y="5221505"/>
                </a:lnTo>
                <a:lnTo>
                  <a:pt x="3350951" y="5224272"/>
                </a:lnTo>
                <a:lnTo>
                  <a:pt x="3406058" y="5226432"/>
                </a:lnTo>
                <a:lnTo>
                  <a:pt x="3461383" y="5227980"/>
                </a:lnTo>
                <a:lnTo>
                  <a:pt x="3516920" y="5228913"/>
                </a:lnTo>
                <a:lnTo>
                  <a:pt x="3572662" y="5229225"/>
                </a:lnTo>
                <a:lnTo>
                  <a:pt x="3628404" y="5228913"/>
                </a:lnTo>
                <a:lnTo>
                  <a:pt x="3683941" y="5227980"/>
                </a:lnTo>
                <a:lnTo>
                  <a:pt x="3739266" y="5226432"/>
                </a:lnTo>
                <a:lnTo>
                  <a:pt x="3794372" y="5224272"/>
                </a:lnTo>
                <a:lnTo>
                  <a:pt x="3849255" y="5221505"/>
                </a:lnTo>
                <a:lnTo>
                  <a:pt x="3903907" y="5218135"/>
                </a:lnTo>
                <a:lnTo>
                  <a:pt x="3958323" y="5214168"/>
                </a:lnTo>
                <a:lnTo>
                  <a:pt x="4012496" y="5209607"/>
                </a:lnTo>
                <a:lnTo>
                  <a:pt x="4066420" y="5204457"/>
                </a:lnTo>
                <a:lnTo>
                  <a:pt x="4120089" y="5198723"/>
                </a:lnTo>
                <a:lnTo>
                  <a:pt x="4173496" y="5192409"/>
                </a:lnTo>
                <a:lnTo>
                  <a:pt x="4226636" y="5185519"/>
                </a:lnTo>
                <a:lnTo>
                  <a:pt x="4279503" y="5178059"/>
                </a:lnTo>
                <a:lnTo>
                  <a:pt x="4332090" y="5170032"/>
                </a:lnTo>
                <a:lnTo>
                  <a:pt x="4384391" y="5161444"/>
                </a:lnTo>
                <a:lnTo>
                  <a:pt x="4436399" y="5152298"/>
                </a:lnTo>
                <a:lnTo>
                  <a:pt x="4488110" y="5142599"/>
                </a:lnTo>
                <a:lnTo>
                  <a:pt x="4539516" y="5132352"/>
                </a:lnTo>
                <a:lnTo>
                  <a:pt x="4590611" y="5121561"/>
                </a:lnTo>
                <a:lnTo>
                  <a:pt x="4641389" y="5110232"/>
                </a:lnTo>
                <a:lnTo>
                  <a:pt x="4691845" y="5098367"/>
                </a:lnTo>
                <a:lnTo>
                  <a:pt x="4741971" y="5085972"/>
                </a:lnTo>
                <a:lnTo>
                  <a:pt x="4791762" y="5073052"/>
                </a:lnTo>
                <a:lnTo>
                  <a:pt x="4841211" y="5059610"/>
                </a:lnTo>
                <a:lnTo>
                  <a:pt x="4890313" y="5045652"/>
                </a:lnTo>
                <a:lnTo>
                  <a:pt x="4939060" y="5031182"/>
                </a:lnTo>
                <a:lnTo>
                  <a:pt x="4987448" y="5016204"/>
                </a:lnTo>
                <a:lnTo>
                  <a:pt x="5035469" y="5000723"/>
                </a:lnTo>
                <a:lnTo>
                  <a:pt x="5083118" y="4984743"/>
                </a:lnTo>
                <a:lnTo>
                  <a:pt x="5130389" y="4968270"/>
                </a:lnTo>
                <a:lnTo>
                  <a:pt x="5177274" y="4951307"/>
                </a:lnTo>
                <a:lnTo>
                  <a:pt x="5223769" y="4933859"/>
                </a:lnTo>
                <a:lnTo>
                  <a:pt x="5269866" y="4915930"/>
                </a:lnTo>
                <a:lnTo>
                  <a:pt x="5315560" y="4897526"/>
                </a:lnTo>
                <a:lnTo>
                  <a:pt x="5360845" y="4878650"/>
                </a:lnTo>
                <a:lnTo>
                  <a:pt x="5405714" y="4859307"/>
                </a:lnTo>
                <a:lnTo>
                  <a:pt x="5450161" y="4839502"/>
                </a:lnTo>
                <a:lnTo>
                  <a:pt x="5494180" y="4819239"/>
                </a:lnTo>
                <a:lnTo>
                  <a:pt x="5537765" y="4798523"/>
                </a:lnTo>
                <a:lnTo>
                  <a:pt x="5580910" y="4777358"/>
                </a:lnTo>
                <a:lnTo>
                  <a:pt x="5623608" y="4755748"/>
                </a:lnTo>
                <a:lnTo>
                  <a:pt x="5665854" y="4733699"/>
                </a:lnTo>
                <a:lnTo>
                  <a:pt x="5707640" y="4711215"/>
                </a:lnTo>
                <a:lnTo>
                  <a:pt x="5748962" y="4688299"/>
                </a:lnTo>
                <a:lnTo>
                  <a:pt x="5789812" y="4664958"/>
                </a:lnTo>
                <a:lnTo>
                  <a:pt x="5830185" y="4641195"/>
                </a:lnTo>
                <a:lnTo>
                  <a:pt x="5870074" y="4617014"/>
                </a:lnTo>
                <a:lnTo>
                  <a:pt x="5909473" y="4592421"/>
                </a:lnTo>
                <a:lnTo>
                  <a:pt x="5948377" y="4567420"/>
                </a:lnTo>
                <a:lnTo>
                  <a:pt x="5986778" y="4542015"/>
                </a:lnTo>
                <a:lnTo>
                  <a:pt x="6024671" y="4516211"/>
                </a:lnTo>
                <a:lnTo>
                  <a:pt x="6062050" y="4490013"/>
                </a:lnTo>
                <a:lnTo>
                  <a:pt x="6098908" y="4463424"/>
                </a:lnTo>
                <a:lnTo>
                  <a:pt x="6135239" y="4436450"/>
                </a:lnTo>
                <a:lnTo>
                  <a:pt x="6171037" y="4409095"/>
                </a:lnTo>
                <a:lnTo>
                  <a:pt x="6206296" y="4381363"/>
                </a:lnTo>
                <a:lnTo>
                  <a:pt x="6241010" y="4353259"/>
                </a:lnTo>
                <a:lnTo>
                  <a:pt x="6275172" y="4324788"/>
                </a:lnTo>
                <a:lnTo>
                  <a:pt x="6308776" y="4295954"/>
                </a:lnTo>
                <a:lnTo>
                  <a:pt x="6341817" y="4266761"/>
                </a:lnTo>
                <a:lnTo>
                  <a:pt x="6374287" y="4237215"/>
                </a:lnTo>
                <a:lnTo>
                  <a:pt x="6406181" y="4207319"/>
                </a:lnTo>
                <a:lnTo>
                  <a:pt x="6437493" y="4177078"/>
                </a:lnTo>
                <a:lnTo>
                  <a:pt x="6468217" y="4146497"/>
                </a:lnTo>
                <a:lnTo>
                  <a:pt x="6498345" y="4115580"/>
                </a:lnTo>
                <a:lnTo>
                  <a:pt x="6527873" y="4084332"/>
                </a:lnTo>
                <a:lnTo>
                  <a:pt x="6556793" y="4052757"/>
                </a:lnTo>
                <a:lnTo>
                  <a:pt x="6585100" y="4020860"/>
                </a:lnTo>
                <a:lnTo>
                  <a:pt x="6612788" y="3988645"/>
                </a:lnTo>
                <a:lnTo>
                  <a:pt x="6639850" y="3956116"/>
                </a:lnTo>
                <a:lnTo>
                  <a:pt x="6666280" y="3923279"/>
                </a:lnTo>
                <a:lnTo>
                  <a:pt x="6692073" y="3890138"/>
                </a:lnTo>
                <a:lnTo>
                  <a:pt x="6717221" y="3856697"/>
                </a:lnTo>
                <a:lnTo>
                  <a:pt x="6741719" y="3822961"/>
                </a:lnTo>
                <a:lnTo>
                  <a:pt x="6765560" y="3788935"/>
                </a:lnTo>
                <a:lnTo>
                  <a:pt x="6788738" y="3754622"/>
                </a:lnTo>
                <a:lnTo>
                  <a:pt x="6811248" y="3720027"/>
                </a:lnTo>
                <a:lnTo>
                  <a:pt x="6833083" y="3685156"/>
                </a:lnTo>
                <a:lnTo>
                  <a:pt x="6854236" y="3650012"/>
                </a:lnTo>
                <a:lnTo>
                  <a:pt x="6874702" y="3614600"/>
                </a:lnTo>
                <a:lnTo>
                  <a:pt x="6894475" y="3578924"/>
                </a:lnTo>
                <a:lnTo>
                  <a:pt x="6913547" y="3542990"/>
                </a:lnTo>
                <a:lnTo>
                  <a:pt x="6931914" y="3506801"/>
                </a:lnTo>
                <a:lnTo>
                  <a:pt x="6949569" y="3470362"/>
                </a:lnTo>
                <a:lnTo>
                  <a:pt x="6966505" y="3433677"/>
                </a:lnTo>
                <a:lnTo>
                  <a:pt x="6982717" y="3396752"/>
                </a:lnTo>
                <a:lnTo>
                  <a:pt x="6998199" y="3359590"/>
                </a:lnTo>
                <a:lnTo>
                  <a:pt x="7012943" y="3322197"/>
                </a:lnTo>
                <a:lnTo>
                  <a:pt x="7026945" y="3284576"/>
                </a:lnTo>
                <a:lnTo>
                  <a:pt x="7040197" y="3246732"/>
                </a:lnTo>
                <a:lnTo>
                  <a:pt x="7052694" y="3208670"/>
                </a:lnTo>
                <a:lnTo>
                  <a:pt x="7064430" y="3170394"/>
                </a:lnTo>
                <a:lnTo>
                  <a:pt x="7075398" y="3131908"/>
                </a:lnTo>
                <a:lnTo>
                  <a:pt x="7085592" y="3093218"/>
                </a:lnTo>
                <a:lnTo>
                  <a:pt x="7095006" y="3054328"/>
                </a:lnTo>
                <a:lnTo>
                  <a:pt x="7103634" y="3015242"/>
                </a:lnTo>
                <a:lnTo>
                  <a:pt x="7111469" y="2975965"/>
                </a:lnTo>
                <a:lnTo>
                  <a:pt x="7118506" y="2936501"/>
                </a:lnTo>
                <a:lnTo>
                  <a:pt x="7124738" y="2896855"/>
                </a:lnTo>
                <a:lnTo>
                  <a:pt x="7130159" y="2857031"/>
                </a:lnTo>
                <a:lnTo>
                  <a:pt x="7134763" y="2817035"/>
                </a:lnTo>
                <a:lnTo>
                  <a:pt x="7138544" y="2776869"/>
                </a:lnTo>
                <a:lnTo>
                  <a:pt x="7141496" y="2736540"/>
                </a:lnTo>
                <a:lnTo>
                  <a:pt x="7143612" y="2696051"/>
                </a:lnTo>
                <a:lnTo>
                  <a:pt x="7144886" y="2655407"/>
                </a:lnTo>
                <a:lnTo>
                  <a:pt x="7145312" y="2614612"/>
                </a:lnTo>
                <a:lnTo>
                  <a:pt x="7144886" y="2573817"/>
                </a:lnTo>
                <a:lnTo>
                  <a:pt x="7143612" y="2533173"/>
                </a:lnTo>
                <a:lnTo>
                  <a:pt x="7141496" y="2492684"/>
                </a:lnTo>
                <a:lnTo>
                  <a:pt x="7138544" y="2452355"/>
                </a:lnTo>
                <a:lnTo>
                  <a:pt x="7134763" y="2412189"/>
                </a:lnTo>
                <a:lnTo>
                  <a:pt x="7130159" y="2372193"/>
                </a:lnTo>
                <a:lnTo>
                  <a:pt x="7124738" y="2332369"/>
                </a:lnTo>
                <a:lnTo>
                  <a:pt x="7118506" y="2292723"/>
                </a:lnTo>
                <a:lnTo>
                  <a:pt x="7111469" y="2253259"/>
                </a:lnTo>
                <a:lnTo>
                  <a:pt x="7103634" y="2213982"/>
                </a:lnTo>
                <a:lnTo>
                  <a:pt x="7095006" y="2174896"/>
                </a:lnTo>
                <a:lnTo>
                  <a:pt x="7085592" y="2136006"/>
                </a:lnTo>
                <a:lnTo>
                  <a:pt x="7075398" y="2097316"/>
                </a:lnTo>
                <a:lnTo>
                  <a:pt x="7064430" y="2058830"/>
                </a:lnTo>
                <a:lnTo>
                  <a:pt x="7052694" y="2020554"/>
                </a:lnTo>
                <a:lnTo>
                  <a:pt x="7040197" y="1982492"/>
                </a:lnTo>
                <a:lnTo>
                  <a:pt x="7026945" y="1944648"/>
                </a:lnTo>
                <a:lnTo>
                  <a:pt x="7012943" y="1907027"/>
                </a:lnTo>
                <a:lnTo>
                  <a:pt x="6998199" y="1869634"/>
                </a:lnTo>
                <a:lnTo>
                  <a:pt x="6982717" y="1832472"/>
                </a:lnTo>
                <a:lnTo>
                  <a:pt x="6966505" y="1795547"/>
                </a:lnTo>
                <a:lnTo>
                  <a:pt x="6949569" y="1758862"/>
                </a:lnTo>
                <a:lnTo>
                  <a:pt x="6931914" y="1722423"/>
                </a:lnTo>
                <a:lnTo>
                  <a:pt x="6913547" y="1686234"/>
                </a:lnTo>
                <a:lnTo>
                  <a:pt x="6894475" y="1650300"/>
                </a:lnTo>
                <a:lnTo>
                  <a:pt x="6874702" y="1614624"/>
                </a:lnTo>
                <a:lnTo>
                  <a:pt x="6854236" y="1579212"/>
                </a:lnTo>
                <a:lnTo>
                  <a:pt x="6833083" y="1544068"/>
                </a:lnTo>
                <a:lnTo>
                  <a:pt x="6811248" y="1509197"/>
                </a:lnTo>
                <a:lnTo>
                  <a:pt x="6788738" y="1474602"/>
                </a:lnTo>
                <a:lnTo>
                  <a:pt x="6765560" y="1440289"/>
                </a:lnTo>
                <a:lnTo>
                  <a:pt x="6741719" y="1406263"/>
                </a:lnTo>
                <a:lnTo>
                  <a:pt x="6717221" y="1372527"/>
                </a:lnTo>
                <a:lnTo>
                  <a:pt x="6692073" y="1339086"/>
                </a:lnTo>
                <a:lnTo>
                  <a:pt x="6666280" y="1305945"/>
                </a:lnTo>
                <a:lnTo>
                  <a:pt x="6639850" y="1273108"/>
                </a:lnTo>
                <a:lnTo>
                  <a:pt x="6612788" y="1240579"/>
                </a:lnTo>
                <a:lnTo>
                  <a:pt x="6585100" y="1208364"/>
                </a:lnTo>
                <a:lnTo>
                  <a:pt x="6556793" y="1176467"/>
                </a:lnTo>
                <a:lnTo>
                  <a:pt x="6527873" y="1144892"/>
                </a:lnTo>
                <a:lnTo>
                  <a:pt x="6498345" y="1113644"/>
                </a:lnTo>
                <a:lnTo>
                  <a:pt x="6468217" y="1082727"/>
                </a:lnTo>
                <a:lnTo>
                  <a:pt x="6437493" y="1052146"/>
                </a:lnTo>
                <a:lnTo>
                  <a:pt x="6406181" y="1021905"/>
                </a:lnTo>
                <a:lnTo>
                  <a:pt x="6374287" y="992009"/>
                </a:lnTo>
                <a:lnTo>
                  <a:pt x="6341817" y="962463"/>
                </a:lnTo>
                <a:lnTo>
                  <a:pt x="6308776" y="933270"/>
                </a:lnTo>
                <a:lnTo>
                  <a:pt x="6275172" y="904436"/>
                </a:lnTo>
                <a:lnTo>
                  <a:pt x="6241010" y="875965"/>
                </a:lnTo>
                <a:lnTo>
                  <a:pt x="6206296" y="847861"/>
                </a:lnTo>
                <a:lnTo>
                  <a:pt x="6171037" y="820129"/>
                </a:lnTo>
                <a:lnTo>
                  <a:pt x="6135239" y="792774"/>
                </a:lnTo>
                <a:lnTo>
                  <a:pt x="6098908" y="765800"/>
                </a:lnTo>
                <a:lnTo>
                  <a:pt x="6062050" y="739211"/>
                </a:lnTo>
                <a:lnTo>
                  <a:pt x="6024671" y="713013"/>
                </a:lnTo>
                <a:lnTo>
                  <a:pt x="5986778" y="687209"/>
                </a:lnTo>
                <a:lnTo>
                  <a:pt x="5948377" y="661804"/>
                </a:lnTo>
                <a:lnTo>
                  <a:pt x="5909473" y="636803"/>
                </a:lnTo>
                <a:lnTo>
                  <a:pt x="5870074" y="612210"/>
                </a:lnTo>
                <a:lnTo>
                  <a:pt x="5830185" y="588029"/>
                </a:lnTo>
                <a:lnTo>
                  <a:pt x="5789812" y="564266"/>
                </a:lnTo>
                <a:lnTo>
                  <a:pt x="5748962" y="540925"/>
                </a:lnTo>
                <a:lnTo>
                  <a:pt x="5707640" y="518009"/>
                </a:lnTo>
                <a:lnTo>
                  <a:pt x="5665854" y="495525"/>
                </a:lnTo>
                <a:lnTo>
                  <a:pt x="5623608" y="473476"/>
                </a:lnTo>
                <a:lnTo>
                  <a:pt x="5580910" y="451866"/>
                </a:lnTo>
                <a:lnTo>
                  <a:pt x="5537765" y="430701"/>
                </a:lnTo>
                <a:lnTo>
                  <a:pt x="5494180" y="409985"/>
                </a:lnTo>
                <a:lnTo>
                  <a:pt x="5450161" y="389722"/>
                </a:lnTo>
                <a:lnTo>
                  <a:pt x="5405714" y="369917"/>
                </a:lnTo>
                <a:lnTo>
                  <a:pt x="5360845" y="350574"/>
                </a:lnTo>
                <a:lnTo>
                  <a:pt x="5315560" y="331698"/>
                </a:lnTo>
                <a:lnTo>
                  <a:pt x="5269866" y="313294"/>
                </a:lnTo>
                <a:lnTo>
                  <a:pt x="5223769" y="295365"/>
                </a:lnTo>
                <a:lnTo>
                  <a:pt x="5177274" y="277917"/>
                </a:lnTo>
                <a:lnTo>
                  <a:pt x="5130389" y="260954"/>
                </a:lnTo>
                <a:lnTo>
                  <a:pt x="5083118" y="244481"/>
                </a:lnTo>
                <a:lnTo>
                  <a:pt x="5035469" y="228501"/>
                </a:lnTo>
                <a:lnTo>
                  <a:pt x="4987448" y="213020"/>
                </a:lnTo>
                <a:lnTo>
                  <a:pt x="4939060" y="198042"/>
                </a:lnTo>
                <a:lnTo>
                  <a:pt x="4890313" y="183572"/>
                </a:lnTo>
                <a:lnTo>
                  <a:pt x="4841211" y="169614"/>
                </a:lnTo>
                <a:lnTo>
                  <a:pt x="4791762" y="156172"/>
                </a:lnTo>
                <a:lnTo>
                  <a:pt x="4741971" y="143252"/>
                </a:lnTo>
                <a:lnTo>
                  <a:pt x="4691845" y="130857"/>
                </a:lnTo>
                <a:lnTo>
                  <a:pt x="4641389" y="118992"/>
                </a:lnTo>
                <a:lnTo>
                  <a:pt x="4590611" y="107663"/>
                </a:lnTo>
                <a:lnTo>
                  <a:pt x="4539516" y="96872"/>
                </a:lnTo>
                <a:lnTo>
                  <a:pt x="4488110" y="86625"/>
                </a:lnTo>
                <a:lnTo>
                  <a:pt x="4436399" y="76926"/>
                </a:lnTo>
                <a:lnTo>
                  <a:pt x="4384391" y="67780"/>
                </a:lnTo>
                <a:lnTo>
                  <a:pt x="4332090" y="59192"/>
                </a:lnTo>
                <a:lnTo>
                  <a:pt x="4279503" y="51165"/>
                </a:lnTo>
                <a:lnTo>
                  <a:pt x="4226636" y="43705"/>
                </a:lnTo>
                <a:lnTo>
                  <a:pt x="4173496" y="36815"/>
                </a:lnTo>
                <a:lnTo>
                  <a:pt x="4120089" y="30501"/>
                </a:lnTo>
                <a:lnTo>
                  <a:pt x="4066420" y="24767"/>
                </a:lnTo>
                <a:lnTo>
                  <a:pt x="4012496" y="19617"/>
                </a:lnTo>
                <a:lnTo>
                  <a:pt x="3958323" y="15056"/>
                </a:lnTo>
                <a:lnTo>
                  <a:pt x="3903907" y="11089"/>
                </a:lnTo>
                <a:lnTo>
                  <a:pt x="3849255" y="7719"/>
                </a:lnTo>
                <a:lnTo>
                  <a:pt x="3794372" y="4952"/>
                </a:lnTo>
                <a:lnTo>
                  <a:pt x="3739266" y="2792"/>
                </a:lnTo>
                <a:lnTo>
                  <a:pt x="3683941" y="1244"/>
                </a:lnTo>
                <a:lnTo>
                  <a:pt x="3628404" y="311"/>
                </a:lnTo>
                <a:lnTo>
                  <a:pt x="3572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663551" y="679757"/>
            <a:ext cx="7148830" cy="5232400"/>
          </a:xfrm>
          <a:custGeom>
            <a:avLst/>
            <a:gdLst/>
            <a:ahLst/>
            <a:cxnLst/>
            <a:rect l="l" t="t" r="r" b="b"/>
            <a:pathLst>
              <a:path w="7148830" h="5232400">
                <a:moveTo>
                  <a:pt x="0" y="2616136"/>
                </a:moveTo>
                <a:lnTo>
                  <a:pt x="426" y="2575318"/>
                </a:lnTo>
                <a:lnTo>
                  <a:pt x="1700" y="2534650"/>
                </a:lnTo>
                <a:lnTo>
                  <a:pt x="3817" y="2494137"/>
                </a:lnTo>
                <a:lnTo>
                  <a:pt x="6770" y="2453785"/>
                </a:lnTo>
                <a:lnTo>
                  <a:pt x="10552" y="2413596"/>
                </a:lnTo>
                <a:lnTo>
                  <a:pt x="15158" y="2373576"/>
                </a:lnTo>
                <a:lnTo>
                  <a:pt x="20582" y="2333729"/>
                </a:lnTo>
                <a:lnTo>
                  <a:pt x="26817" y="2294060"/>
                </a:lnTo>
                <a:lnTo>
                  <a:pt x="33856" y="2254573"/>
                </a:lnTo>
                <a:lnTo>
                  <a:pt x="41695" y="2215273"/>
                </a:lnTo>
                <a:lnTo>
                  <a:pt x="50327" y="2176165"/>
                </a:lnTo>
                <a:lnTo>
                  <a:pt x="59745" y="2137252"/>
                </a:lnTo>
                <a:lnTo>
                  <a:pt x="69943" y="2098539"/>
                </a:lnTo>
                <a:lnTo>
                  <a:pt x="80916" y="2060032"/>
                </a:lnTo>
                <a:lnTo>
                  <a:pt x="92656" y="2021733"/>
                </a:lnTo>
                <a:lnTo>
                  <a:pt x="105159" y="1983649"/>
                </a:lnTo>
                <a:lnTo>
                  <a:pt x="118417" y="1945783"/>
                </a:lnTo>
                <a:lnTo>
                  <a:pt x="132425" y="1908140"/>
                </a:lnTo>
                <a:lnTo>
                  <a:pt x="147176" y="1870725"/>
                </a:lnTo>
                <a:lnTo>
                  <a:pt x="162664" y="1833541"/>
                </a:lnTo>
                <a:lnTo>
                  <a:pt x="178882" y="1796595"/>
                </a:lnTo>
                <a:lnTo>
                  <a:pt x="195826" y="1759889"/>
                </a:lnTo>
                <a:lnTo>
                  <a:pt x="213488" y="1723429"/>
                </a:lnTo>
                <a:lnTo>
                  <a:pt x="231863" y="1687218"/>
                </a:lnTo>
                <a:lnTo>
                  <a:pt x="250944" y="1651263"/>
                </a:lnTo>
                <a:lnTo>
                  <a:pt x="270725" y="1615567"/>
                </a:lnTo>
                <a:lnTo>
                  <a:pt x="291200" y="1580134"/>
                </a:lnTo>
                <a:lnTo>
                  <a:pt x="312362" y="1544969"/>
                </a:lnTo>
                <a:lnTo>
                  <a:pt x="334206" y="1510078"/>
                </a:lnTo>
                <a:lnTo>
                  <a:pt x="356726" y="1475463"/>
                </a:lnTo>
                <a:lnTo>
                  <a:pt x="379914" y="1441130"/>
                </a:lnTo>
                <a:lnTo>
                  <a:pt x="403766" y="1407084"/>
                </a:lnTo>
                <a:lnTo>
                  <a:pt x="428274" y="1373328"/>
                </a:lnTo>
                <a:lnTo>
                  <a:pt x="453433" y="1339868"/>
                </a:lnTo>
                <a:lnTo>
                  <a:pt x="479236" y="1306707"/>
                </a:lnTo>
                <a:lnTo>
                  <a:pt x="505678" y="1273851"/>
                </a:lnTo>
                <a:lnTo>
                  <a:pt x="532752" y="1241304"/>
                </a:lnTo>
                <a:lnTo>
                  <a:pt x="560451" y="1209070"/>
                </a:lnTo>
                <a:lnTo>
                  <a:pt x="588771" y="1177154"/>
                </a:lnTo>
                <a:lnTo>
                  <a:pt x="617703" y="1145561"/>
                </a:lnTo>
                <a:lnTo>
                  <a:pt x="647244" y="1114294"/>
                </a:lnTo>
                <a:lnTo>
                  <a:pt x="677385" y="1083359"/>
                </a:lnTo>
                <a:lnTo>
                  <a:pt x="708122" y="1052760"/>
                </a:lnTo>
                <a:lnTo>
                  <a:pt x="739447" y="1022502"/>
                </a:lnTo>
                <a:lnTo>
                  <a:pt x="771355" y="992589"/>
                </a:lnTo>
                <a:lnTo>
                  <a:pt x="803839" y="963025"/>
                </a:lnTo>
                <a:lnTo>
                  <a:pt x="836894" y="933815"/>
                </a:lnTo>
                <a:lnTo>
                  <a:pt x="870513" y="904965"/>
                </a:lnTo>
                <a:lnTo>
                  <a:pt x="904690" y="876477"/>
                </a:lnTo>
                <a:lnTo>
                  <a:pt x="939418" y="848357"/>
                </a:lnTo>
                <a:lnTo>
                  <a:pt x="974692" y="820609"/>
                </a:lnTo>
                <a:lnTo>
                  <a:pt x="1010506" y="793238"/>
                </a:lnTo>
                <a:lnTo>
                  <a:pt x="1046853" y="766248"/>
                </a:lnTo>
                <a:lnTo>
                  <a:pt x="1083726" y="739644"/>
                </a:lnTo>
                <a:lnTo>
                  <a:pt x="1121121" y="713430"/>
                </a:lnTo>
                <a:lnTo>
                  <a:pt x="1159030" y="687611"/>
                </a:lnTo>
                <a:lnTo>
                  <a:pt x="1197448" y="662191"/>
                </a:lnTo>
                <a:lnTo>
                  <a:pt x="1236369" y="637175"/>
                </a:lnTo>
                <a:lnTo>
                  <a:pt x="1275785" y="612568"/>
                </a:lnTo>
                <a:lnTo>
                  <a:pt x="1315691" y="588373"/>
                </a:lnTo>
                <a:lnTo>
                  <a:pt x="1356081" y="564596"/>
                </a:lnTo>
                <a:lnTo>
                  <a:pt x="1396949" y="541241"/>
                </a:lnTo>
                <a:lnTo>
                  <a:pt x="1438288" y="518312"/>
                </a:lnTo>
                <a:lnTo>
                  <a:pt x="1480093" y="495815"/>
                </a:lnTo>
                <a:lnTo>
                  <a:pt x="1522356" y="473753"/>
                </a:lnTo>
                <a:lnTo>
                  <a:pt x="1565073" y="452130"/>
                </a:lnTo>
                <a:lnTo>
                  <a:pt x="1608236" y="430953"/>
                </a:lnTo>
                <a:lnTo>
                  <a:pt x="1651840" y="410224"/>
                </a:lnTo>
                <a:lnTo>
                  <a:pt x="1695878" y="389950"/>
                </a:lnTo>
                <a:lnTo>
                  <a:pt x="1740344" y="370133"/>
                </a:lnTo>
                <a:lnTo>
                  <a:pt x="1785233" y="350779"/>
                </a:lnTo>
                <a:lnTo>
                  <a:pt x="1830537" y="331892"/>
                </a:lnTo>
                <a:lnTo>
                  <a:pt x="1876251" y="313477"/>
                </a:lnTo>
                <a:lnTo>
                  <a:pt x="1922368" y="295538"/>
                </a:lnTo>
                <a:lnTo>
                  <a:pt x="1968883" y="278080"/>
                </a:lnTo>
                <a:lnTo>
                  <a:pt x="2015788" y="261107"/>
                </a:lnTo>
                <a:lnTo>
                  <a:pt x="2063079" y="244624"/>
                </a:lnTo>
                <a:lnTo>
                  <a:pt x="2110748" y="228635"/>
                </a:lnTo>
                <a:lnTo>
                  <a:pt x="2158790" y="213145"/>
                </a:lnTo>
                <a:lnTo>
                  <a:pt x="2207199" y="198158"/>
                </a:lnTo>
                <a:lnTo>
                  <a:pt x="2255967" y="183679"/>
                </a:lnTo>
                <a:lnTo>
                  <a:pt x="2305090" y="169713"/>
                </a:lnTo>
                <a:lnTo>
                  <a:pt x="2354561" y="156264"/>
                </a:lnTo>
                <a:lnTo>
                  <a:pt x="2404373" y="143336"/>
                </a:lnTo>
                <a:lnTo>
                  <a:pt x="2454521" y="130934"/>
                </a:lnTo>
                <a:lnTo>
                  <a:pt x="2504998" y="119062"/>
                </a:lnTo>
                <a:lnTo>
                  <a:pt x="2555798" y="107726"/>
                </a:lnTo>
                <a:lnTo>
                  <a:pt x="2606915" y="96929"/>
                </a:lnTo>
                <a:lnTo>
                  <a:pt x="2658343" y="86676"/>
                </a:lnTo>
                <a:lnTo>
                  <a:pt x="2710076" y="76971"/>
                </a:lnTo>
                <a:lnTo>
                  <a:pt x="2762107" y="67820"/>
                </a:lnTo>
                <a:lnTo>
                  <a:pt x="2814431" y="59227"/>
                </a:lnTo>
                <a:lnTo>
                  <a:pt x="2867040" y="51195"/>
                </a:lnTo>
                <a:lnTo>
                  <a:pt x="2919929" y="43730"/>
                </a:lnTo>
                <a:lnTo>
                  <a:pt x="2973093" y="36837"/>
                </a:lnTo>
                <a:lnTo>
                  <a:pt x="3026523" y="30519"/>
                </a:lnTo>
                <a:lnTo>
                  <a:pt x="3080215" y="24781"/>
                </a:lnTo>
                <a:lnTo>
                  <a:pt x="3134162" y="19628"/>
                </a:lnTo>
                <a:lnTo>
                  <a:pt x="3188359" y="15065"/>
                </a:lnTo>
                <a:lnTo>
                  <a:pt x="3242798" y="11095"/>
                </a:lnTo>
                <a:lnTo>
                  <a:pt x="3297474" y="7724"/>
                </a:lnTo>
                <a:lnTo>
                  <a:pt x="3352380" y="4955"/>
                </a:lnTo>
                <a:lnTo>
                  <a:pt x="3407510" y="2794"/>
                </a:lnTo>
                <a:lnTo>
                  <a:pt x="3462859" y="1244"/>
                </a:lnTo>
                <a:lnTo>
                  <a:pt x="3518420" y="311"/>
                </a:lnTo>
                <a:lnTo>
                  <a:pt x="3574186" y="0"/>
                </a:lnTo>
                <a:lnTo>
                  <a:pt x="3629952" y="311"/>
                </a:lnTo>
                <a:lnTo>
                  <a:pt x="3685512" y="1244"/>
                </a:lnTo>
                <a:lnTo>
                  <a:pt x="3740860" y="2794"/>
                </a:lnTo>
                <a:lnTo>
                  <a:pt x="3795991" y="4955"/>
                </a:lnTo>
                <a:lnTo>
                  <a:pt x="3850897" y="7724"/>
                </a:lnTo>
                <a:lnTo>
                  <a:pt x="3905572" y="11095"/>
                </a:lnTo>
                <a:lnTo>
                  <a:pt x="3960011" y="15065"/>
                </a:lnTo>
                <a:lnTo>
                  <a:pt x="4014207" y="19628"/>
                </a:lnTo>
                <a:lnTo>
                  <a:pt x="4068154" y="24781"/>
                </a:lnTo>
                <a:lnTo>
                  <a:pt x="4121845" y="30519"/>
                </a:lnTo>
                <a:lnTo>
                  <a:pt x="4175276" y="36837"/>
                </a:lnTo>
                <a:lnTo>
                  <a:pt x="4228439" y="43730"/>
                </a:lnTo>
                <a:lnTo>
                  <a:pt x="4281328" y="51195"/>
                </a:lnTo>
                <a:lnTo>
                  <a:pt x="4333937" y="59227"/>
                </a:lnTo>
                <a:lnTo>
                  <a:pt x="4386260" y="67820"/>
                </a:lnTo>
                <a:lnTo>
                  <a:pt x="4438291" y="76971"/>
                </a:lnTo>
                <a:lnTo>
                  <a:pt x="4490023" y="86676"/>
                </a:lnTo>
                <a:lnTo>
                  <a:pt x="4541451" y="96929"/>
                </a:lnTo>
                <a:lnTo>
                  <a:pt x="4592568" y="107726"/>
                </a:lnTo>
                <a:lnTo>
                  <a:pt x="4643368" y="119062"/>
                </a:lnTo>
                <a:lnTo>
                  <a:pt x="4693845" y="130934"/>
                </a:lnTo>
                <a:lnTo>
                  <a:pt x="4743992" y="143336"/>
                </a:lnTo>
                <a:lnTo>
                  <a:pt x="4793805" y="156264"/>
                </a:lnTo>
                <a:lnTo>
                  <a:pt x="4843275" y="169713"/>
                </a:lnTo>
                <a:lnTo>
                  <a:pt x="4892397" y="183679"/>
                </a:lnTo>
                <a:lnTo>
                  <a:pt x="4941166" y="198158"/>
                </a:lnTo>
                <a:lnTo>
                  <a:pt x="4989574" y="213145"/>
                </a:lnTo>
                <a:lnTo>
                  <a:pt x="5037616" y="228635"/>
                </a:lnTo>
                <a:lnTo>
                  <a:pt x="5085285" y="244624"/>
                </a:lnTo>
                <a:lnTo>
                  <a:pt x="5132576" y="261107"/>
                </a:lnTo>
                <a:lnTo>
                  <a:pt x="5179481" y="278080"/>
                </a:lnTo>
                <a:lnTo>
                  <a:pt x="5225996" y="295538"/>
                </a:lnTo>
                <a:lnTo>
                  <a:pt x="5272113" y="313477"/>
                </a:lnTo>
                <a:lnTo>
                  <a:pt x="5317826" y="331892"/>
                </a:lnTo>
                <a:lnTo>
                  <a:pt x="5363130" y="350779"/>
                </a:lnTo>
                <a:lnTo>
                  <a:pt x="5408018" y="370133"/>
                </a:lnTo>
                <a:lnTo>
                  <a:pt x="5452485" y="389950"/>
                </a:lnTo>
                <a:lnTo>
                  <a:pt x="5496523" y="410224"/>
                </a:lnTo>
                <a:lnTo>
                  <a:pt x="5540126" y="430953"/>
                </a:lnTo>
                <a:lnTo>
                  <a:pt x="5583289" y="452130"/>
                </a:lnTo>
                <a:lnTo>
                  <a:pt x="5626006" y="473753"/>
                </a:lnTo>
                <a:lnTo>
                  <a:pt x="5668269" y="495815"/>
                </a:lnTo>
                <a:lnTo>
                  <a:pt x="5710073" y="518312"/>
                </a:lnTo>
                <a:lnTo>
                  <a:pt x="5751412" y="541241"/>
                </a:lnTo>
                <a:lnTo>
                  <a:pt x="5792280" y="564596"/>
                </a:lnTo>
                <a:lnTo>
                  <a:pt x="5832670" y="588373"/>
                </a:lnTo>
                <a:lnTo>
                  <a:pt x="5872576" y="612568"/>
                </a:lnTo>
                <a:lnTo>
                  <a:pt x="5911993" y="637175"/>
                </a:lnTo>
                <a:lnTo>
                  <a:pt x="5950913" y="662191"/>
                </a:lnTo>
                <a:lnTo>
                  <a:pt x="5989331" y="687611"/>
                </a:lnTo>
                <a:lnTo>
                  <a:pt x="6027240" y="713430"/>
                </a:lnTo>
                <a:lnTo>
                  <a:pt x="6064634" y="739644"/>
                </a:lnTo>
                <a:lnTo>
                  <a:pt x="6101508" y="766248"/>
                </a:lnTo>
                <a:lnTo>
                  <a:pt x="6137855" y="793238"/>
                </a:lnTo>
                <a:lnTo>
                  <a:pt x="6173668" y="820609"/>
                </a:lnTo>
                <a:lnTo>
                  <a:pt x="6208942" y="848357"/>
                </a:lnTo>
                <a:lnTo>
                  <a:pt x="6243671" y="876477"/>
                </a:lnTo>
                <a:lnTo>
                  <a:pt x="6277847" y="904965"/>
                </a:lnTo>
                <a:lnTo>
                  <a:pt x="6311466" y="933815"/>
                </a:lnTo>
                <a:lnTo>
                  <a:pt x="6344521" y="963025"/>
                </a:lnTo>
                <a:lnTo>
                  <a:pt x="6377005" y="992589"/>
                </a:lnTo>
                <a:lnTo>
                  <a:pt x="6408913" y="1022502"/>
                </a:lnTo>
                <a:lnTo>
                  <a:pt x="6440238" y="1052760"/>
                </a:lnTo>
                <a:lnTo>
                  <a:pt x="6470975" y="1083359"/>
                </a:lnTo>
                <a:lnTo>
                  <a:pt x="6501116" y="1114294"/>
                </a:lnTo>
                <a:lnTo>
                  <a:pt x="6530656" y="1145561"/>
                </a:lnTo>
                <a:lnTo>
                  <a:pt x="6559589" y="1177154"/>
                </a:lnTo>
                <a:lnTo>
                  <a:pt x="6587908" y="1209070"/>
                </a:lnTo>
                <a:lnTo>
                  <a:pt x="6615608" y="1241304"/>
                </a:lnTo>
                <a:lnTo>
                  <a:pt x="6642682" y="1273851"/>
                </a:lnTo>
                <a:lnTo>
                  <a:pt x="6669123" y="1306707"/>
                </a:lnTo>
                <a:lnTo>
                  <a:pt x="6694927" y="1339868"/>
                </a:lnTo>
                <a:lnTo>
                  <a:pt x="6720085" y="1373328"/>
                </a:lnTo>
                <a:lnTo>
                  <a:pt x="6744594" y="1407084"/>
                </a:lnTo>
                <a:lnTo>
                  <a:pt x="6768445" y="1441130"/>
                </a:lnTo>
                <a:lnTo>
                  <a:pt x="6791634" y="1475463"/>
                </a:lnTo>
                <a:lnTo>
                  <a:pt x="6814153" y="1510078"/>
                </a:lnTo>
                <a:lnTo>
                  <a:pt x="6835997" y="1544969"/>
                </a:lnTo>
                <a:lnTo>
                  <a:pt x="6857159" y="1580134"/>
                </a:lnTo>
                <a:lnTo>
                  <a:pt x="6877634" y="1615567"/>
                </a:lnTo>
                <a:lnTo>
                  <a:pt x="6897415" y="1651263"/>
                </a:lnTo>
                <a:lnTo>
                  <a:pt x="6916496" y="1687218"/>
                </a:lnTo>
                <a:lnTo>
                  <a:pt x="6934871" y="1723429"/>
                </a:lnTo>
                <a:lnTo>
                  <a:pt x="6952533" y="1759889"/>
                </a:lnTo>
                <a:lnTo>
                  <a:pt x="6969477" y="1796595"/>
                </a:lnTo>
                <a:lnTo>
                  <a:pt x="6985696" y="1833541"/>
                </a:lnTo>
                <a:lnTo>
                  <a:pt x="7001184" y="1870725"/>
                </a:lnTo>
                <a:lnTo>
                  <a:pt x="7015935" y="1908140"/>
                </a:lnTo>
                <a:lnTo>
                  <a:pt x="7029942" y="1945783"/>
                </a:lnTo>
                <a:lnTo>
                  <a:pt x="7043200" y="1983649"/>
                </a:lnTo>
                <a:lnTo>
                  <a:pt x="7055703" y="2021733"/>
                </a:lnTo>
                <a:lnTo>
                  <a:pt x="7067443" y="2060032"/>
                </a:lnTo>
                <a:lnTo>
                  <a:pt x="7078416" y="2098539"/>
                </a:lnTo>
                <a:lnTo>
                  <a:pt x="7088614" y="2137252"/>
                </a:lnTo>
                <a:lnTo>
                  <a:pt x="7098032" y="2176165"/>
                </a:lnTo>
                <a:lnTo>
                  <a:pt x="7106664" y="2215273"/>
                </a:lnTo>
                <a:lnTo>
                  <a:pt x="7114503" y="2254573"/>
                </a:lnTo>
                <a:lnTo>
                  <a:pt x="7121543" y="2294060"/>
                </a:lnTo>
                <a:lnTo>
                  <a:pt x="7127777" y="2333729"/>
                </a:lnTo>
                <a:lnTo>
                  <a:pt x="7133201" y="2373576"/>
                </a:lnTo>
                <a:lnTo>
                  <a:pt x="7137807" y="2413596"/>
                </a:lnTo>
                <a:lnTo>
                  <a:pt x="7141589" y="2453785"/>
                </a:lnTo>
                <a:lnTo>
                  <a:pt x="7144542" y="2494137"/>
                </a:lnTo>
                <a:lnTo>
                  <a:pt x="7146659" y="2534650"/>
                </a:lnTo>
                <a:lnTo>
                  <a:pt x="7147933" y="2575318"/>
                </a:lnTo>
                <a:lnTo>
                  <a:pt x="7148360" y="2616136"/>
                </a:lnTo>
                <a:lnTo>
                  <a:pt x="7147933" y="2656954"/>
                </a:lnTo>
                <a:lnTo>
                  <a:pt x="7146659" y="2697622"/>
                </a:lnTo>
                <a:lnTo>
                  <a:pt x="7144542" y="2738135"/>
                </a:lnTo>
                <a:lnTo>
                  <a:pt x="7141589" y="2778487"/>
                </a:lnTo>
                <a:lnTo>
                  <a:pt x="7137807" y="2818676"/>
                </a:lnTo>
                <a:lnTo>
                  <a:pt x="7133201" y="2858696"/>
                </a:lnTo>
                <a:lnTo>
                  <a:pt x="7127777" y="2898543"/>
                </a:lnTo>
                <a:lnTo>
                  <a:pt x="7121543" y="2938212"/>
                </a:lnTo>
                <a:lnTo>
                  <a:pt x="7114503" y="2977699"/>
                </a:lnTo>
                <a:lnTo>
                  <a:pt x="7106664" y="3016999"/>
                </a:lnTo>
                <a:lnTo>
                  <a:pt x="7098032" y="3056107"/>
                </a:lnTo>
                <a:lnTo>
                  <a:pt x="7088614" y="3095020"/>
                </a:lnTo>
                <a:lnTo>
                  <a:pt x="7078416" y="3133733"/>
                </a:lnTo>
                <a:lnTo>
                  <a:pt x="7067443" y="3172240"/>
                </a:lnTo>
                <a:lnTo>
                  <a:pt x="7055703" y="3210539"/>
                </a:lnTo>
                <a:lnTo>
                  <a:pt x="7043200" y="3248623"/>
                </a:lnTo>
                <a:lnTo>
                  <a:pt x="7029942" y="3286489"/>
                </a:lnTo>
                <a:lnTo>
                  <a:pt x="7015935" y="3324132"/>
                </a:lnTo>
                <a:lnTo>
                  <a:pt x="7001184" y="3361547"/>
                </a:lnTo>
                <a:lnTo>
                  <a:pt x="6985696" y="3398731"/>
                </a:lnTo>
                <a:lnTo>
                  <a:pt x="6969477" y="3435677"/>
                </a:lnTo>
                <a:lnTo>
                  <a:pt x="6952533" y="3472383"/>
                </a:lnTo>
                <a:lnTo>
                  <a:pt x="6934871" y="3508843"/>
                </a:lnTo>
                <a:lnTo>
                  <a:pt x="6916496" y="3545054"/>
                </a:lnTo>
                <a:lnTo>
                  <a:pt x="6897415" y="3581009"/>
                </a:lnTo>
                <a:lnTo>
                  <a:pt x="6877634" y="3616705"/>
                </a:lnTo>
                <a:lnTo>
                  <a:pt x="6857159" y="3652138"/>
                </a:lnTo>
                <a:lnTo>
                  <a:pt x="6835997" y="3687303"/>
                </a:lnTo>
                <a:lnTo>
                  <a:pt x="6814153" y="3722194"/>
                </a:lnTo>
                <a:lnTo>
                  <a:pt x="6791634" y="3756809"/>
                </a:lnTo>
                <a:lnTo>
                  <a:pt x="6768445" y="3791142"/>
                </a:lnTo>
                <a:lnTo>
                  <a:pt x="6744594" y="3825188"/>
                </a:lnTo>
                <a:lnTo>
                  <a:pt x="6720085" y="3858944"/>
                </a:lnTo>
                <a:lnTo>
                  <a:pt x="6694927" y="3892404"/>
                </a:lnTo>
                <a:lnTo>
                  <a:pt x="6669123" y="3925565"/>
                </a:lnTo>
                <a:lnTo>
                  <a:pt x="6642682" y="3958421"/>
                </a:lnTo>
                <a:lnTo>
                  <a:pt x="6615608" y="3990968"/>
                </a:lnTo>
                <a:lnTo>
                  <a:pt x="6587908" y="4023202"/>
                </a:lnTo>
                <a:lnTo>
                  <a:pt x="6559589" y="4055118"/>
                </a:lnTo>
                <a:lnTo>
                  <a:pt x="6530656" y="4086711"/>
                </a:lnTo>
                <a:lnTo>
                  <a:pt x="6501116" y="4117978"/>
                </a:lnTo>
                <a:lnTo>
                  <a:pt x="6470975" y="4148913"/>
                </a:lnTo>
                <a:lnTo>
                  <a:pt x="6440238" y="4179512"/>
                </a:lnTo>
                <a:lnTo>
                  <a:pt x="6408913" y="4209770"/>
                </a:lnTo>
                <a:lnTo>
                  <a:pt x="6377005" y="4239683"/>
                </a:lnTo>
                <a:lnTo>
                  <a:pt x="6344521" y="4269247"/>
                </a:lnTo>
                <a:lnTo>
                  <a:pt x="6311466" y="4298457"/>
                </a:lnTo>
                <a:lnTo>
                  <a:pt x="6277847" y="4327307"/>
                </a:lnTo>
                <a:lnTo>
                  <a:pt x="6243671" y="4355795"/>
                </a:lnTo>
                <a:lnTo>
                  <a:pt x="6208942" y="4383915"/>
                </a:lnTo>
                <a:lnTo>
                  <a:pt x="6173668" y="4411663"/>
                </a:lnTo>
                <a:lnTo>
                  <a:pt x="6137855" y="4439034"/>
                </a:lnTo>
                <a:lnTo>
                  <a:pt x="6101508" y="4466024"/>
                </a:lnTo>
                <a:lnTo>
                  <a:pt x="6064634" y="4492628"/>
                </a:lnTo>
                <a:lnTo>
                  <a:pt x="6027240" y="4518842"/>
                </a:lnTo>
                <a:lnTo>
                  <a:pt x="5989331" y="4544661"/>
                </a:lnTo>
                <a:lnTo>
                  <a:pt x="5950913" y="4570081"/>
                </a:lnTo>
                <a:lnTo>
                  <a:pt x="5911993" y="4595097"/>
                </a:lnTo>
                <a:lnTo>
                  <a:pt x="5872576" y="4619704"/>
                </a:lnTo>
                <a:lnTo>
                  <a:pt x="5832670" y="4643899"/>
                </a:lnTo>
                <a:lnTo>
                  <a:pt x="5792280" y="4667676"/>
                </a:lnTo>
                <a:lnTo>
                  <a:pt x="5751412" y="4691031"/>
                </a:lnTo>
                <a:lnTo>
                  <a:pt x="5710073" y="4713960"/>
                </a:lnTo>
                <a:lnTo>
                  <a:pt x="5668269" y="4736457"/>
                </a:lnTo>
                <a:lnTo>
                  <a:pt x="5626006" y="4758519"/>
                </a:lnTo>
                <a:lnTo>
                  <a:pt x="5583289" y="4780142"/>
                </a:lnTo>
                <a:lnTo>
                  <a:pt x="5540126" y="4801319"/>
                </a:lnTo>
                <a:lnTo>
                  <a:pt x="5496523" y="4822048"/>
                </a:lnTo>
                <a:lnTo>
                  <a:pt x="5452485" y="4842322"/>
                </a:lnTo>
                <a:lnTo>
                  <a:pt x="5408018" y="4862139"/>
                </a:lnTo>
                <a:lnTo>
                  <a:pt x="5363130" y="4881493"/>
                </a:lnTo>
                <a:lnTo>
                  <a:pt x="5317826" y="4900380"/>
                </a:lnTo>
                <a:lnTo>
                  <a:pt x="5272113" y="4918795"/>
                </a:lnTo>
                <a:lnTo>
                  <a:pt x="5225996" y="4936734"/>
                </a:lnTo>
                <a:lnTo>
                  <a:pt x="5179481" y="4954192"/>
                </a:lnTo>
                <a:lnTo>
                  <a:pt x="5132576" y="4971165"/>
                </a:lnTo>
                <a:lnTo>
                  <a:pt x="5085285" y="4987648"/>
                </a:lnTo>
                <a:lnTo>
                  <a:pt x="5037616" y="5003637"/>
                </a:lnTo>
                <a:lnTo>
                  <a:pt x="4989574" y="5019127"/>
                </a:lnTo>
                <a:lnTo>
                  <a:pt x="4941166" y="5034114"/>
                </a:lnTo>
                <a:lnTo>
                  <a:pt x="4892397" y="5048593"/>
                </a:lnTo>
                <a:lnTo>
                  <a:pt x="4843275" y="5062559"/>
                </a:lnTo>
                <a:lnTo>
                  <a:pt x="4793805" y="5076008"/>
                </a:lnTo>
                <a:lnTo>
                  <a:pt x="4743992" y="5088936"/>
                </a:lnTo>
                <a:lnTo>
                  <a:pt x="4693845" y="5101338"/>
                </a:lnTo>
                <a:lnTo>
                  <a:pt x="4643368" y="5113210"/>
                </a:lnTo>
                <a:lnTo>
                  <a:pt x="4592568" y="5124546"/>
                </a:lnTo>
                <a:lnTo>
                  <a:pt x="4541451" y="5135343"/>
                </a:lnTo>
                <a:lnTo>
                  <a:pt x="4490023" y="5145596"/>
                </a:lnTo>
                <a:lnTo>
                  <a:pt x="4438291" y="5155301"/>
                </a:lnTo>
                <a:lnTo>
                  <a:pt x="4386260" y="5164452"/>
                </a:lnTo>
                <a:lnTo>
                  <a:pt x="4333937" y="5173045"/>
                </a:lnTo>
                <a:lnTo>
                  <a:pt x="4281328" y="5181077"/>
                </a:lnTo>
                <a:lnTo>
                  <a:pt x="4228439" y="5188542"/>
                </a:lnTo>
                <a:lnTo>
                  <a:pt x="4175276" y="5195435"/>
                </a:lnTo>
                <a:lnTo>
                  <a:pt x="4121845" y="5201753"/>
                </a:lnTo>
                <a:lnTo>
                  <a:pt x="4068154" y="5207491"/>
                </a:lnTo>
                <a:lnTo>
                  <a:pt x="4014207" y="5212644"/>
                </a:lnTo>
                <a:lnTo>
                  <a:pt x="3960011" y="5217207"/>
                </a:lnTo>
                <a:lnTo>
                  <a:pt x="3905572" y="5221177"/>
                </a:lnTo>
                <a:lnTo>
                  <a:pt x="3850897" y="5224548"/>
                </a:lnTo>
                <a:lnTo>
                  <a:pt x="3795991" y="5227317"/>
                </a:lnTo>
                <a:lnTo>
                  <a:pt x="3740860" y="5229478"/>
                </a:lnTo>
                <a:lnTo>
                  <a:pt x="3685512" y="5231028"/>
                </a:lnTo>
                <a:lnTo>
                  <a:pt x="3629952" y="5231961"/>
                </a:lnTo>
                <a:lnTo>
                  <a:pt x="3574186" y="5232273"/>
                </a:lnTo>
                <a:lnTo>
                  <a:pt x="3518420" y="5231961"/>
                </a:lnTo>
                <a:lnTo>
                  <a:pt x="3462859" y="5231028"/>
                </a:lnTo>
                <a:lnTo>
                  <a:pt x="3407510" y="5229478"/>
                </a:lnTo>
                <a:lnTo>
                  <a:pt x="3352380" y="5227317"/>
                </a:lnTo>
                <a:lnTo>
                  <a:pt x="3297474" y="5224548"/>
                </a:lnTo>
                <a:lnTo>
                  <a:pt x="3242798" y="5221177"/>
                </a:lnTo>
                <a:lnTo>
                  <a:pt x="3188359" y="5217207"/>
                </a:lnTo>
                <a:lnTo>
                  <a:pt x="3134162" y="5212644"/>
                </a:lnTo>
                <a:lnTo>
                  <a:pt x="3080215" y="5207491"/>
                </a:lnTo>
                <a:lnTo>
                  <a:pt x="3026523" y="5201753"/>
                </a:lnTo>
                <a:lnTo>
                  <a:pt x="2973093" y="5195435"/>
                </a:lnTo>
                <a:lnTo>
                  <a:pt x="2919929" y="5188542"/>
                </a:lnTo>
                <a:lnTo>
                  <a:pt x="2867040" y="5181077"/>
                </a:lnTo>
                <a:lnTo>
                  <a:pt x="2814431" y="5173045"/>
                </a:lnTo>
                <a:lnTo>
                  <a:pt x="2762107" y="5164452"/>
                </a:lnTo>
                <a:lnTo>
                  <a:pt x="2710076" y="5155301"/>
                </a:lnTo>
                <a:lnTo>
                  <a:pt x="2658343" y="5145596"/>
                </a:lnTo>
                <a:lnTo>
                  <a:pt x="2606915" y="5135343"/>
                </a:lnTo>
                <a:lnTo>
                  <a:pt x="2555798" y="5124546"/>
                </a:lnTo>
                <a:lnTo>
                  <a:pt x="2504998" y="5113210"/>
                </a:lnTo>
                <a:lnTo>
                  <a:pt x="2454521" y="5101338"/>
                </a:lnTo>
                <a:lnTo>
                  <a:pt x="2404373" y="5088936"/>
                </a:lnTo>
                <a:lnTo>
                  <a:pt x="2354561" y="5076008"/>
                </a:lnTo>
                <a:lnTo>
                  <a:pt x="2305090" y="5062559"/>
                </a:lnTo>
                <a:lnTo>
                  <a:pt x="2255967" y="5048593"/>
                </a:lnTo>
                <a:lnTo>
                  <a:pt x="2207199" y="5034114"/>
                </a:lnTo>
                <a:lnTo>
                  <a:pt x="2158790" y="5019127"/>
                </a:lnTo>
                <a:lnTo>
                  <a:pt x="2110748" y="5003637"/>
                </a:lnTo>
                <a:lnTo>
                  <a:pt x="2063079" y="4987648"/>
                </a:lnTo>
                <a:lnTo>
                  <a:pt x="2015788" y="4971165"/>
                </a:lnTo>
                <a:lnTo>
                  <a:pt x="1968883" y="4954192"/>
                </a:lnTo>
                <a:lnTo>
                  <a:pt x="1922368" y="4936734"/>
                </a:lnTo>
                <a:lnTo>
                  <a:pt x="1876251" y="4918795"/>
                </a:lnTo>
                <a:lnTo>
                  <a:pt x="1830537" y="4900380"/>
                </a:lnTo>
                <a:lnTo>
                  <a:pt x="1785233" y="4881493"/>
                </a:lnTo>
                <a:lnTo>
                  <a:pt x="1740344" y="4862139"/>
                </a:lnTo>
                <a:lnTo>
                  <a:pt x="1695878" y="4842322"/>
                </a:lnTo>
                <a:lnTo>
                  <a:pt x="1651840" y="4822048"/>
                </a:lnTo>
                <a:lnTo>
                  <a:pt x="1608236" y="4801319"/>
                </a:lnTo>
                <a:lnTo>
                  <a:pt x="1565073" y="4780142"/>
                </a:lnTo>
                <a:lnTo>
                  <a:pt x="1522356" y="4758519"/>
                </a:lnTo>
                <a:lnTo>
                  <a:pt x="1480093" y="4736457"/>
                </a:lnTo>
                <a:lnTo>
                  <a:pt x="1438288" y="4713960"/>
                </a:lnTo>
                <a:lnTo>
                  <a:pt x="1396949" y="4691031"/>
                </a:lnTo>
                <a:lnTo>
                  <a:pt x="1356081" y="4667676"/>
                </a:lnTo>
                <a:lnTo>
                  <a:pt x="1315691" y="4643899"/>
                </a:lnTo>
                <a:lnTo>
                  <a:pt x="1275785" y="4619704"/>
                </a:lnTo>
                <a:lnTo>
                  <a:pt x="1236369" y="4595097"/>
                </a:lnTo>
                <a:lnTo>
                  <a:pt x="1197448" y="4570081"/>
                </a:lnTo>
                <a:lnTo>
                  <a:pt x="1159030" y="4544661"/>
                </a:lnTo>
                <a:lnTo>
                  <a:pt x="1121121" y="4518842"/>
                </a:lnTo>
                <a:lnTo>
                  <a:pt x="1083726" y="4492628"/>
                </a:lnTo>
                <a:lnTo>
                  <a:pt x="1046853" y="4466024"/>
                </a:lnTo>
                <a:lnTo>
                  <a:pt x="1010506" y="4439034"/>
                </a:lnTo>
                <a:lnTo>
                  <a:pt x="974692" y="4411663"/>
                </a:lnTo>
                <a:lnTo>
                  <a:pt x="939418" y="4383915"/>
                </a:lnTo>
                <a:lnTo>
                  <a:pt x="904690" y="4355795"/>
                </a:lnTo>
                <a:lnTo>
                  <a:pt x="870513" y="4327307"/>
                </a:lnTo>
                <a:lnTo>
                  <a:pt x="836894" y="4298457"/>
                </a:lnTo>
                <a:lnTo>
                  <a:pt x="803839" y="4269247"/>
                </a:lnTo>
                <a:lnTo>
                  <a:pt x="771355" y="4239683"/>
                </a:lnTo>
                <a:lnTo>
                  <a:pt x="739447" y="4209770"/>
                </a:lnTo>
                <a:lnTo>
                  <a:pt x="708122" y="4179512"/>
                </a:lnTo>
                <a:lnTo>
                  <a:pt x="677385" y="4148913"/>
                </a:lnTo>
                <a:lnTo>
                  <a:pt x="647244" y="4117978"/>
                </a:lnTo>
                <a:lnTo>
                  <a:pt x="617703" y="4086711"/>
                </a:lnTo>
                <a:lnTo>
                  <a:pt x="588771" y="4055118"/>
                </a:lnTo>
                <a:lnTo>
                  <a:pt x="560451" y="4023202"/>
                </a:lnTo>
                <a:lnTo>
                  <a:pt x="532752" y="3990968"/>
                </a:lnTo>
                <a:lnTo>
                  <a:pt x="505678" y="3958421"/>
                </a:lnTo>
                <a:lnTo>
                  <a:pt x="479236" y="3925565"/>
                </a:lnTo>
                <a:lnTo>
                  <a:pt x="453433" y="3892404"/>
                </a:lnTo>
                <a:lnTo>
                  <a:pt x="428274" y="3858944"/>
                </a:lnTo>
                <a:lnTo>
                  <a:pt x="403766" y="3825188"/>
                </a:lnTo>
                <a:lnTo>
                  <a:pt x="379914" y="3791142"/>
                </a:lnTo>
                <a:lnTo>
                  <a:pt x="356726" y="3756809"/>
                </a:lnTo>
                <a:lnTo>
                  <a:pt x="334206" y="3722194"/>
                </a:lnTo>
                <a:lnTo>
                  <a:pt x="312362" y="3687303"/>
                </a:lnTo>
                <a:lnTo>
                  <a:pt x="291200" y="3652138"/>
                </a:lnTo>
                <a:lnTo>
                  <a:pt x="270725" y="3616705"/>
                </a:lnTo>
                <a:lnTo>
                  <a:pt x="250944" y="3581009"/>
                </a:lnTo>
                <a:lnTo>
                  <a:pt x="231863" y="3545054"/>
                </a:lnTo>
                <a:lnTo>
                  <a:pt x="213488" y="3508843"/>
                </a:lnTo>
                <a:lnTo>
                  <a:pt x="195826" y="3472383"/>
                </a:lnTo>
                <a:lnTo>
                  <a:pt x="178882" y="3435677"/>
                </a:lnTo>
                <a:lnTo>
                  <a:pt x="162664" y="3398731"/>
                </a:lnTo>
                <a:lnTo>
                  <a:pt x="147176" y="3361547"/>
                </a:lnTo>
                <a:lnTo>
                  <a:pt x="132425" y="3324132"/>
                </a:lnTo>
                <a:lnTo>
                  <a:pt x="118417" y="3286489"/>
                </a:lnTo>
                <a:lnTo>
                  <a:pt x="105159" y="3248623"/>
                </a:lnTo>
                <a:lnTo>
                  <a:pt x="92656" y="3210539"/>
                </a:lnTo>
                <a:lnTo>
                  <a:pt x="80916" y="3172240"/>
                </a:lnTo>
                <a:lnTo>
                  <a:pt x="69943" y="3133733"/>
                </a:lnTo>
                <a:lnTo>
                  <a:pt x="59745" y="3095020"/>
                </a:lnTo>
                <a:lnTo>
                  <a:pt x="50327" y="3056107"/>
                </a:lnTo>
                <a:lnTo>
                  <a:pt x="41695" y="3016999"/>
                </a:lnTo>
                <a:lnTo>
                  <a:pt x="33856" y="2977699"/>
                </a:lnTo>
                <a:lnTo>
                  <a:pt x="26817" y="2938212"/>
                </a:lnTo>
                <a:lnTo>
                  <a:pt x="20582" y="2898543"/>
                </a:lnTo>
                <a:lnTo>
                  <a:pt x="15158" y="2858696"/>
                </a:lnTo>
                <a:lnTo>
                  <a:pt x="10552" y="2818676"/>
                </a:lnTo>
                <a:lnTo>
                  <a:pt x="6770" y="2778487"/>
                </a:lnTo>
                <a:lnTo>
                  <a:pt x="3817" y="2738135"/>
                </a:lnTo>
                <a:lnTo>
                  <a:pt x="1700" y="2697622"/>
                </a:lnTo>
                <a:lnTo>
                  <a:pt x="426" y="2656954"/>
                </a:lnTo>
                <a:lnTo>
                  <a:pt x="0" y="2616136"/>
                </a:lnTo>
                <a:close/>
              </a:path>
            </a:pathLst>
          </a:custGeom>
          <a:ln w="25400">
            <a:solidFill>
              <a:srgbClr val="66912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5552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86211" y="1827300"/>
            <a:ext cx="407035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55248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55248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55248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55248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8DC53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190" y="6396583"/>
            <a:ext cx="488226" cy="3661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3657" y="351415"/>
            <a:ext cx="512826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55248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3657" y="1255110"/>
            <a:ext cx="10016490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01393" y="6497911"/>
            <a:ext cx="118681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68480" y="6539731"/>
            <a:ext cx="242018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6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9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51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1.png"/><Relationship Id="rId6" Type="http://schemas.openxmlformats.org/officeDocument/2006/relationships/image" Target="../media/image59.png"/><Relationship Id="rId7" Type="http://schemas.openxmlformats.org/officeDocument/2006/relationships/image" Target="../media/image56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56.png"/><Relationship Id="rId7" Type="http://schemas.openxmlformats.org/officeDocument/2006/relationships/image" Target="../media/image26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jp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jp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jp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jpg"/><Relationship Id="rId3" Type="http://schemas.openxmlformats.org/officeDocument/2006/relationships/image" Target="../media/image93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83463" y="0"/>
              <a:ext cx="11908790" cy="6858000"/>
            </a:xfrm>
            <a:custGeom>
              <a:avLst/>
              <a:gdLst/>
              <a:ahLst/>
              <a:cxnLst/>
              <a:rect l="l" t="t" r="r" b="b"/>
              <a:pathLst>
                <a:path w="11908790" h="6858000">
                  <a:moveTo>
                    <a:pt x="0" y="6858000"/>
                  </a:moveTo>
                  <a:lnTo>
                    <a:pt x="11908536" y="6858000"/>
                  </a:lnTo>
                  <a:lnTo>
                    <a:pt x="1190853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665075" y="681281"/>
              <a:ext cx="7145655" cy="5229225"/>
            </a:xfrm>
            <a:custGeom>
              <a:avLst/>
              <a:gdLst/>
              <a:ahLst/>
              <a:cxnLst/>
              <a:rect l="l" t="t" r="r" b="b"/>
              <a:pathLst>
                <a:path w="7145655" h="5229225">
                  <a:moveTo>
                    <a:pt x="3572662" y="0"/>
                  </a:moveTo>
                  <a:lnTo>
                    <a:pt x="3516920" y="311"/>
                  </a:lnTo>
                  <a:lnTo>
                    <a:pt x="3461383" y="1244"/>
                  </a:lnTo>
                  <a:lnTo>
                    <a:pt x="3406058" y="2792"/>
                  </a:lnTo>
                  <a:lnTo>
                    <a:pt x="3350951" y="4952"/>
                  </a:lnTo>
                  <a:lnTo>
                    <a:pt x="3296069" y="7719"/>
                  </a:lnTo>
                  <a:lnTo>
                    <a:pt x="3241417" y="11089"/>
                  </a:lnTo>
                  <a:lnTo>
                    <a:pt x="3187001" y="15056"/>
                  </a:lnTo>
                  <a:lnTo>
                    <a:pt x="3132828" y="19617"/>
                  </a:lnTo>
                  <a:lnTo>
                    <a:pt x="3078904" y="24767"/>
                  </a:lnTo>
                  <a:lnTo>
                    <a:pt x="3025235" y="30501"/>
                  </a:lnTo>
                  <a:lnTo>
                    <a:pt x="2971827" y="36815"/>
                  </a:lnTo>
                  <a:lnTo>
                    <a:pt x="2918687" y="43705"/>
                  </a:lnTo>
                  <a:lnTo>
                    <a:pt x="2865820" y="51165"/>
                  </a:lnTo>
                  <a:lnTo>
                    <a:pt x="2813233" y="59192"/>
                  </a:lnTo>
                  <a:lnTo>
                    <a:pt x="2760932" y="67780"/>
                  </a:lnTo>
                  <a:lnTo>
                    <a:pt x="2708924" y="76926"/>
                  </a:lnTo>
                  <a:lnTo>
                    <a:pt x="2657213" y="86625"/>
                  </a:lnTo>
                  <a:lnTo>
                    <a:pt x="2605807" y="96872"/>
                  </a:lnTo>
                  <a:lnTo>
                    <a:pt x="2554712" y="107663"/>
                  </a:lnTo>
                  <a:lnTo>
                    <a:pt x="2503933" y="118992"/>
                  </a:lnTo>
                  <a:lnTo>
                    <a:pt x="2453478" y="130857"/>
                  </a:lnTo>
                  <a:lnTo>
                    <a:pt x="2403351" y="143252"/>
                  </a:lnTo>
                  <a:lnTo>
                    <a:pt x="2353560" y="156172"/>
                  </a:lnTo>
                  <a:lnTo>
                    <a:pt x="2304111" y="169614"/>
                  </a:lnTo>
                  <a:lnTo>
                    <a:pt x="2255009" y="183572"/>
                  </a:lnTo>
                  <a:lnTo>
                    <a:pt x="2206261" y="198042"/>
                  </a:lnTo>
                  <a:lnTo>
                    <a:pt x="2157874" y="213020"/>
                  </a:lnTo>
                  <a:lnTo>
                    <a:pt x="2109852" y="228501"/>
                  </a:lnTo>
                  <a:lnTo>
                    <a:pt x="2062203" y="244481"/>
                  </a:lnTo>
                  <a:lnTo>
                    <a:pt x="2014933" y="260954"/>
                  </a:lnTo>
                  <a:lnTo>
                    <a:pt x="1968047" y="277917"/>
                  </a:lnTo>
                  <a:lnTo>
                    <a:pt x="1921552" y="295365"/>
                  </a:lnTo>
                  <a:lnTo>
                    <a:pt x="1875455" y="313294"/>
                  </a:lnTo>
                  <a:lnTo>
                    <a:pt x="1829760" y="331698"/>
                  </a:lnTo>
                  <a:lnTo>
                    <a:pt x="1784476" y="350574"/>
                  </a:lnTo>
                  <a:lnTo>
                    <a:pt x="1739606" y="369917"/>
                  </a:lnTo>
                  <a:lnTo>
                    <a:pt x="1695159" y="389722"/>
                  </a:lnTo>
                  <a:lnTo>
                    <a:pt x="1651140" y="409985"/>
                  </a:lnTo>
                  <a:lnTo>
                    <a:pt x="1607554" y="430701"/>
                  </a:lnTo>
                  <a:lnTo>
                    <a:pt x="1564410" y="451866"/>
                  </a:lnTo>
                  <a:lnTo>
                    <a:pt x="1521711" y="473476"/>
                  </a:lnTo>
                  <a:lnTo>
                    <a:pt x="1479466" y="495525"/>
                  </a:lnTo>
                  <a:lnTo>
                    <a:pt x="1437679" y="518009"/>
                  </a:lnTo>
                  <a:lnTo>
                    <a:pt x="1396357" y="540925"/>
                  </a:lnTo>
                  <a:lnTo>
                    <a:pt x="1355507" y="564266"/>
                  </a:lnTo>
                  <a:lnTo>
                    <a:pt x="1315134" y="588029"/>
                  </a:lnTo>
                  <a:lnTo>
                    <a:pt x="1275245" y="612210"/>
                  </a:lnTo>
                  <a:lnTo>
                    <a:pt x="1235845" y="636803"/>
                  </a:lnTo>
                  <a:lnTo>
                    <a:pt x="1196941" y="661804"/>
                  </a:lnTo>
                  <a:lnTo>
                    <a:pt x="1158540" y="687209"/>
                  </a:lnTo>
                  <a:lnTo>
                    <a:pt x="1120647" y="713013"/>
                  </a:lnTo>
                  <a:lnTo>
                    <a:pt x="1083268" y="739211"/>
                  </a:lnTo>
                  <a:lnTo>
                    <a:pt x="1046410" y="765800"/>
                  </a:lnTo>
                  <a:lnTo>
                    <a:pt x="1010078" y="792774"/>
                  </a:lnTo>
                  <a:lnTo>
                    <a:pt x="974280" y="820129"/>
                  </a:lnTo>
                  <a:lnTo>
                    <a:pt x="939021" y="847861"/>
                  </a:lnTo>
                  <a:lnTo>
                    <a:pt x="904307" y="875965"/>
                  </a:lnTo>
                  <a:lnTo>
                    <a:pt x="870145" y="904436"/>
                  </a:lnTo>
                  <a:lnTo>
                    <a:pt x="836540" y="933270"/>
                  </a:lnTo>
                  <a:lnTo>
                    <a:pt x="803499" y="962463"/>
                  </a:lnTo>
                  <a:lnTo>
                    <a:pt x="771029" y="992009"/>
                  </a:lnTo>
                  <a:lnTo>
                    <a:pt x="739134" y="1021905"/>
                  </a:lnTo>
                  <a:lnTo>
                    <a:pt x="707822" y="1052146"/>
                  </a:lnTo>
                  <a:lnTo>
                    <a:pt x="677099" y="1082727"/>
                  </a:lnTo>
                  <a:lnTo>
                    <a:pt x="646970" y="1113644"/>
                  </a:lnTo>
                  <a:lnTo>
                    <a:pt x="617443" y="1144892"/>
                  </a:lnTo>
                  <a:lnTo>
                    <a:pt x="588522" y="1176467"/>
                  </a:lnTo>
                  <a:lnTo>
                    <a:pt x="560215" y="1208364"/>
                  </a:lnTo>
                  <a:lnTo>
                    <a:pt x="532527" y="1240579"/>
                  </a:lnTo>
                  <a:lnTo>
                    <a:pt x="505464" y="1273108"/>
                  </a:lnTo>
                  <a:lnTo>
                    <a:pt x="479034" y="1305945"/>
                  </a:lnTo>
                  <a:lnTo>
                    <a:pt x="453242" y="1339086"/>
                  </a:lnTo>
                  <a:lnTo>
                    <a:pt x="428093" y="1372527"/>
                  </a:lnTo>
                  <a:lnTo>
                    <a:pt x="403595" y="1406263"/>
                  </a:lnTo>
                  <a:lnTo>
                    <a:pt x="379754" y="1440289"/>
                  </a:lnTo>
                  <a:lnTo>
                    <a:pt x="356575" y="1474602"/>
                  </a:lnTo>
                  <a:lnTo>
                    <a:pt x="334065" y="1509197"/>
                  </a:lnTo>
                  <a:lnTo>
                    <a:pt x="312231" y="1544068"/>
                  </a:lnTo>
                  <a:lnTo>
                    <a:pt x="291077" y="1579212"/>
                  </a:lnTo>
                  <a:lnTo>
                    <a:pt x="270611" y="1614624"/>
                  </a:lnTo>
                  <a:lnTo>
                    <a:pt x="250838" y="1650300"/>
                  </a:lnTo>
                  <a:lnTo>
                    <a:pt x="231765" y="1686234"/>
                  </a:lnTo>
                  <a:lnTo>
                    <a:pt x="213398" y="1722423"/>
                  </a:lnTo>
                  <a:lnTo>
                    <a:pt x="195744" y="1758862"/>
                  </a:lnTo>
                  <a:lnTo>
                    <a:pt x="178807" y="1795547"/>
                  </a:lnTo>
                  <a:lnTo>
                    <a:pt x="162595" y="1832472"/>
                  </a:lnTo>
                  <a:lnTo>
                    <a:pt x="147113" y="1869634"/>
                  </a:lnTo>
                  <a:lnTo>
                    <a:pt x="132369" y="1907027"/>
                  </a:lnTo>
                  <a:lnTo>
                    <a:pt x="118367" y="1944648"/>
                  </a:lnTo>
                  <a:lnTo>
                    <a:pt x="105115" y="1982492"/>
                  </a:lnTo>
                  <a:lnTo>
                    <a:pt x="92617" y="2020554"/>
                  </a:lnTo>
                  <a:lnTo>
                    <a:pt x="80882" y="2058830"/>
                  </a:lnTo>
                  <a:lnTo>
                    <a:pt x="69914" y="2097316"/>
                  </a:lnTo>
                  <a:lnTo>
                    <a:pt x="59720" y="2136006"/>
                  </a:lnTo>
                  <a:lnTo>
                    <a:pt x="50306" y="2174896"/>
                  </a:lnTo>
                  <a:lnTo>
                    <a:pt x="41678" y="2213982"/>
                  </a:lnTo>
                  <a:lnTo>
                    <a:pt x="33842" y="2253259"/>
                  </a:lnTo>
                  <a:lnTo>
                    <a:pt x="26805" y="2292723"/>
                  </a:lnTo>
                  <a:lnTo>
                    <a:pt x="20573" y="2332369"/>
                  </a:lnTo>
                  <a:lnTo>
                    <a:pt x="15152" y="2372193"/>
                  </a:lnTo>
                  <a:lnTo>
                    <a:pt x="10548" y="2412189"/>
                  </a:lnTo>
                  <a:lnTo>
                    <a:pt x="6767" y="2452355"/>
                  </a:lnTo>
                  <a:lnTo>
                    <a:pt x="3815" y="2492684"/>
                  </a:lnTo>
                  <a:lnTo>
                    <a:pt x="1700" y="2533173"/>
                  </a:lnTo>
                  <a:lnTo>
                    <a:pt x="426" y="2573817"/>
                  </a:lnTo>
                  <a:lnTo>
                    <a:pt x="0" y="2614612"/>
                  </a:lnTo>
                  <a:lnTo>
                    <a:pt x="426" y="2655407"/>
                  </a:lnTo>
                  <a:lnTo>
                    <a:pt x="1700" y="2696051"/>
                  </a:lnTo>
                  <a:lnTo>
                    <a:pt x="3815" y="2736540"/>
                  </a:lnTo>
                  <a:lnTo>
                    <a:pt x="6767" y="2776869"/>
                  </a:lnTo>
                  <a:lnTo>
                    <a:pt x="10548" y="2817035"/>
                  </a:lnTo>
                  <a:lnTo>
                    <a:pt x="15152" y="2857031"/>
                  </a:lnTo>
                  <a:lnTo>
                    <a:pt x="20573" y="2896855"/>
                  </a:lnTo>
                  <a:lnTo>
                    <a:pt x="26805" y="2936501"/>
                  </a:lnTo>
                  <a:lnTo>
                    <a:pt x="33842" y="2975965"/>
                  </a:lnTo>
                  <a:lnTo>
                    <a:pt x="41678" y="3015242"/>
                  </a:lnTo>
                  <a:lnTo>
                    <a:pt x="50306" y="3054328"/>
                  </a:lnTo>
                  <a:lnTo>
                    <a:pt x="59720" y="3093218"/>
                  </a:lnTo>
                  <a:lnTo>
                    <a:pt x="69914" y="3131908"/>
                  </a:lnTo>
                  <a:lnTo>
                    <a:pt x="80882" y="3170394"/>
                  </a:lnTo>
                  <a:lnTo>
                    <a:pt x="92617" y="3208670"/>
                  </a:lnTo>
                  <a:lnTo>
                    <a:pt x="105115" y="3246732"/>
                  </a:lnTo>
                  <a:lnTo>
                    <a:pt x="118367" y="3284576"/>
                  </a:lnTo>
                  <a:lnTo>
                    <a:pt x="132369" y="3322197"/>
                  </a:lnTo>
                  <a:lnTo>
                    <a:pt x="147113" y="3359590"/>
                  </a:lnTo>
                  <a:lnTo>
                    <a:pt x="162595" y="3396752"/>
                  </a:lnTo>
                  <a:lnTo>
                    <a:pt x="178807" y="3433677"/>
                  </a:lnTo>
                  <a:lnTo>
                    <a:pt x="195744" y="3470362"/>
                  </a:lnTo>
                  <a:lnTo>
                    <a:pt x="213398" y="3506801"/>
                  </a:lnTo>
                  <a:lnTo>
                    <a:pt x="231765" y="3542990"/>
                  </a:lnTo>
                  <a:lnTo>
                    <a:pt x="250838" y="3578924"/>
                  </a:lnTo>
                  <a:lnTo>
                    <a:pt x="270611" y="3614600"/>
                  </a:lnTo>
                  <a:lnTo>
                    <a:pt x="291077" y="3650012"/>
                  </a:lnTo>
                  <a:lnTo>
                    <a:pt x="312231" y="3685156"/>
                  </a:lnTo>
                  <a:lnTo>
                    <a:pt x="334065" y="3720027"/>
                  </a:lnTo>
                  <a:lnTo>
                    <a:pt x="356575" y="3754622"/>
                  </a:lnTo>
                  <a:lnTo>
                    <a:pt x="379754" y="3788935"/>
                  </a:lnTo>
                  <a:lnTo>
                    <a:pt x="403595" y="3822961"/>
                  </a:lnTo>
                  <a:lnTo>
                    <a:pt x="428093" y="3856697"/>
                  </a:lnTo>
                  <a:lnTo>
                    <a:pt x="453242" y="3890138"/>
                  </a:lnTo>
                  <a:lnTo>
                    <a:pt x="479034" y="3923279"/>
                  </a:lnTo>
                  <a:lnTo>
                    <a:pt x="505464" y="3956116"/>
                  </a:lnTo>
                  <a:lnTo>
                    <a:pt x="532527" y="3988645"/>
                  </a:lnTo>
                  <a:lnTo>
                    <a:pt x="560215" y="4020860"/>
                  </a:lnTo>
                  <a:lnTo>
                    <a:pt x="588522" y="4052757"/>
                  </a:lnTo>
                  <a:lnTo>
                    <a:pt x="617443" y="4084332"/>
                  </a:lnTo>
                  <a:lnTo>
                    <a:pt x="646970" y="4115580"/>
                  </a:lnTo>
                  <a:lnTo>
                    <a:pt x="677099" y="4146497"/>
                  </a:lnTo>
                  <a:lnTo>
                    <a:pt x="707822" y="4177078"/>
                  </a:lnTo>
                  <a:lnTo>
                    <a:pt x="739134" y="4207319"/>
                  </a:lnTo>
                  <a:lnTo>
                    <a:pt x="771029" y="4237215"/>
                  </a:lnTo>
                  <a:lnTo>
                    <a:pt x="803499" y="4266761"/>
                  </a:lnTo>
                  <a:lnTo>
                    <a:pt x="836540" y="4295954"/>
                  </a:lnTo>
                  <a:lnTo>
                    <a:pt x="870145" y="4324788"/>
                  </a:lnTo>
                  <a:lnTo>
                    <a:pt x="904307" y="4353259"/>
                  </a:lnTo>
                  <a:lnTo>
                    <a:pt x="939021" y="4381363"/>
                  </a:lnTo>
                  <a:lnTo>
                    <a:pt x="974280" y="4409095"/>
                  </a:lnTo>
                  <a:lnTo>
                    <a:pt x="1010078" y="4436450"/>
                  </a:lnTo>
                  <a:lnTo>
                    <a:pt x="1046410" y="4463424"/>
                  </a:lnTo>
                  <a:lnTo>
                    <a:pt x="1083268" y="4490013"/>
                  </a:lnTo>
                  <a:lnTo>
                    <a:pt x="1120647" y="4516211"/>
                  </a:lnTo>
                  <a:lnTo>
                    <a:pt x="1158540" y="4542015"/>
                  </a:lnTo>
                  <a:lnTo>
                    <a:pt x="1196941" y="4567420"/>
                  </a:lnTo>
                  <a:lnTo>
                    <a:pt x="1235845" y="4592421"/>
                  </a:lnTo>
                  <a:lnTo>
                    <a:pt x="1275245" y="4617014"/>
                  </a:lnTo>
                  <a:lnTo>
                    <a:pt x="1315134" y="4641195"/>
                  </a:lnTo>
                  <a:lnTo>
                    <a:pt x="1355507" y="4664958"/>
                  </a:lnTo>
                  <a:lnTo>
                    <a:pt x="1396357" y="4688299"/>
                  </a:lnTo>
                  <a:lnTo>
                    <a:pt x="1437679" y="4711215"/>
                  </a:lnTo>
                  <a:lnTo>
                    <a:pt x="1479466" y="4733699"/>
                  </a:lnTo>
                  <a:lnTo>
                    <a:pt x="1521711" y="4755748"/>
                  </a:lnTo>
                  <a:lnTo>
                    <a:pt x="1564410" y="4777358"/>
                  </a:lnTo>
                  <a:lnTo>
                    <a:pt x="1607554" y="4798523"/>
                  </a:lnTo>
                  <a:lnTo>
                    <a:pt x="1651140" y="4819239"/>
                  </a:lnTo>
                  <a:lnTo>
                    <a:pt x="1695159" y="4839502"/>
                  </a:lnTo>
                  <a:lnTo>
                    <a:pt x="1739606" y="4859307"/>
                  </a:lnTo>
                  <a:lnTo>
                    <a:pt x="1784476" y="4878650"/>
                  </a:lnTo>
                  <a:lnTo>
                    <a:pt x="1829760" y="4897526"/>
                  </a:lnTo>
                  <a:lnTo>
                    <a:pt x="1875455" y="4915930"/>
                  </a:lnTo>
                  <a:lnTo>
                    <a:pt x="1921552" y="4933859"/>
                  </a:lnTo>
                  <a:lnTo>
                    <a:pt x="1968047" y="4951307"/>
                  </a:lnTo>
                  <a:lnTo>
                    <a:pt x="2014933" y="4968270"/>
                  </a:lnTo>
                  <a:lnTo>
                    <a:pt x="2062203" y="4984743"/>
                  </a:lnTo>
                  <a:lnTo>
                    <a:pt x="2109852" y="5000723"/>
                  </a:lnTo>
                  <a:lnTo>
                    <a:pt x="2157874" y="5016204"/>
                  </a:lnTo>
                  <a:lnTo>
                    <a:pt x="2206261" y="5031182"/>
                  </a:lnTo>
                  <a:lnTo>
                    <a:pt x="2255009" y="5045652"/>
                  </a:lnTo>
                  <a:lnTo>
                    <a:pt x="2304111" y="5059610"/>
                  </a:lnTo>
                  <a:lnTo>
                    <a:pt x="2353560" y="5073052"/>
                  </a:lnTo>
                  <a:lnTo>
                    <a:pt x="2403351" y="5085972"/>
                  </a:lnTo>
                  <a:lnTo>
                    <a:pt x="2453478" y="5098367"/>
                  </a:lnTo>
                  <a:lnTo>
                    <a:pt x="2503933" y="5110232"/>
                  </a:lnTo>
                  <a:lnTo>
                    <a:pt x="2554712" y="5121561"/>
                  </a:lnTo>
                  <a:lnTo>
                    <a:pt x="2605807" y="5132352"/>
                  </a:lnTo>
                  <a:lnTo>
                    <a:pt x="2657213" y="5142599"/>
                  </a:lnTo>
                  <a:lnTo>
                    <a:pt x="2708924" y="5152298"/>
                  </a:lnTo>
                  <a:lnTo>
                    <a:pt x="2760932" y="5161444"/>
                  </a:lnTo>
                  <a:lnTo>
                    <a:pt x="2813233" y="5170032"/>
                  </a:lnTo>
                  <a:lnTo>
                    <a:pt x="2865820" y="5178059"/>
                  </a:lnTo>
                  <a:lnTo>
                    <a:pt x="2918687" y="5185519"/>
                  </a:lnTo>
                  <a:lnTo>
                    <a:pt x="2971827" y="5192409"/>
                  </a:lnTo>
                  <a:lnTo>
                    <a:pt x="3025235" y="5198723"/>
                  </a:lnTo>
                  <a:lnTo>
                    <a:pt x="3078904" y="5204457"/>
                  </a:lnTo>
                  <a:lnTo>
                    <a:pt x="3132828" y="5209607"/>
                  </a:lnTo>
                  <a:lnTo>
                    <a:pt x="3187001" y="5214168"/>
                  </a:lnTo>
                  <a:lnTo>
                    <a:pt x="3241417" y="5218135"/>
                  </a:lnTo>
                  <a:lnTo>
                    <a:pt x="3296069" y="5221505"/>
                  </a:lnTo>
                  <a:lnTo>
                    <a:pt x="3350951" y="5224272"/>
                  </a:lnTo>
                  <a:lnTo>
                    <a:pt x="3406058" y="5226432"/>
                  </a:lnTo>
                  <a:lnTo>
                    <a:pt x="3461383" y="5227980"/>
                  </a:lnTo>
                  <a:lnTo>
                    <a:pt x="3516920" y="5228913"/>
                  </a:lnTo>
                  <a:lnTo>
                    <a:pt x="3572662" y="5229225"/>
                  </a:lnTo>
                  <a:lnTo>
                    <a:pt x="3628404" y="5228913"/>
                  </a:lnTo>
                  <a:lnTo>
                    <a:pt x="3683941" y="5227980"/>
                  </a:lnTo>
                  <a:lnTo>
                    <a:pt x="3739266" y="5226432"/>
                  </a:lnTo>
                  <a:lnTo>
                    <a:pt x="3794372" y="5224272"/>
                  </a:lnTo>
                  <a:lnTo>
                    <a:pt x="3849255" y="5221505"/>
                  </a:lnTo>
                  <a:lnTo>
                    <a:pt x="3903907" y="5218135"/>
                  </a:lnTo>
                  <a:lnTo>
                    <a:pt x="3958323" y="5214168"/>
                  </a:lnTo>
                  <a:lnTo>
                    <a:pt x="4012496" y="5209607"/>
                  </a:lnTo>
                  <a:lnTo>
                    <a:pt x="4066420" y="5204457"/>
                  </a:lnTo>
                  <a:lnTo>
                    <a:pt x="4120089" y="5198723"/>
                  </a:lnTo>
                  <a:lnTo>
                    <a:pt x="4173496" y="5192409"/>
                  </a:lnTo>
                  <a:lnTo>
                    <a:pt x="4226636" y="5185519"/>
                  </a:lnTo>
                  <a:lnTo>
                    <a:pt x="4279503" y="5178059"/>
                  </a:lnTo>
                  <a:lnTo>
                    <a:pt x="4332090" y="5170032"/>
                  </a:lnTo>
                  <a:lnTo>
                    <a:pt x="4384391" y="5161444"/>
                  </a:lnTo>
                  <a:lnTo>
                    <a:pt x="4436399" y="5152298"/>
                  </a:lnTo>
                  <a:lnTo>
                    <a:pt x="4488110" y="5142599"/>
                  </a:lnTo>
                  <a:lnTo>
                    <a:pt x="4539516" y="5132352"/>
                  </a:lnTo>
                  <a:lnTo>
                    <a:pt x="4590611" y="5121561"/>
                  </a:lnTo>
                  <a:lnTo>
                    <a:pt x="4641389" y="5110232"/>
                  </a:lnTo>
                  <a:lnTo>
                    <a:pt x="4691845" y="5098367"/>
                  </a:lnTo>
                  <a:lnTo>
                    <a:pt x="4741971" y="5085972"/>
                  </a:lnTo>
                  <a:lnTo>
                    <a:pt x="4791762" y="5073052"/>
                  </a:lnTo>
                  <a:lnTo>
                    <a:pt x="4841211" y="5059610"/>
                  </a:lnTo>
                  <a:lnTo>
                    <a:pt x="4890313" y="5045652"/>
                  </a:lnTo>
                  <a:lnTo>
                    <a:pt x="4939060" y="5031182"/>
                  </a:lnTo>
                  <a:lnTo>
                    <a:pt x="4987448" y="5016204"/>
                  </a:lnTo>
                  <a:lnTo>
                    <a:pt x="5035469" y="5000723"/>
                  </a:lnTo>
                  <a:lnTo>
                    <a:pt x="5083118" y="4984743"/>
                  </a:lnTo>
                  <a:lnTo>
                    <a:pt x="5130389" y="4968270"/>
                  </a:lnTo>
                  <a:lnTo>
                    <a:pt x="5177274" y="4951307"/>
                  </a:lnTo>
                  <a:lnTo>
                    <a:pt x="5223769" y="4933859"/>
                  </a:lnTo>
                  <a:lnTo>
                    <a:pt x="5269866" y="4915930"/>
                  </a:lnTo>
                  <a:lnTo>
                    <a:pt x="5315560" y="4897526"/>
                  </a:lnTo>
                  <a:lnTo>
                    <a:pt x="5360845" y="4878650"/>
                  </a:lnTo>
                  <a:lnTo>
                    <a:pt x="5405714" y="4859307"/>
                  </a:lnTo>
                  <a:lnTo>
                    <a:pt x="5450161" y="4839502"/>
                  </a:lnTo>
                  <a:lnTo>
                    <a:pt x="5494180" y="4819239"/>
                  </a:lnTo>
                  <a:lnTo>
                    <a:pt x="5537765" y="4798523"/>
                  </a:lnTo>
                  <a:lnTo>
                    <a:pt x="5580910" y="4777358"/>
                  </a:lnTo>
                  <a:lnTo>
                    <a:pt x="5623608" y="4755748"/>
                  </a:lnTo>
                  <a:lnTo>
                    <a:pt x="5665854" y="4733699"/>
                  </a:lnTo>
                  <a:lnTo>
                    <a:pt x="5707640" y="4711215"/>
                  </a:lnTo>
                  <a:lnTo>
                    <a:pt x="5748962" y="4688299"/>
                  </a:lnTo>
                  <a:lnTo>
                    <a:pt x="5789812" y="4664958"/>
                  </a:lnTo>
                  <a:lnTo>
                    <a:pt x="5830185" y="4641195"/>
                  </a:lnTo>
                  <a:lnTo>
                    <a:pt x="5870074" y="4617014"/>
                  </a:lnTo>
                  <a:lnTo>
                    <a:pt x="5909473" y="4592421"/>
                  </a:lnTo>
                  <a:lnTo>
                    <a:pt x="5948377" y="4567420"/>
                  </a:lnTo>
                  <a:lnTo>
                    <a:pt x="5986778" y="4542015"/>
                  </a:lnTo>
                  <a:lnTo>
                    <a:pt x="6024671" y="4516211"/>
                  </a:lnTo>
                  <a:lnTo>
                    <a:pt x="6062050" y="4490013"/>
                  </a:lnTo>
                  <a:lnTo>
                    <a:pt x="6098908" y="4463424"/>
                  </a:lnTo>
                  <a:lnTo>
                    <a:pt x="6135239" y="4436450"/>
                  </a:lnTo>
                  <a:lnTo>
                    <a:pt x="6171037" y="4409095"/>
                  </a:lnTo>
                  <a:lnTo>
                    <a:pt x="6206296" y="4381363"/>
                  </a:lnTo>
                  <a:lnTo>
                    <a:pt x="6241010" y="4353259"/>
                  </a:lnTo>
                  <a:lnTo>
                    <a:pt x="6275172" y="4324788"/>
                  </a:lnTo>
                  <a:lnTo>
                    <a:pt x="6308776" y="4295954"/>
                  </a:lnTo>
                  <a:lnTo>
                    <a:pt x="6341817" y="4266761"/>
                  </a:lnTo>
                  <a:lnTo>
                    <a:pt x="6374287" y="4237215"/>
                  </a:lnTo>
                  <a:lnTo>
                    <a:pt x="6406181" y="4207319"/>
                  </a:lnTo>
                  <a:lnTo>
                    <a:pt x="6437493" y="4177078"/>
                  </a:lnTo>
                  <a:lnTo>
                    <a:pt x="6468217" y="4146497"/>
                  </a:lnTo>
                  <a:lnTo>
                    <a:pt x="6498345" y="4115580"/>
                  </a:lnTo>
                  <a:lnTo>
                    <a:pt x="6527873" y="4084332"/>
                  </a:lnTo>
                  <a:lnTo>
                    <a:pt x="6556793" y="4052757"/>
                  </a:lnTo>
                  <a:lnTo>
                    <a:pt x="6585100" y="4020860"/>
                  </a:lnTo>
                  <a:lnTo>
                    <a:pt x="6612788" y="3988645"/>
                  </a:lnTo>
                  <a:lnTo>
                    <a:pt x="6639850" y="3956116"/>
                  </a:lnTo>
                  <a:lnTo>
                    <a:pt x="6666280" y="3923279"/>
                  </a:lnTo>
                  <a:lnTo>
                    <a:pt x="6692073" y="3890138"/>
                  </a:lnTo>
                  <a:lnTo>
                    <a:pt x="6717221" y="3856697"/>
                  </a:lnTo>
                  <a:lnTo>
                    <a:pt x="6741719" y="3822961"/>
                  </a:lnTo>
                  <a:lnTo>
                    <a:pt x="6765560" y="3788935"/>
                  </a:lnTo>
                  <a:lnTo>
                    <a:pt x="6788738" y="3754622"/>
                  </a:lnTo>
                  <a:lnTo>
                    <a:pt x="6811248" y="3720027"/>
                  </a:lnTo>
                  <a:lnTo>
                    <a:pt x="6833083" y="3685156"/>
                  </a:lnTo>
                  <a:lnTo>
                    <a:pt x="6854236" y="3650012"/>
                  </a:lnTo>
                  <a:lnTo>
                    <a:pt x="6874702" y="3614600"/>
                  </a:lnTo>
                  <a:lnTo>
                    <a:pt x="6894475" y="3578924"/>
                  </a:lnTo>
                  <a:lnTo>
                    <a:pt x="6913547" y="3542990"/>
                  </a:lnTo>
                  <a:lnTo>
                    <a:pt x="6931914" y="3506801"/>
                  </a:lnTo>
                  <a:lnTo>
                    <a:pt x="6949569" y="3470362"/>
                  </a:lnTo>
                  <a:lnTo>
                    <a:pt x="6966505" y="3433677"/>
                  </a:lnTo>
                  <a:lnTo>
                    <a:pt x="6982717" y="3396752"/>
                  </a:lnTo>
                  <a:lnTo>
                    <a:pt x="6998199" y="3359590"/>
                  </a:lnTo>
                  <a:lnTo>
                    <a:pt x="7012943" y="3322197"/>
                  </a:lnTo>
                  <a:lnTo>
                    <a:pt x="7026945" y="3284576"/>
                  </a:lnTo>
                  <a:lnTo>
                    <a:pt x="7040197" y="3246732"/>
                  </a:lnTo>
                  <a:lnTo>
                    <a:pt x="7052694" y="3208670"/>
                  </a:lnTo>
                  <a:lnTo>
                    <a:pt x="7064430" y="3170394"/>
                  </a:lnTo>
                  <a:lnTo>
                    <a:pt x="7075398" y="3131908"/>
                  </a:lnTo>
                  <a:lnTo>
                    <a:pt x="7085592" y="3093218"/>
                  </a:lnTo>
                  <a:lnTo>
                    <a:pt x="7095006" y="3054328"/>
                  </a:lnTo>
                  <a:lnTo>
                    <a:pt x="7103634" y="3015242"/>
                  </a:lnTo>
                  <a:lnTo>
                    <a:pt x="7111469" y="2975965"/>
                  </a:lnTo>
                  <a:lnTo>
                    <a:pt x="7118506" y="2936501"/>
                  </a:lnTo>
                  <a:lnTo>
                    <a:pt x="7124738" y="2896855"/>
                  </a:lnTo>
                  <a:lnTo>
                    <a:pt x="7130159" y="2857031"/>
                  </a:lnTo>
                  <a:lnTo>
                    <a:pt x="7134763" y="2817035"/>
                  </a:lnTo>
                  <a:lnTo>
                    <a:pt x="7138544" y="2776869"/>
                  </a:lnTo>
                  <a:lnTo>
                    <a:pt x="7141496" y="2736540"/>
                  </a:lnTo>
                  <a:lnTo>
                    <a:pt x="7143612" y="2696051"/>
                  </a:lnTo>
                  <a:lnTo>
                    <a:pt x="7144886" y="2655407"/>
                  </a:lnTo>
                  <a:lnTo>
                    <a:pt x="7145312" y="2614612"/>
                  </a:lnTo>
                  <a:lnTo>
                    <a:pt x="7144886" y="2573817"/>
                  </a:lnTo>
                  <a:lnTo>
                    <a:pt x="7143612" y="2533173"/>
                  </a:lnTo>
                  <a:lnTo>
                    <a:pt x="7141496" y="2492684"/>
                  </a:lnTo>
                  <a:lnTo>
                    <a:pt x="7138544" y="2452355"/>
                  </a:lnTo>
                  <a:lnTo>
                    <a:pt x="7134763" y="2412189"/>
                  </a:lnTo>
                  <a:lnTo>
                    <a:pt x="7130159" y="2372193"/>
                  </a:lnTo>
                  <a:lnTo>
                    <a:pt x="7124738" y="2332369"/>
                  </a:lnTo>
                  <a:lnTo>
                    <a:pt x="7118506" y="2292723"/>
                  </a:lnTo>
                  <a:lnTo>
                    <a:pt x="7111469" y="2253259"/>
                  </a:lnTo>
                  <a:lnTo>
                    <a:pt x="7103634" y="2213982"/>
                  </a:lnTo>
                  <a:lnTo>
                    <a:pt x="7095006" y="2174896"/>
                  </a:lnTo>
                  <a:lnTo>
                    <a:pt x="7085592" y="2136006"/>
                  </a:lnTo>
                  <a:lnTo>
                    <a:pt x="7075398" y="2097316"/>
                  </a:lnTo>
                  <a:lnTo>
                    <a:pt x="7064430" y="2058830"/>
                  </a:lnTo>
                  <a:lnTo>
                    <a:pt x="7052694" y="2020554"/>
                  </a:lnTo>
                  <a:lnTo>
                    <a:pt x="7040197" y="1982492"/>
                  </a:lnTo>
                  <a:lnTo>
                    <a:pt x="7026945" y="1944648"/>
                  </a:lnTo>
                  <a:lnTo>
                    <a:pt x="7012943" y="1907027"/>
                  </a:lnTo>
                  <a:lnTo>
                    <a:pt x="6998199" y="1869634"/>
                  </a:lnTo>
                  <a:lnTo>
                    <a:pt x="6982717" y="1832472"/>
                  </a:lnTo>
                  <a:lnTo>
                    <a:pt x="6966505" y="1795547"/>
                  </a:lnTo>
                  <a:lnTo>
                    <a:pt x="6949569" y="1758862"/>
                  </a:lnTo>
                  <a:lnTo>
                    <a:pt x="6931914" y="1722423"/>
                  </a:lnTo>
                  <a:lnTo>
                    <a:pt x="6913547" y="1686234"/>
                  </a:lnTo>
                  <a:lnTo>
                    <a:pt x="6894475" y="1650300"/>
                  </a:lnTo>
                  <a:lnTo>
                    <a:pt x="6874702" y="1614624"/>
                  </a:lnTo>
                  <a:lnTo>
                    <a:pt x="6854236" y="1579212"/>
                  </a:lnTo>
                  <a:lnTo>
                    <a:pt x="6833083" y="1544068"/>
                  </a:lnTo>
                  <a:lnTo>
                    <a:pt x="6811248" y="1509197"/>
                  </a:lnTo>
                  <a:lnTo>
                    <a:pt x="6788738" y="1474602"/>
                  </a:lnTo>
                  <a:lnTo>
                    <a:pt x="6765560" y="1440289"/>
                  </a:lnTo>
                  <a:lnTo>
                    <a:pt x="6741719" y="1406263"/>
                  </a:lnTo>
                  <a:lnTo>
                    <a:pt x="6717221" y="1372527"/>
                  </a:lnTo>
                  <a:lnTo>
                    <a:pt x="6692073" y="1339086"/>
                  </a:lnTo>
                  <a:lnTo>
                    <a:pt x="6666280" y="1305945"/>
                  </a:lnTo>
                  <a:lnTo>
                    <a:pt x="6639850" y="1273108"/>
                  </a:lnTo>
                  <a:lnTo>
                    <a:pt x="6612788" y="1240579"/>
                  </a:lnTo>
                  <a:lnTo>
                    <a:pt x="6585100" y="1208364"/>
                  </a:lnTo>
                  <a:lnTo>
                    <a:pt x="6556793" y="1176467"/>
                  </a:lnTo>
                  <a:lnTo>
                    <a:pt x="6527873" y="1144892"/>
                  </a:lnTo>
                  <a:lnTo>
                    <a:pt x="6498345" y="1113644"/>
                  </a:lnTo>
                  <a:lnTo>
                    <a:pt x="6468217" y="1082727"/>
                  </a:lnTo>
                  <a:lnTo>
                    <a:pt x="6437493" y="1052146"/>
                  </a:lnTo>
                  <a:lnTo>
                    <a:pt x="6406181" y="1021905"/>
                  </a:lnTo>
                  <a:lnTo>
                    <a:pt x="6374287" y="992009"/>
                  </a:lnTo>
                  <a:lnTo>
                    <a:pt x="6341817" y="962463"/>
                  </a:lnTo>
                  <a:lnTo>
                    <a:pt x="6308776" y="933270"/>
                  </a:lnTo>
                  <a:lnTo>
                    <a:pt x="6275172" y="904436"/>
                  </a:lnTo>
                  <a:lnTo>
                    <a:pt x="6241010" y="875965"/>
                  </a:lnTo>
                  <a:lnTo>
                    <a:pt x="6206296" y="847861"/>
                  </a:lnTo>
                  <a:lnTo>
                    <a:pt x="6171037" y="820129"/>
                  </a:lnTo>
                  <a:lnTo>
                    <a:pt x="6135239" y="792774"/>
                  </a:lnTo>
                  <a:lnTo>
                    <a:pt x="6098908" y="765800"/>
                  </a:lnTo>
                  <a:lnTo>
                    <a:pt x="6062050" y="739211"/>
                  </a:lnTo>
                  <a:lnTo>
                    <a:pt x="6024671" y="713013"/>
                  </a:lnTo>
                  <a:lnTo>
                    <a:pt x="5986778" y="687209"/>
                  </a:lnTo>
                  <a:lnTo>
                    <a:pt x="5948377" y="661804"/>
                  </a:lnTo>
                  <a:lnTo>
                    <a:pt x="5909473" y="636803"/>
                  </a:lnTo>
                  <a:lnTo>
                    <a:pt x="5870074" y="612210"/>
                  </a:lnTo>
                  <a:lnTo>
                    <a:pt x="5830185" y="588029"/>
                  </a:lnTo>
                  <a:lnTo>
                    <a:pt x="5789812" y="564266"/>
                  </a:lnTo>
                  <a:lnTo>
                    <a:pt x="5748962" y="540925"/>
                  </a:lnTo>
                  <a:lnTo>
                    <a:pt x="5707640" y="518009"/>
                  </a:lnTo>
                  <a:lnTo>
                    <a:pt x="5665854" y="495525"/>
                  </a:lnTo>
                  <a:lnTo>
                    <a:pt x="5623608" y="473476"/>
                  </a:lnTo>
                  <a:lnTo>
                    <a:pt x="5580910" y="451866"/>
                  </a:lnTo>
                  <a:lnTo>
                    <a:pt x="5537765" y="430701"/>
                  </a:lnTo>
                  <a:lnTo>
                    <a:pt x="5494180" y="409985"/>
                  </a:lnTo>
                  <a:lnTo>
                    <a:pt x="5450161" y="389722"/>
                  </a:lnTo>
                  <a:lnTo>
                    <a:pt x="5405714" y="369917"/>
                  </a:lnTo>
                  <a:lnTo>
                    <a:pt x="5360845" y="350574"/>
                  </a:lnTo>
                  <a:lnTo>
                    <a:pt x="5315560" y="331698"/>
                  </a:lnTo>
                  <a:lnTo>
                    <a:pt x="5269866" y="313294"/>
                  </a:lnTo>
                  <a:lnTo>
                    <a:pt x="5223769" y="295365"/>
                  </a:lnTo>
                  <a:lnTo>
                    <a:pt x="5177274" y="277917"/>
                  </a:lnTo>
                  <a:lnTo>
                    <a:pt x="5130389" y="260954"/>
                  </a:lnTo>
                  <a:lnTo>
                    <a:pt x="5083118" y="244481"/>
                  </a:lnTo>
                  <a:lnTo>
                    <a:pt x="5035469" y="228501"/>
                  </a:lnTo>
                  <a:lnTo>
                    <a:pt x="4987448" y="213020"/>
                  </a:lnTo>
                  <a:lnTo>
                    <a:pt x="4939060" y="198042"/>
                  </a:lnTo>
                  <a:lnTo>
                    <a:pt x="4890313" y="183572"/>
                  </a:lnTo>
                  <a:lnTo>
                    <a:pt x="4841211" y="169614"/>
                  </a:lnTo>
                  <a:lnTo>
                    <a:pt x="4791762" y="156172"/>
                  </a:lnTo>
                  <a:lnTo>
                    <a:pt x="4741971" y="143252"/>
                  </a:lnTo>
                  <a:lnTo>
                    <a:pt x="4691845" y="130857"/>
                  </a:lnTo>
                  <a:lnTo>
                    <a:pt x="4641389" y="118992"/>
                  </a:lnTo>
                  <a:lnTo>
                    <a:pt x="4590611" y="107663"/>
                  </a:lnTo>
                  <a:lnTo>
                    <a:pt x="4539516" y="96872"/>
                  </a:lnTo>
                  <a:lnTo>
                    <a:pt x="4488110" y="86625"/>
                  </a:lnTo>
                  <a:lnTo>
                    <a:pt x="4436399" y="76926"/>
                  </a:lnTo>
                  <a:lnTo>
                    <a:pt x="4384391" y="67780"/>
                  </a:lnTo>
                  <a:lnTo>
                    <a:pt x="4332090" y="59192"/>
                  </a:lnTo>
                  <a:lnTo>
                    <a:pt x="4279503" y="51165"/>
                  </a:lnTo>
                  <a:lnTo>
                    <a:pt x="4226636" y="43705"/>
                  </a:lnTo>
                  <a:lnTo>
                    <a:pt x="4173496" y="36815"/>
                  </a:lnTo>
                  <a:lnTo>
                    <a:pt x="4120089" y="30501"/>
                  </a:lnTo>
                  <a:lnTo>
                    <a:pt x="4066420" y="24767"/>
                  </a:lnTo>
                  <a:lnTo>
                    <a:pt x="4012496" y="19617"/>
                  </a:lnTo>
                  <a:lnTo>
                    <a:pt x="3958323" y="15056"/>
                  </a:lnTo>
                  <a:lnTo>
                    <a:pt x="3903907" y="11089"/>
                  </a:lnTo>
                  <a:lnTo>
                    <a:pt x="3849255" y="7719"/>
                  </a:lnTo>
                  <a:lnTo>
                    <a:pt x="3794372" y="4952"/>
                  </a:lnTo>
                  <a:lnTo>
                    <a:pt x="3739266" y="2792"/>
                  </a:lnTo>
                  <a:lnTo>
                    <a:pt x="3683941" y="1244"/>
                  </a:lnTo>
                  <a:lnTo>
                    <a:pt x="3628404" y="311"/>
                  </a:lnTo>
                  <a:lnTo>
                    <a:pt x="3572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63551" y="679757"/>
              <a:ext cx="7148830" cy="5232400"/>
            </a:xfrm>
            <a:custGeom>
              <a:avLst/>
              <a:gdLst/>
              <a:ahLst/>
              <a:cxnLst/>
              <a:rect l="l" t="t" r="r" b="b"/>
              <a:pathLst>
                <a:path w="7148830" h="5232400">
                  <a:moveTo>
                    <a:pt x="0" y="2616136"/>
                  </a:moveTo>
                  <a:lnTo>
                    <a:pt x="426" y="2575318"/>
                  </a:lnTo>
                  <a:lnTo>
                    <a:pt x="1700" y="2534650"/>
                  </a:lnTo>
                  <a:lnTo>
                    <a:pt x="3817" y="2494137"/>
                  </a:lnTo>
                  <a:lnTo>
                    <a:pt x="6770" y="2453785"/>
                  </a:lnTo>
                  <a:lnTo>
                    <a:pt x="10552" y="2413596"/>
                  </a:lnTo>
                  <a:lnTo>
                    <a:pt x="15158" y="2373576"/>
                  </a:lnTo>
                  <a:lnTo>
                    <a:pt x="20582" y="2333729"/>
                  </a:lnTo>
                  <a:lnTo>
                    <a:pt x="26817" y="2294060"/>
                  </a:lnTo>
                  <a:lnTo>
                    <a:pt x="33856" y="2254573"/>
                  </a:lnTo>
                  <a:lnTo>
                    <a:pt x="41695" y="2215273"/>
                  </a:lnTo>
                  <a:lnTo>
                    <a:pt x="50327" y="2176165"/>
                  </a:lnTo>
                  <a:lnTo>
                    <a:pt x="59745" y="2137252"/>
                  </a:lnTo>
                  <a:lnTo>
                    <a:pt x="69943" y="2098539"/>
                  </a:lnTo>
                  <a:lnTo>
                    <a:pt x="80916" y="2060032"/>
                  </a:lnTo>
                  <a:lnTo>
                    <a:pt x="92656" y="2021733"/>
                  </a:lnTo>
                  <a:lnTo>
                    <a:pt x="105159" y="1983649"/>
                  </a:lnTo>
                  <a:lnTo>
                    <a:pt x="118417" y="1945783"/>
                  </a:lnTo>
                  <a:lnTo>
                    <a:pt x="132425" y="1908140"/>
                  </a:lnTo>
                  <a:lnTo>
                    <a:pt x="147176" y="1870725"/>
                  </a:lnTo>
                  <a:lnTo>
                    <a:pt x="162664" y="1833541"/>
                  </a:lnTo>
                  <a:lnTo>
                    <a:pt x="178882" y="1796595"/>
                  </a:lnTo>
                  <a:lnTo>
                    <a:pt x="195826" y="1759889"/>
                  </a:lnTo>
                  <a:lnTo>
                    <a:pt x="213488" y="1723429"/>
                  </a:lnTo>
                  <a:lnTo>
                    <a:pt x="231863" y="1687218"/>
                  </a:lnTo>
                  <a:lnTo>
                    <a:pt x="250944" y="1651263"/>
                  </a:lnTo>
                  <a:lnTo>
                    <a:pt x="270725" y="1615567"/>
                  </a:lnTo>
                  <a:lnTo>
                    <a:pt x="291200" y="1580134"/>
                  </a:lnTo>
                  <a:lnTo>
                    <a:pt x="312362" y="1544969"/>
                  </a:lnTo>
                  <a:lnTo>
                    <a:pt x="334206" y="1510078"/>
                  </a:lnTo>
                  <a:lnTo>
                    <a:pt x="356726" y="1475463"/>
                  </a:lnTo>
                  <a:lnTo>
                    <a:pt x="379914" y="1441130"/>
                  </a:lnTo>
                  <a:lnTo>
                    <a:pt x="403766" y="1407084"/>
                  </a:lnTo>
                  <a:lnTo>
                    <a:pt x="428274" y="1373328"/>
                  </a:lnTo>
                  <a:lnTo>
                    <a:pt x="453433" y="1339868"/>
                  </a:lnTo>
                  <a:lnTo>
                    <a:pt x="479236" y="1306707"/>
                  </a:lnTo>
                  <a:lnTo>
                    <a:pt x="505678" y="1273851"/>
                  </a:lnTo>
                  <a:lnTo>
                    <a:pt x="532752" y="1241304"/>
                  </a:lnTo>
                  <a:lnTo>
                    <a:pt x="560451" y="1209070"/>
                  </a:lnTo>
                  <a:lnTo>
                    <a:pt x="588771" y="1177154"/>
                  </a:lnTo>
                  <a:lnTo>
                    <a:pt x="617703" y="1145561"/>
                  </a:lnTo>
                  <a:lnTo>
                    <a:pt x="647244" y="1114294"/>
                  </a:lnTo>
                  <a:lnTo>
                    <a:pt x="677385" y="1083359"/>
                  </a:lnTo>
                  <a:lnTo>
                    <a:pt x="708122" y="1052760"/>
                  </a:lnTo>
                  <a:lnTo>
                    <a:pt x="739447" y="1022502"/>
                  </a:lnTo>
                  <a:lnTo>
                    <a:pt x="771355" y="992589"/>
                  </a:lnTo>
                  <a:lnTo>
                    <a:pt x="803839" y="963025"/>
                  </a:lnTo>
                  <a:lnTo>
                    <a:pt x="836894" y="933815"/>
                  </a:lnTo>
                  <a:lnTo>
                    <a:pt x="870513" y="904965"/>
                  </a:lnTo>
                  <a:lnTo>
                    <a:pt x="904690" y="876477"/>
                  </a:lnTo>
                  <a:lnTo>
                    <a:pt x="939418" y="848357"/>
                  </a:lnTo>
                  <a:lnTo>
                    <a:pt x="974692" y="820609"/>
                  </a:lnTo>
                  <a:lnTo>
                    <a:pt x="1010506" y="793238"/>
                  </a:lnTo>
                  <a:lnTo>
                    <a:pt x="1046853" y="766248"/>
                  </a:lnTo>
                  <a:lnTo>
                    <a:pt x="1083726" y="739644"/>
                  </a:lnTo>
                  <a:lnTo>
                    <a:pt x="1121121" y="713430"/>
                  </a:lnTo>
                  <a:lnTo>
                    <a:pt x="1159030" y="687611"/>
                  </a:lnTo>
                  <a:lnTo>
                    <a:pt x="1197448" y="662191"/>
                  </a:lnTo>
                  <a:lnTo>
                    <a:pt x="1236369" y="637175"/>
                  </a:lnTo>
                  <a:lnTo>
                    <a:pt x="1275785" y="612568"/>
                  </a:lnTo>
                  <a:lnTo>
                    <a:pt x="1315691" y="588373"/>
                  </a:lnTo>
                  <a:lnTo>
                    <a:pt x="1356081" y="564596"/>
                  </a:lnTo>
                  <a:lnTo>
                    <a:pt x="1396949" y="541241"/>
                  </a:lnTo>
                  <a:lnTo>
                    <a:pt x="1438288" y="518312"/>
                  </a:lnTo>
                  <a:lnTo>
                    <a:pt x="1480093" y="495815"/>
                  </a:lnTo>
                  <a:lnTo>
                    <a:pt x="1522356" y="473753"/>
                  </a:lnTo>
                  <a:lnTo>
                    <a:pt x="1565073" y="452130"/>
                  </a:lnTo>
                  <a:lnTo>
                    <a:pt x="1608236" y="430953"/>
                  </a:lnTo>
                  <a:lnTo>
                    <a:pt x="1651840" y="410224"/>
                  </a:lnTo>
                  <a:lnTo>
                    <a:pt x="1695878" y="389950"/>
                  </a:lnTo>
                  <a:lnTo>
                    <a:pt x="1740344" y="370133"/>
                  </a:lnTo>
                  <a:lnTo>
                    <a:pt x="1785233" y="350779"/>
                  </a:lnTo>
                  <a:lnTo>
                    <a:pt x="1830537" y="331892"/>
                  </a:lnTo>
                  <a:lnTo>
                    <a:pt x="1876251" y="313477"/>
                  </a:lnTo>
                  <a:lnTo>
                    <a:pt x="1922368" y="295538"/>
                  </a:lnTo>
                  <a:lnTo>
                    <a:pt x="1968883" y="278080"/>
                  </a:lnTo>
                  <a:lnTo>
                    <a:pt x="2015788" y="261107"/>
                  </a:lnTo>
                  <a:lnTo>
                    <a:pt x="2063079" y="244624"/>
                  </a:lnTo>
                  <a:lnTo>
                    <a:pt x="2110748" y="228635"/>
                  </a:lnTo>
                  <a:lnTo>
                    <a:pt x="2158790" y="213145"/>
                  </a:lnTo>
                  <a:lnTo>
                    <a:pt x="2207199" y="198158"/>
                  </a:lnTo>
                  <a:lnTo>
                    <a:pt x="2255967" y="183679"/>
                  </a:lnTo>
                  <a:lnTo>
                    <a:pt x="2305090" y="169713"/>
                  </a:lnTo>
                  <a:lnTo>
                    <a:pt x="2354561" y="156264"/>
                  </a:lnTo>
                  <a:lnTo>
                    <a:pt x="2404373" y="143336"/>
                  </a:lnTo>
                  <a:lnTo>
                    <a:pt x="2454521" y="130934"/>
                  </a:lnTo>
                  <a:lnTo>
                    <a:pt x="2504998" y="119062"/>
                  </a:lnTo>
                  <a:lnTo>
                    <a:pt x="2555798" y="107726"/>
                  </a:lnTo>
                  <a:lnTo>
                    <a:pt x="2606915" y="96929"/>
                  </a:lnTo>
                  <a:lnTo>
                    <a:pt x="2658343" y="86676"/>
                  </a:lnTo>
                  <a:lnTo>
                    <a:pt x="2710076" y="76971"/>
                  </a:lnTo>
                  <a:lnTo>
                    <a:pt x="2762107" y="67820"/>
                  </a:lnTo>
                  <a:lnTo>
                    <a:pt x="2814431" y="59227"/>
                  </a:lnTo>
                  <a:lnTo>
                    <a:pt x="2867040" y="51195"/>
                  </a:lnTo>
                  <a:lnTo>
                    <a:pt x="2919929" y="43730"/>
                  </a:lnTo>
                  <a:lnTo>
                    <a:pt x="2973093" y="36837"/>
                  </a:lnTo>
                  <a:lnTo>
                    <a:pt x="3026523" y="30519"/>
                  </a:lnTo>
                  <a:lnTo>
                    <a:pt x="3080215" y="24781"/>
                  </a:lnTo>
                  <a:lnTo>
                    <a:pt x="3134162" y="19628"/>
                  </a:lnTo>
                  <a:lnTo>
                    <a:pt x="3188359" y="15065"/>
                  </a:lnTo>
                  <a:lnTo>
                    <a:pt x="3242798" y="11095"/>
                  </a:lnTo>
                  <a:lnTo>
                    <a:pt x="3297474" y="7724"/>
                  </a:lnTo>
                  <a:lnTo>
                    <a:pt x="3352380" y="4955"/>
                  </a:lnTo>
                  <a:lnTo>
                    <a:pt x="3407510" y="2794"/>
                  </a:lnTo>
                  <a:lnTo>
                    <a:pt x="3462859" y="1244"/>
                  </a:lnTo>
                  <a:lnTo>
                    <a:pt x="3518420" y="311"/>
                  </a:lnTo>
                  <a:lnTo>
                    <a:pt x="3574186" y="0"/>
                  </a:lnTo>
                  <a:lnTo>
                    <a:pt x="3629952" y="311"/>
                  </a:lnTo>
                  <a:lnTo>
                    <a:pt x="3685512" y="1244"/>
                  </a:lnTo>
                  <a:lnTo>
                    <a:pt x="3740860" y="2794"/>
                  </a:lnTo>
                  <a:lnTo>
                    <a:pt x="3795991" y="4955"/>
                  </a:lnTo>
                  <a:lnTo>
                    <a:pt x="3850897" y="7724"/>
                  </a:lnTo>
                  <a:lnTo>
                    <a:pt x="3905572" y="11095"/>
                  </a:lnTo>
                  <a:lnTo>
                    <a:pt x="3960011" y="15065"/>
                  </a:lnTo>
                  <a:lnTo>
                    <a:pt x="4014207" y="19628"/>
                  </a:lnTo>
                  <a:lnTo>
                    <a:pt x="4068154" y="24781"/>
                  </a:lnTo>
                  <a:lnTo>
                    <a:pt x="4121845" y="30519"/>
                  </a:lnTo>
                  <a:lnTo>
                    <a:pt x="4175276" y="36837"/>
                  </a:lnTo>
                  <a:lnTo>
                    <a:pt x="4228439" y="43730"/>
                  </a:lnTo>
                  <a:lnTo>
                    <a:pt x="4281328" y="51195"/>
                  </a:lnTo>
                  <a:lnTo>
                    <a:pt x="4333937" y="59227"/>
                  </a:lnTo>
                  <a:lnTo>
                    <a:pt x="4386260" y="67820"/>
                  </a:lnTo>
                  <a:lnTo>
                    <a:pt x="4438291" y="76971"/>
                  </a:lnTo>
                  <a:lnTo>
                    <a:pt x="4490023" y="86676"/>
                  </a:lnTo>
                  <a:lnTo>
                    <a:pt x="4541451" y="96929"/>
                  </a:lnTo>
                  <a:lnTo>
                    <a:pt x="4592568" y="107726"/>
                  </a:lnTo>
                  <a:lnTo>
                    <a:pt x="4643368" y="119062"/>
                  </a:lnTo>
                  <a:lnTo>
                    <a:pt x="4693845" y="130934"/>
                  </a:lnTo>
                  <a:lnTo>
                    <a:pt x="4743992" y="143336"/>
                  </a:lnTo>
                  <a:lnTo>
                    <a:pt x="4793805" y="156264"/>
                  </a:lnTo>
                  <a:lnTo>
                    <a:pt x="4843275" y="169713"/>
                  </a:lnTo>
                  <a:lnTo>
                    <a:pt x="4892397" y="183679"/>
                  </a:lnTo>
                  <a:lnTo>
                    <a:pt x="4941166" y="198158"/>
                  </a:lnTo>
                  <a:lnTo>
                    <a:pt x="4989574" y="213145"/>
                  </a:lnTo>
                  <a:lnTo>
                    <a:pt x="5037616" y="228635"/>
                  </a:lnTo>
                  <a:lnTo>
                    <a:pt x="5085285" y="244624"/>
                  </a:lnTo>
                  <a:lnTo>
                    <a:pt x="5132576" y="261107"/>
                  </a:lnTo>
                  <a:lnTo>
                    <a:pt x="5179481" y="278080"/>
                  </a:lnTo>
                  <a:lnTo>
                    <a:pt x="5225996" y="295538"/>
                  </a:lnTo>
                  <a:lnTo>
                    <a:pt x="5272113" y="313477"/>
                  </a:lnTo>
                  <a:lnTo>
                    <a:pt x="5317826" y="331892"/>
                  </a:lnTo>
                  <a:lnTo>
                    <a:pt x="5363130" y="350779"/>
                  </a:lnTo>
                  <a:lnTo>
                    <a:pt x="5408018" y="370133"/>
                  </a:lnTo>
                  <a:lnTo>
                    <a:pt x="5452485" y="389950"/>
                  </a:lnTo>
                  <a:lnTo>
                    <a:pt x="5496523" y="410224"/>
                  </a:lnTo>
                  <a:lnTo>
                    <a:pt x="5540126" y="430953"/>
                  </a:lnTo>
                  <a:lnTo>
                    <a:pt x="5583289" y="452130"/>
                  </a:lnTo>
                  <a:lnTo>
                    <a:pt x="5626006" y="473753"/>
                  </a:lnTo>
                  <a:lnTo>
                    <a:pt x="5668269" y="495815"/>
                  </a:lnTo>
                  <a:lnTo>
                    <a:pt x="5710073" y="518312"/>
                  </a:lnTo>
                  <a:lnTo>
                    <a:pt x="5751412" y="541241"/>
                  </a:lnTo>
                  <a:lnTo>
                    <a:pt x="5792280" y="564596"/>
                  </a:lnTo>
                  <a:lnTo>
                    <a:pt x="5832670" y="588373"/>
                  </a:lnTo>
                  <a:lnTo>
                    <a:pt x="5872576" y="612568"/>
                  </a:lnTo>
                  <a:lnTo>
                    <a:pt x="5911993" y="637175"/>
                  </a:lnTo>
                  <a:lnTo>
                    <a:pt x="5950913" y="662191"/>
                  </a:lnTo>
                  <a:lnTo>
                    <a:pt x="5989331" y="687611"/>
                  </a:lnTo>
                  <a:lnTo>
                    <a:pt x="6027240" y="713430"/>
                  </a:lnTo>
                  <a:lnTo>
                    <a:pt x="6064634" y="739644"/>
                  </a:lnTo>
                  <a:lnTo>
                    <a:pt x="6101508" y="766248"/>
                  </a:lnTo>
                  <a:lnTo>
                    <a:pt x="6137855" y="793238"/>
                  </a:lnTo>
                  <a:lnTo>
                    <a:pt x="6173668" y="820609"/>
                  </a:lnTo>
                  <a:lnTo>
                    <a:pt x="6208942" y="848357"/>
                  </a:lnTo>
                  <a:lnTo>
                    <a:pt x="6243671" y="876477"/>
                  </a:lnTo>
                  <a:lnTo>
                    <a:pt x="6277847" y="904965"/>
                  </a:lnTo>
                  <a:lnTo>
                    <a:pt x="6311466" y="933815"/>
                  </a:lnTo>
                  <a:lnTo>
                    <a:pt x="6344521" y="963025"/>
                  </a:lnTo>
                  <a:lnTo>
                    <a:pt x="6377005" y="992589"/>
                  </a:lnTo>
                  <a:lnTo>
                    <a:pt x="6408913" y="1022502"/>
                  </a:lnTo>
                  <a:lnTo>
                    <a:pt x="6440238" y="1052760"/>
                  </a:lnTo>
                  <a:lnTo>
                    <a:pt x="6470975" y="1083359"/>
                  </a:lnTo>
                  <a:lnTo>
                    <a:pt x="6501116" y="1114294"/>
                  </a:lnTo>
                  <a:lnTo>
                    <a:pt x="6530656" y="1145561"/>
                  </a:lnTo>
                  <a:lnTo>
                    <a:pt x="6559589" y="1177154"/>
                  </a:lnTo>
                  <a:lnTo>
                    <a:pt x="6587908" y="1209070"/>
                  </a:lnTo>
                  <a:lnTo>
                    <a:pt x="6615608" y="1241304"/>
                  </a:lnTo>
                  <a:lnTo>
                    <a:pt x="6642682" y="1273851"/>
                  </a:lnTo>
                  <a:lnTo>
                    <a:pt x="6669123" y="1306707"/>
                  </a:lnTo>
                  <a:lnTo>
                    <a:pt x="6694927" y="1339868"/>
                  </a:lnTo>
                  <a:lnTo>
                    <a:pt x="6720085" y="1373328"/>
                  </a:lnTo>
                  <a:lnTo>
                    <a:pt x="6744594" y="1407084"/>
                  </a:lnTo>
                  <a:lnTo>
                    <a:pt x="6768445" y="1441130"/>
                  </a:lnTo>
                  <a:lnTo>
                    <a:pt x="6791634" y="1475463"/>
                  </a:lnTo>
                  <a:lnTo>
                    <a:pt x="6814153" y="1510078"/>
                  </a:lnTo>
                  <a:lnTo>
                    <a:pt x="6835997" y="1544969"/>
                  </a:lnTo>
                  <a:lnTo>
                    <a:pt x="6857159" y="1580134"/>
                  </a:lnTo>
                  <a:lnTo>
                    <a:pt x="6877634" y="1615567"/>
                  </a:lnTo>
                  <a:lnTo>
                    <a:pt x="6897415" y="1651263"/>
                  </a:lnTo>
                  <a:lnTo>
                    <a:pt x="6916496" y="1687218"/>
                  </a:lnTo>
                  <a:lnTo>
                    <a:pt x="6934871" y="1723429"/>
                  </a:lnTo>
                  <a:lnTo>
                    <a:pt x="6952533" y="1759889"/>
                  </a:lnTo>
                  <a:lnTo>
                    <a:pt x="6969477" y="1796595"/>
                  </a:lnTo>
                  <a:lnTo>
                    <a:pt x="6985696" y="1833541"/>
                  </a:lnTo>
                  <a:lnTo>
                    <a:pt x="7001184" y="1870725"/>
                  </a:lnTo>
                  <a:lnTo>
                    <a:pt x="7015935" y="1908140"/>
                  </a:lnTo>
                  <a:lnTo>
                    <a:pt x="7029942" y="1945783"/>
                  </a:lnTo>
                  <a:lnTo>
                    <a:pt x="7043200" y="1983649"/>
                  </a:lnTo>
                  <a:lnTo>
                    <a:pt x="7055703" y="2021733"/>
                  </a:lnTo>
                  <a:lnTo>
                    <a:pt x="7067443" y="2060032"/>
                  </a:lnTo>
                  <a:lnTo>
                    <a:pt x="7078416" y="2098539"/>
                  </a:lnTo>
                  <a:lnTo>
                    <a:pt x="7088614" y="2137252"/>
                  </a:lnTo>
                  <a:lnTo>
                    <a:pt x="7098032" y="2176165"/>
                  </a:lnTo>
                  <a:lnTo>
                    <a:pt x="7106664" y="2215273"/>
                  </a:lnTo>
                  <a:lnTo>
                    <a:pt x="7114503" y="2254573"/>
                  </a:lnTo>
                  <a:lnTo>
                    <a:pt x="7121543" y="2294060"/>
                  </a:lnTo>
                  <a:lnTo>
                    <a:pt x="7127777" y="2333729"/>
                  </a:lnTo>
                  <a:lnTo>
                    <a:pt x="7133201" y="2373576"/>
                  </a:lnTo>
                  <a:lnTo>
                    <a:pt x="7137807" y="2413596"/>
                  </a:lnTo>
                  <a:lnTo>
                    <a:pt x="7141589" y="2453785"/>
                  </a:lnTo>
                  <a:lnTo>
                    <a:pt x="7144542" y="2494137"/>
                  </a:lnTo>
                  <a:lnTo>
                    <a:pt x="7146659" y="2534650"/>
                  </a:lnTo>
                  <a:lnTo>
                    <a:pt x="7147933" y="2575318"/>
                  </a:lnTo>
                  <a:lnTo>
                    <a:pt x="7148360" y="2616136"/>
                  </a:lnTo>
                  <a:lnTo>
                    <a:pt x="7147933" y="2656954"/>
                  </a:lnTo>
                  <a:lnTo>
                    <a:pt x="7146659" y="2697622"/>
                  </a:lnTo>
                  <a:lnTo>
                    <a:pt x="7144542" y="2738135"/>
                  </a:lnTo>
                  <a:lnTo>
                    <a:pt x="7141589" y="2778487"/>
                  </a:lnTo>
                  <a:lnTo>
                    <a:pt x="7137807" y="2818676"/>
                  </a:lnTo>
                  <a:lnTo>
                    <a:pt x="7133201" y="2858696"/>
                  </a:lnTo>
                  <a:lnTo>
                    <a:pt x="7127777" y="2898543"/>
                  </a:lnTo>
                  <a:lnTo>
                    <a:pt x="7121543" y="2938212"/>
                  </a:lnTo>
                  <a:lnTo>
                    <a:pt x="7114503" y="2977699"/>
                  </a:lnTo>
                  <a:lnTo>
                    <a:pt x="7106664" y="3016999"/>
                  </a:lnTo>
                  <a:lnTo>
                    <a:pt x="7098032" y="3056107"/>
                  </a:lnTo>
                  <a:lnTo>
                    <a:pt x="7088614" y="3095020"/>
                  </a:lnTo>
                  <a:lnTo>
                    <a:pt x="7078416" y="3133733"/>
                  </a:lnTo>
                  <a:lnTo>
                    <a:pt x="7067443" y="3172240"/>
                  </a:lnTo>
                  <a:lnTo>
                    <a:pt x="7055703" y="3210539"/>
                  </a:lnTo>
                  <a:lnTo>
                    <a:pt x="7043200" y="3248623"/>
                  </a:lnTo>
                  <a:lnTo>
                    <a:pt x="7029942" y="3286489"/>
                  </a:lnTo>
                  <a:lnTo>
                    <a:pt x="7015935" y="3324132"/>
                  </a:lnTo>
                  <a:lnTo>
                    <a:pt x="7001184" y="3361547"/>
                  </a:lnTo>
                  <a:lnTo>
                    <a:pt x="6985696" y="3398731"/>
                  </a:lnTo>
                  <a:lnTo>
                    <a:pt x="6969477" y="3435677"/>
                  </a:lnTo>
                  <a:lnTo>
                    <a:pt x="6952533" y="3472383"/>
                  </a:lnTo>
                  <a:lnTo>
                    <a:pt x="6934871" y="3508843"/>
                  </a:lnTo>
                  <a:lnTo>
                    <a:pt x="6916496" y="3545054"/>
                  </a:lnTo>
                  <a:lnTo>
                    <a:pt x="6897415" y="3581009"/>
                  </a:lnTo>
                  <a:lnTo>
                    <a:pt x="6877634" y="3616705"/>
                  </a:lnTo>
                  <a:lnTo>
                    <a:pt x="6857159" y="3652138"/>
                  </a:lnTo>
                  <a:lnTo>
                    <a:pt x="6835997" y="3687303"/>
                  </a:lnTo>
                  <a:lnTo>
                    <a:pt x="6814153" y="3722194"/>
                  </a:lnTo>
                  <a:lnTo>
                    <a:pt x="6791634" y="3756809"/>
                  </a:lnTo>
                  <a:lnTo>
                    <a:pt x="6768445" y="3791142"/>
                  </a:lnTo>
                  <a:lnTo>
                    <a:pt x="6744594" y="3825188"/>
                  </a:lnTo>
                  <a:lnTo>
                    <a:pt x="6720085" y="3858944"/>
                  </a:lnTo>
                  <a:lnTo>
                    <a:pt x="6694927" y="3892404"/>
                  </a:lnTo>
                  <a:lnTo>
                    <a:pt x="6669123" y="3925565"/>
                  </a:lnTo>
                  <a:lnTo>
                    <a:pt x="6642682" y="3958421"/>
                  </a:lnTo>
                  <a:lnTo>
                    <a:pt x="6615608" y="3990968"/>
                  </a:lnTo>
                  <a:lnTo>
                    <a:pt x="6587908" y="4023202"/>
                  </a:lnTo>
                  <a:lnTo>
                    <a:pt x="6559589" y="4055118"/>
                  </a:lnTo>
                  <a:lnTo>
                    <a:pt x="6530656" y="4086711"/>
                  </a:lnTo>
                  <a:lnTo>
                    <a:pt x="6501116" y="4117978"/>
                  </a:lnTo>
                  <a:lnTo>
                    <a:pt x="6470975" y="4148913"/>
                  </a:lnTo>
                  <a:lnTo>
                    <a:pt x="6440238" y="4179512"/>
                  </a:lnTo>
                  <a:lnTo>
                    <a:pt x="6408913" y="4209770"/>
                  </a:lnTo>
                  <a:lnTo>
                    <a:pt x="6377005" y="4239683"/>
                  </a:lnTo>
                  <a:lnTo>
                    <a:pt x="6344521" y="4269247"/>
                  </a:lnTo>
                  <a:lnTo>
                    <a:pt x="6311466" y="4298457"/>
                  </a:lnTo>
                  <a:lnTo>
                    <a:pt x="6277847" y="4327307"/>
                  </a:lnTo>
                  <a:lnTo>
                    <a:pt x="6243671" y="4355795"/>
                  </a:lnTo>
                  <a:lnTo>
                    <a:pt x="6208942" y="4383915"/>
                  </a:lnTo>
                  <a:lnTo>
                    <a:pt x="6173668" y="4411663"/>
                  </a:lnTo>
                  <a:lnTo>
                    <a:pt x="6137855" y="4439034"/>
                  </a:lnTo>
                  <a:lnTo>
                    <a:pt x="6101508" y="4466024"/>
                  </a:lnTo>
                  <a:lnTo>
                    <a:pt x="6064634" y="4492628"/>
                  </a:lnTo>
                  <a:lnTo>
                    <a:pt x="6027240" y="4518842"/>
                  </a:lnTo>
                  <a:lnTo>
                    <a:pt x="5989331" y="4544661"/>
                  </a:lnTo>
                  <a:lnTo>
                    <a:pt x="5950913" y="4570081"/>
                  </a:lnTo>
                  <a:lnTo>
                    <a:pt x="5911993" y="4595097"/>
                  </a:lnTo>
                  <a:lnTo>
                    <a:pt x="5872576" y="4619704"/>
                  </a:lnTo>
                  <a:lnTo>
                    <a:pt x="5832670" y="4643899"/>
                  </a:lnTo>
                  <a:lnTo>
                    <a:pt x="5792280" y="4667676"/>
                  </a:lnTo>
                  <a:lnTo>
                    <a:pt x="5751412" y="4691031"/>
                  </a:lnTo>
                  <a:lnTo>
                    <a:pt x="5710073" y="4713960"/>
                  </a:lnTo>
                  <a:lnTo>
                    <a:pt x="5668269" y="4736457"/>
                  </a:lnTo>
                  <a:lnTo>
                    <a:pt x="5626006" y="4758519"/>
                  </a:lnTo>
                  <a:lnTo>
                    <a:pt x="5583289" y="4780142"/>
                  </a:lnTo>
                  <a:lnTo>
                    <a:pt x="5540126" y="4801319"/>
                  </a:lnTo>
                  <a:lnTo>
                    <a:pt x="5496523" y="4822048"/>
                  </a:lnTo>
                  <a:lnTo>
                    <a:pt x="5452485" y="4842322"/>
                  </a:lnTo>
                  <a:lnTo>
                    <a:pt x="5408018" y="4862139"/>
                  </a:lnTo>
                  <a:lnTo>
                    <a:pt x="5363130" y="4881493"/>
                  </a:lnTo>
                  <a:lnTo>
                    <a:pt x="5317826" y="4900380"/>
                  </a:lnTo>
                  <a:lnTo>
                    <a:pt x="5272113" y="4918795"/>
                  </a:lnTo>
                  <a:lnTo>
                    <a:pt x="5225996" y="4936734"/>
                  </a:lnTo>
                  <a:lnTo>
                    <a:pt x="5179481" y="4954192"/>
                  </a:lnTo>
                  <a:lnTo>
                    <a:pt x="5132576" y="4971165"/>
                  </a:lnTo>
                  <a:lnTo>
                    <a:pt x="5085285" y="4987648"/>
                  </a:lnTo>
                  <a:lnTo>
                    <a:pt x="5037616" y="5003637"/>
                  </a:lnTo>
                  <a:lnTo>
                    <a:pt x="4989574" y="5019127"/>
                  </a:lnTo>
                  <a:lnTo>
                    <a:pt x="4941166" y="5034114"/>
                  </a:lnTo>
                  <a:lnTo>
                    <a:pt x="4892397" y="5048593"/>
                  </a:lnTo>
                  <a:lnTo>
                    <a:pt x="4843275" y="5062559"/>
                  </a:lnTo>
                  <a:lnTo>
                    <a:pt x="4793805" y="5076008"/>
                  </a:lnTo>
                  <a:lnTo>
                    <a:pt x="4743992" y="5088936"/>
                  </a:lnTo>
                  <a:lnTo>
                    <a:pt x="4693845" y="5101338"/>
                  </a:lnTo>
                  <a:lnTo>
                    <a:pt x="4643368" y="5113210"/>
                  </a:lnTo>
                  <a:lnTo>
                    <a:pt x="4592568" y="5124546"/>
                  </a:lnTo>
                  <a:lnTo>
                    <a:pt x="4541451" y="5135343"/>
                  </a:lnTo>
                  <a:lnTo>
                    <a:pt x="4490023" y="5145596"/>
                  </a:lnTo>
                  <a:lnTo>
                    <a:pt x="4438291" y="5155301"/>
                  </a:lnTo>
                  <a:lnTo>
                    <a:pt x="4386260" y="5164452"/>
                  </a:lnTo>
                  <a:lnTo>
                    <a:pt x="4333937" y="5173045"/>
                  </a:lnTo>
                  <a:lnTo>
                    <a:pt x="4281328" y="5181077"/>
                  </a:lnTo>
                  <a:lnTo>
                    <a:pt x="4228439" y="5188542"/>
                  </a:lnTo>
                  <a:lnTo>
                    <a:pt x="4175276" y="5195435"/>
                  </a:lnTo>
                  <a:lnTo>
                    <a:pt x="4121845" y="5201753"/>
                  </a:lnTo>
                  <a:lnTo>
                    <a:pt x="4068154" y="5207491"/>
                  </a:lnTo>
                  <a:lnTo>
                    <a:pt x="4014207" y="5212644"/>
                  </a:lnTo>
                  <a:lnTo>
                    <a:pt x="3960011" y="5217207"/>
                  </a:lnTo>
                  <a:lnTo>
                    <a:pt x="3905572" y="5221177"/>
                  </a:lnTo>
                  <a:lnTo>
                    <a:pt x="3850897" y="5224548"/>
                  </a:lnTo>
                  <a:lnTo>
                    <a:pt x="3795991" y="5227317"/>
                  </a:lnTo>
                  <a:lnTo>
                    <a:pt x="3740860" y="5229478"/>
                  </a:lnTo>
                  <a:lnTo>
                    <a:pt x="3685512" y="5231028"/>
                  </a:lnTo>
                  <a:lnTo>
                    <a:pt x="3629952" y="5231961"/>
                  </a:lnTo>
                  <a:lnTo>
                    <a:pt x="3574186" y="5232273"/>
                  </a:lnTo>
                  <a:lnTo>
                    <a:pt x="3518420" y="5231961"/>
                  </a:lnTo>
                  <a:lnTo>
                    <a:pt x="3462859" y="5231028"/>
                  </a:lnTo>
                  <a:lnTo>
                    <a:pt x="3407510" y="5229478"/>
                  </a:lnTo>
                  <a:lnTo>
                    <a:pt x="3352380" y="5227317"/>
                  </a:lnTo>
                  <a:lnTo>
                    <a:pt x="3297474" y="5224548"/>
                  </a:lnTo>
                  <a:lnTo>
                    <a:pt x="3242798" y="5221177"/>
                  </a:lnTo>
                  <a:lnTo>
                    <a:pt x="3188359" y="5217207"/>
                  </a:lnTo>
                  <a:lnTo>
                    <a:pt x="3134162" y="5212644"/>
                  </a:lnTo>
                  <a:lnTo>
                    <a:pt x="3080215" y="5207491"/>
                  </a:lnTo>
                  <a:lnTo>
                    <a:pt x="3026523" y="5201753"/>
                  </a:lnTo>
                  <a:lnTo>
                    <a:pt x="2973093" y="5195435"/>
                  </a:lnTo>
                  <a:lnTo>
                    <a:pt x="2919929" y="5188542"/>
                  </a:lnTo>
                  <a:lnTo>
                    <a:pt x="2867040" y="5181077"/>
                  </a:lnTo>
                  <a:lnTo>
                    <a:pt x="2814431" y="5173045"/>
                  </a:lnTo>
                  <a:lnTo>
                    <a:pt x="2762107" y="5164452"/>
                  </a:lnTo>
                  <a:lnTo>
                    <a:pt x="2710076" y="5155301"/>
                  </a:lnTo>
                  <a:lnTo>
                    <a:pt x="2658343" y="5145596"/>
                  </a:lnTo>
                  <a:lnTo>
                    <a:pt x="2606915" y="5135343"/>
                  </a:lnTo>
                  <a:lnTo>
                    <a:pt x="2555798" y="5124546"/>
                  </a:lnTo>
                  <a:lnTo>
                    <a:pt x="2504998" y="5113210"/>
                  </a:lnTo>
                  <a:lnTo>
                    <a:pt x="2454521" y="5101338"/>
                  </a:lnTo>
                  <a:lnTo>
                    <a:pt x="2404373" y="5088936"/>
                  </a:lnTo>
                  <a:lnTo>
                    <a:pt x="2354561" y="5076008"/>
                  </a:lnTo>
                  <a:lnTo>
                    <a:pt x="2305090" y="5062559"/>
                  </a:lnTo>
                  <a:lnTo>
                    <a:pt x="2255967" y="5048593"/>
                  </a:lnTo>
                  <a:lnTo>
                    <a:pt x="2207199" y="5034114"/>
                  </a:lnTo>
                  <a:lnTo>
                    <a:pt x="2158790" y="5019127"/>
                  </a:lnTo>
                  <a:lnTo>
                    <a:pt x="2110748" y="5003637"/>
                  </a:lnTo>
                  <a:lnTo>
                    <a:pt x="2063079" y="4987648"/>
                  </a:lnTo>
                  <a:lnTo>
                    <a:pt x="2015788" y="4971165"/>
                  </a:lnTo>
                  <a:lnTo>
                    <a:pt x="1968883" y="4954192"/>
                  </a:lnTo>
                  <a:lnTo>
                    <a:pt x="1922368" y="4936734"/>
                  </a:lnTo>
                  <a:lnTo>
                    <a:pt x="1876251" y="4918795"/>
                  </a:lnTo>
                  <a:lnTo>
                    <a:pt x="1830537" y="4900380"/>
                  </a:lnTo>
                  <a:lnTo>
                    <a:pt x="1785233" y="4881493"/>
                  </a:lnTo>
                  <a:lnTo>
                    <a:pt x="1740344" y="4862139"/>
                  </a:lnTo>
                  <a:lnTo>
                    <a:pt x="1695878" y="4842322"/>
                  </a:lnTo>
                  <a:lnTo>
                    <a:pt x="1651840" y="4822048"/>
                  </a:lnTo>
                  <a:lnTo>
                    <a:pt x="1608236" y="4801319"/>
                  </a:lnTo>
                  <a:lnTo>
                    <a:pt x="1565073" y="4780142"/>
                  </a:lnTo>
                  <a:lnTo>
                    <a:pt x="1522356" y="4758519"/>
                  </a:lnTo>
                  <a:lnTo>
                    <a:pt x="1480093" y="4736457"/>
                  </a:lnTo>
                  <a:lnTo>
                    <a:pt x="1438288" y="4713960"/>
                  </a:lnTo>
                  <a:lnTo>
                    <a:pt x="1396949" y="4691031"/>
                  </a:lnTo>
                  <a:lnTo>
                    <a:pt x="1356081" y="4667676"/>
                  </a:lnTo>
                  <a:lnTo>
                    <a:pt x="1315691" y="4643899"/>
                  </a:lnTo>
                  <a:lnTo>
                    <a:pt x="1275785" y="4619704"/>
                  </a:lnTo>
                  <a:lnTo>
                    <a:pt x="1236369" y="4595097"/>
                  </a:lnTo>
                  <a:lnTo>
                    <a:pt x="1197448" y="4570081"/>
                  </a:lnTo>
                  <a:lnTo>
                    <a:pt x="1159030" y="4544661"/>
                  </a:lnTo>
                  <a:lnTo>
                    <a:pt x="1121121" y="4518842"/>
                  </a:lnTo>
                  <a:lnTo>
                    <a:pt x="1083726" y="4492628"/>
                  </a:lnTo>
                  <a:lnTo>
                    <a:pt x="1046853" y="4466024"/>
                  </a:lnTo>
                  <a:lnTo>
                    <a:pt x="1010506" y="4439034"/>
                  </a:lnTo>
                  <a:lnTo>
                    <a:pt x="974692" y="4411663"/>
                  </a:lnTo>
                  <a:lnTo>
                    <a:pt x="939418" y="4383915"/>
                  </a:lnTo>
                  <a:lnTo>
                    <a:pt x="904690" y="4355795"/>
                  </a:lnTo>
                  <a:lnTo>
                    <a:pt x="870513" y="4327307"/>
                  </a:lnTo>
                  <a:lnTo>
                    <a:pt x="836894" y="4298457"/>
                  </a:lnTo>
                  <a:lnTo>
                    <a:pt x="803839" y="4269247"/>
                  </a:lnTo>
                  <a:lnTo>
                    <a:pt x="771355" y="4239683"/>
                  </a:lnTo>
                  <a:lnTo>
                    <a:pt x="739447" y="4209770"/>
                  </a:lnTo>
                  <a:lnTo>
                    <a:pt x="708122" y="4179512"/>
                  </a:lnTo>
                  <a:lnTo>
                    <a:pt x="677385" y="4148913"/>
                  </a:lnTo>
                  <a:lnTo>
                    <a:pt x="647244" y="4117978"/>
                  </a:lnTo>
                  <a:lnTo>
                    <a:pt x="617703" y="4086711"/>
                  </a:lnTo>
                  <a:lnTo>
                    <a:pt x="588771" y="4055118"/>
                  </a:lnTo>
                  <a:lnTo>
                    <a:pt x="560451" y="4023202"/>
                  </a:lnTo>
                  <a:lnTo>
                    <a:pt x="532752" y="3990968"/>
                  </a:lnTo>
                  <a:lnTo>
                    <a:pt x="505678" y="3958421"/>
                  </a:lnTo>
                  <a:lnTo>
                    <a:pt x="479236" y="3925565"/>
                  </a:lnTo>
                  <a:lnTo>
                    <a:pt x="453433" y="3892404"/>
                  </a:lnTo>
                  <a:lnTo>
                    <a:pt x="428274" y="3858944"/>
                  </a:lnTo>
                  <a:lnTo>
                    <a:pt x="403766" y="3825188"/>
                  </a:lnTo>
                  <a:lnTo>
                    <a:pt x="379914" y="3791142"/>
                  </a:lnTo>
                  <a:lnTo>
                    <a:pt x="356726" y="3756809"/>
                  </a:lnTo>
                  <a:lnTo>
                    <a:pt x="334206" y="3722194"/>
                  </a:lnTo>
                  <a:lnTo>
                    <a:pt x="312362" y="3687303"/>
                  </a:lnTo>
                  <a:lnTo>
                    <a:pt x="291200" y="3652138"/>
                  </a:lnTo>
                  <a:lnTo>
                    <a:pt x="270725" y="3616705"/>
                  </a:lnTo>
                  <a:lnTo>
                    <a:pt x="250944" y="3581009"/>
                  </a:lnTo>
                  <a:lnTo>
                    <a:pt x="231863" y="3545054"/>
                  </a:lnTo>
                  <a:lnTo>
                    <a:pt x="213488" y="3508843"/>
                  </a:lnTo>
                  <a:lnTo>
                    <a:pt x="195826" y="3472383"/>
                  </a:lnTo>
                  <a:lnTo>
                    <a:pt x="178882" y="3435677"/>
                  </a:lnTo>
                  <a:lnTo>
                    <a:pt x="162664" y="3398731"/>
                  </a:lnTo>
                  <a:lnTo>
                    <a:pt x="147176" y="3361547"/>
                  </a:lnTo>
                  <a:lnTo>
                    <a:pt x="132425" y="3324132"/>
                  </a:lnTo>
                  <a:lnTo>
                    <a:pt x="118417" y="3286489"/>
                  </a:lnTo>
                  <a:lnTo>
                    <a:pt x="105159" y="3248623"/>
                  </a:lnTo>
                  <a:lnTo>
                    <a:pt x="92656" y="3210539"/>
                  </a:lnTo>
                  <a:lnTo>
                    <a:pt x="80916" y="3172240"/>
                  </a:lnTo>
                  <a:lnTo>
                    <a:pt x="69943" y="3133733"/>
                  </a:lnTo>
                  <a:lnTo>
                    <a:pt x="59745" y="3095020"/>
                  </a:lnTo>
                  <a:lnTo>
                    <a:pt x="50327" y="3056107"/>
                  </a:lnTo>
                  <a:lnTo>
                    <a:pt x="41695" y="3016999"/>
                  </a:lnTo>
                  <a:lnTo>
                    <a:pt x="33856" y="2977699"/>
                  </a:lnTo>
                  <a:lnTo>
                    <a:pt x="26817" y="2938212"/>
                  </a:lnTo>
                  <a:lnTo>
                    <a:pt x="20582" y="2898543"/>
                  </a:lnTo>
                  <a:lnTo>
                    <a:pt x="15158" y="2858696"/>
                  </a:lnTo>
                  <a:lnTo>
                    <a:pt x="10552" y="2818676"/>
                  </a:lnTo>
                  <a:lnTo>
                    <a:pt x="6770" y="2778487"/>
                  </a:lnTo>
                  <a:lnTo>
                    <a:pt x="3817" y="2738135"/>
                  </a:lnTo>
                  <a:lnTo>
                    <a:pt x="1700" y="2697622"/>
                  </a:lnTo>
                  <a:lnTo>
                    <a:pt x="426" y="2656954"/>
                  </a:lnTo>
                  <a:lnTo>
                    <a:pt x="0" y="2616136"/>
                  </a:lnTo>
                  <a:close/>
                </a:path>
              </a:pathLst>
            </a:custGeom>
            <a:ln w="25400">
              <a:solidFill>
                <a:srgbClr val="6691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5552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006637" y="1784628"/>
            <a:ext cx="6430645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987550" marR="5080" indent="-1975485">
              <a:lnSpc>
                <a:spcPts val="3890"/>
              </a:lnSpc>
              <a:spcBef>
                <a:spcPts val="585"/>
              </a:spcBef>
              <a:tabLst>
                <a:tab pos="1826260" algn="l"/>
                <a:tab pos="3939540" algn="l"/>
              </a:tabLst>
            </a:pPr>
            <a:r>
              <a:rPr dirty="0" sz="3600" b="1">
                <a:latin typeface="Impact"/>
                <a:cs typeface="Impact"/>
              </a:rPr>
              <a:t>F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u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t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u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r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spc="-50" b="1">
                <a:latin typeface="Impact"/>
                <a:cs typeface="Impact"/>
              </a:rPr>
              <a:t>e</a:t>
            </a:r>
            <a:r>
              <a:rPr dirty="0" sz="3600" b="1">
                <a:latin typeface="Impact"/>
                <a:cs typeface="Impact"/>
              </a:rPr>
              <a:t>	V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e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h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i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c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l</a:t>
            </a:r>
            <a:r>
              <a:rPr dirty="0" sz="3600" spc="-55" b="1">
                <a:latin typeface="Impact"/>
                <a:cs typeface="Impact"/>
              </a:rPr>
              <a:t> </a:t>
            </a:r>
            <a:r>
              <a:rPr dirty="0" sz="3600" spc="-50" b="1">
                <a:latin typeface="Impact"/>
                <a:cs typeface="Impact"/>
              </a:rPr>
              <a:t>e</a:t>
            </a:r>
            <a:r>
              <a:rPr dirty="0" sz="3600" b="1">
                <a:latin typeface="Impact"/>
                <a:cs typeface="Impact"/>
              </a:rPr>
              <a:t>	E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d</a:t>
            </a:r>
            <a:r>
              <a:rPr dirty="0" sz="3600" spc="-3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u</a:t>
            </a:r>
            <a:r>
              <a:rPr dirty="0" sz="3600" spc="-3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c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a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t</a:t>
            </a:r>
            <a:r>
              <a:rPr dirty="0" sz="3600" spc="-5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i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o</a:t>
            </a:r>
            <a:r>
              <a:rPr dirty="0" sz="3600" spc="-60" b="1">
                <a:latin typeface="Impact"/>
                <a:cs typeface="Impact"/>
              </a:rPr>
              <a:t> </a:t>
            </a:r>
            <a:r>
              <a:rPr dirty="0" sz="3600" spc="-50" b="1">
                <a:latin typeface="Impact"/>
                <a:cs typeface="Impact"/>
              </a:rPr>
              <a:t>n </a:t>
            </a:r>
            <a:r>
              <a:rPr dirty="0" sz="3600" b="1">
                <a:latin typeface="Impact"/>
                <a:cs typeface="Impact"/>
              </a:rPr>
              <a:t>W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o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r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k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s</a:t>
            </a:r>
            <a:r>
              <a:rPr dirty="0" sz="3600" spc="-40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h</a:t>
            </a:r>
            <a:r>
              <a:rPr dirty="0" sz="3600" spc="-45" b="1">
                <a:latin typeface="Impact"/>
                <a:cs typeface="Impact"/>
              </a:rPr>
              <a:t> </a:t>
            </a:r>
            <a:r>
              <a:rPr dirty="0" sz="3600" b="1">
                <a:latin typeface="Impact"/>
                <a:cs typeface="Impact"/>
              </a:rPr>
              <a:t>o</a:t>
            </a:r>
            <a:r>
              <a:rPr dirty="0" sz="3600" spc="-55" b="1">
                <a:latin typeface="Impact"/>
                <a:cs typeface="Impact"/>
              </a:rPr>
              <a:t> </a:t>
            </a:r>
            <a:r>
              <a:rPr dirty="0" sz="3600" spc="-50" b="1">
                <a:latin typeface="Impact"/>
                <a:cs typeface="Impact"/>
              </a:rPr>
              <a:t>p</a:t>
            </a:r>
            <a:endParaRPr sz="3600">
              <a:latin typeface="Impact"/>
              <a:cs typeface="Impac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785" y="4699131"/>
            <a:ext cx="784926" cy="7849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34078" y="3180664"/>
            <a:ext cx="3615690" cy="1294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95500" algn="l"/>
              </a:tabLst>
            </a:pPr>
            <a:r>
              <a:rPr dirty="0" sz="2800" spc="240" b="1">
                <a:solidFill>
                  <a:srgbClr val="555248"/>
                </a:solidFill>
                <a:latin typeface="맑은 고딕"/>
                <a:cs typeface="맑은 고딕"/>
              </a:rPr>
              <a:t>Subject:</a:t>
            </a:r>
            <a:r>
              <a:rPr dirty="0" sz="2800" b="1">
                <a:solidFill>
                  <a:srgbClr val="555248"/>
                </a:solidFill>
                <a:latin typeface="맑은 고딕"/>
                <a:cs typeface="맑은 고딕"/>
              </a:rPr>
              <a:t>	</a:t>
            </a:r>
            <a:r>
              <a:rPr dirty="0" sz="2800" spc="229">
                <a:solidFill>
                  <a:srgbClr val="555248"/>
                </a:solidFill>
                <a:latin typeface="맑은 고딕"/>
                <a:cs typeface="맑은 고딕"/>
              </a:rPr>
              <a:t>Arduino</a:t>
            </a:r>
            <a:endParaRPr sz="2800">
              <a:latin typeface="맑은 고딕"/>
              <a:cs typeface="맑은 고딕"/>
            </a:endParaRPr>
          </a:p>
          <a:p>
            <a:pPr marL="460375">
              <a:lnSpc>
                <a:spcPct val="100000"/>
              </a:lnSpc>
              <a:spcBef>
                <a:spcPts val="3750"/>
              </a:spcBef>
            </a:pPr>
            <a:r>
              <a:rPr dirty="0" sz="2400" b="1" i="1">
                <a:latin typeface="Arial"/>
                <a:cs typeface="Arial"/>
              </a:rPr>
              <a:t>Automation</a:t>
            </a:r>
            <a:r>
              <a:rPr dirty="0" sz="2400" spc="-75" b="1" i="1">
                <a:latin typeface="Arial"/>
                <a:cs typeface="Arial"/>
              </a:rPr>
              <a:t> </a:t>
            </a:r>
            <a:r>
              <a:rPr dirty="0" sz="2400" spc="-20" b="1" i="1">
                <a:latin typeface="Arial"/>
                <a:cs typeface="Arial"/>
              </a:rPr>
              <a:t>L</a:t>
            </a:r>
            <a:r>
              <a:rPr dirty="0" sz="2000" spc="-20" b="1" i="1">
                <a:latin typeface="Arial"/>
                <a:cs typeface="Arial"/>
              </a:rPr>
              <a:t>ab.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8DC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393" y="6483475"/>
            <a:ext cx="1186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200" spc="-60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200" spc="-25" b="1" i="1">
                <a:solidFill>
                  <a:srgbClr val="404040"/>
                </a:solidFill>
                <a:latin typeface="Arial"/>
                <a:cs typeface="Arial"/>
              </a:rPr>
              <a:t>Lab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90" y="6396583"/>
            <a:ext cx="488226" cy="36616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63984" y="6527748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585858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25949" y="2434339"/>
            <a:ext cx="5031740" cy="3978275"/>
            <a:chOff x="4725949" y="2434339"/>
            <a:chExt cx="5031740" cy="3978275"/>
          </a:xfrm>
        </p:grpSpPr>
        <p:sp>
          <p:nvSpPr>
            <p:cNvPr id="8" name="object 8"/>
            <p:cNvSpPr/>
            <p:nvPr/>
          </p:nvSpPr>
          <p:spPr>
            <a:xfrm>
              <a:off x="4745000" y="6023609"/>
              <a:ext cx="1292860" cy="369570"/>
            </a:xfrm>
            <a:custGeom>
              <a:avLst/>
              <a:gdLst/>
              <a:ahLst/>
              <a:cxnLst/>
              <a:rect l="l" t="t" r="r" b="b"/>
              <a:pathLst>
                <a:path w="1292860" h="369570">
                  <a:moveTo>
                    <a:pt x="1292301" y="0"/>
                  </a:moveTo>
                  <a:lnTo>
                    <a:pt x="1286108" y="58371"/>
                  </a:lnTo>
                  <a:lnTo>
                    <a:pt x="1268865" y="109065"/>
                  </a:lnTo>
                  <a:lnTo>
                    <a:pt x="1242572" y="149040"/>
                  </a:lnTo>
                  <a:lnTo>
                    <a:pt x="1209229" y="175256"/>
                  </a:lnTo>
                  <a:lnTo>
                    <a:pt x="1170838" y="184670"/>
                  </a:lnTo>
                  <a:lnTo>
                    <a:pt x="791679" y="184670"/>
                  </a:lnTo>
                  <a:lnTo>
                    <a:pt x="753288" y="194084"/>
                  </a:lnTo>
                  <a:lnTo>
                    <a:pt x="719945" y="220299"/>
                  </a:lnTo>
                  <a:lnTo>
                    <a:pt x="693652" y="260273"/>
                  </a:lnTo>
                  <a:lnTo>
                    <a:pt x="676409" y="310963"/>
                  </a:lnTo>
                  <a:lnTo>
                    <a:pt x="670217" y="369328"/>
                  </a:lnTo>
                  <a:lnTo>
                    <a:pt x="664024" y="310963"/>
                  </a:lnTo>
                  <a:lnTo>
                    <a:pt x="646780" y="260273"/>
                  </a:lnTo>
                  <a:lnTo>
                    <a:pt x="620485" y="220299"/>
                  </a:lnTo>
                  <a:lnTo>
                    <a:pt x="587139" y="194084"/>
                  </a:lnTo>
                  <a:lnTo>
                    <a:pt x="548741" y="184670"/>
                  </a:lnTo>
                  <a:lnTo>
                    <a:pt x="121462" y="184670"/>
                  </a:lnTo>
                  <a:lnTo>
                    <a:pt x="83071" y="175256"/>
                  </a:lnTo>
                  <a:lnTo>
                    <a:pt x="49728" y="149040"/>
                  </a:lnTo>
                  <a:lnTo>
                    <a:pt x="23435" y="109065"/>
                  </a:lnTo>
                  <a:lnTo>
                    <a:pt x="6192" y="58371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11302" y="6005290"/>
              <a:ext cx="2819400" cy="369570"/>
            </a:xfrm>
            <a:custGeom>
              <a:avLst/>
              <a:gdLst/>
              <a:ahLst/>
              <a:cxnLst/>
              <a:rect l="l" t="t" r="r" b="b"/>
              <a:pathLst>
                <a:path w="2819400" h="369570">
                  <a:moveTo>
                    <a:pt x="2819400" y="0"/>
                  </a:moveTo>
                  <a:lnTo>
                    <a:pt x="2813207" y="58371"/>
                  </a:lnTo>
                  <a:lnTo>
                    <a:pt x="2795964" y="109065"/>
                  </a:lnTo>
                  <a:lnTo>
                    <a:pt x="2769671" y="149040"/>
                  </a:lnTo>
                  <a:lnTo>
                    <a:pt x="2736328" y="175256"/>
                  </a:lnTo>
                  <a:lnTo>
                    <a:pt x="2697937" y="184670"/>
                  </a:lnTo>
                  <a:lnTo>
                    <a:pt x="1583664" y="184670"/>
                  </a:lnTo>
                  <a:lnTo>
                    <a:pt x="1545273" y="194084"/>
                  </a:lnTo>
                  <a:lnTo>
                    <a:pt x="1511930" y="220299"/>
                  </a:lnTo>
                  <a:lnTo>
                    <a:pt x="1485637" y="260273"/>
                  </a:lnTo>
                  <a:lnTo>
                    <a:pt x="1468394" y="310963"/>
                  </a:lnTo>
                  <a:lnTo>
                    <a:pt x="1462201" y="369328"/>
                  </a:lnTo>
                  <a:lnTo>
                    <a:pt x="1456009" y="310963"/>
                  </a:lnTo>
                  <a:lnTo>
                    <a:pt x="1438765" y="260273"/>
                  </a:lnTo>
                  <a:lnTo>
                    <a:pt x="1412470" y="220299"/>
                  </a:lnTo>
                  <a:lnTo>
                    <a:pt x="1379123" y="194084"/>
                  </a:lnTo>
                  <a:lnTo>
                    <a:pt x="1340726" y="184670"/>
                  </a:lnTo>
                  <a:lnTo>
                    <a:pt x="121462" y="184670"/>
                  </a:lnTo>
                  <a:lnTo>
                    <a:pt x="83071" y="175256"/>
                  </a:lnTo>
                  <a:lnTo>
                    <a:pt x="49728" y="149040"/>
                  </a:lnTo>
                  <a:lnTo>
                    <a:pt x="23435" y="109065"/>
                  </a:lnTo>
                  <a:lnTo>
                    <a:pt x="6192" y="58371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368949" y="2822719"/>
              <a:ext cx="369570" cy="2921000"/>
            </a:xfrm>
            <a:custGeom>
              <a:avLst/>
              <a:gdLst/>
              <a:ahLst/>
              <a:cxnLst/>
              <a:rect l="l" t="t" r="r" b="b"/>
              <a:pathLst>
                <a:path w="369570" h="2921000">
                  <a:moveTo>
                    <a:pt x="0" y="0"/>
                  </a:moveTo>
                  <a:lnTo>
                    <a:pt x="58371" y="6192"/>
                  </a:lnTo>
                  <a:lnTo>
                    <a:pt x="109065" y="23435"/>
                  </a:lnTo>
                  <a:lnTo>
                    <a:pt x="149040" y="49728"/>
                  </a:lnTo>
                  <a:lnTo>
                    <a:pt x="175256" y="83071"/>
                  </a:lnTo>
                  <a:lnTo>
                    <a:pt x="184670" y="121462"/>
                  </a:lnTo>
                  <a:lnTo>
                    <a:pt x="184670" y="1284579"/>
                  </a:lnTo>
                  <a:lnTo>
                    <a:pt x="194085" y="1322975"/>
                  </a:lnTo>
                  <a:lnTo>
                    <a:pt x="220300" y="1356319"/>
                  </a:lnTo>
                  <a:lnTo>
                    <a:pt x="260276" y="1382610"/>
                  </a:lnTo>
                  <a:lnTo>
                    <a:pt x="310970" y="1399851"/>
                  </a:lnTo>
                  <a:lnTo>
                    <a:pt x="369341" y="1406042"/>
                  </a:lnTo>
                  <a:lnTo>
                    <a:pt x="310970" y="1412234"/>
                  </a:lnTo>
                  <a:lnTo>
                    <a:pt x="260276" y="1429478"/>
                  </a:lnTo>
                  <a:lnTo>
                    <a:pt x="220300" y="1455773"/>
                  </a:lnTo>
                  <a:lnTo>
                    <a:pt x="194085" y="1489120"/>
                  </a:lnTo>
                  <a:lnTo>
                    <a:pt x="184670" y="1527517"/>
                  </a:lnTo>
                  <a:lnTo>
                    <a:pt x="184670" y="2799410"/>
                  </a:lnTo>
                  <a:lnTo>
                    <a:pt x="175256" y="2837801"/>
                  </a:lnTo>
                  <a:lnTo>
                    <a:pt x="149040" y="2871144"/>
                  </a:lnTo>
                  <a:lnTo>
                    <a:pt x="109065" y="2897437"/>
                  </a:lnTo>
                  <a:lnTo>
                    <a:pt x="58371" y="2914680"/>
                  </a:lnTo>
                  <a:lnTo>
                    <a:pt x="0" y="29208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44999" y="2453389"/>
              <a:ext cx="2349500" cy="369570"/>
            </a:xfrm>
            <a:custGeom>
              <a:avLst/>
              <a:gdLst/>
              <a:ahLst/>
              <a:cxnLst/>
              <a:rect l="l" t="t" r="r" b="b"/>
              <a:pathLst>
                <a:path w="2349500" h="369569">
                  <a:moveTo>
                    <a:pt x="0" y="369328"/>
                  </a:moveTo>
                  <a:lnTo>
                    <a:pt x="6192" y="310957"/>
                  </a:lnTo>
                  <a:lnTo>
                    <a:pt x="23435" y="260263"/>
                  </a:lnTo>
                  <a:lnTo>
                    <a:pt x="49728" y="220287"/>
                  </a:lnTo>
                  <a:lnTo>
                    <a:pt x="83071" y="194072"/>
                  </a:lnTo>
                  <a:lnTo>
                    <a:pt x="121462" y="184658"/>
                  </a:lnTo>
                  <a:lnTo>
                    <a:pt x="1009332" y="184658"/>
                  </a:lnTo>
                  <a:lnTo>
                    <a:pt x="1047723" y="175243"/>
                  </a:lnTo>
                  <a:lnTo>
                    <a:pt x="1081066" y="149028"/>
                  </a:lnTo>
                  <a:lnTo>
                    <a:pt x="1107359" y="109055"/>
                  </a:lnTo>
                  <a:lnTo>
                    <a:pt x="1124602" y="58365"/>
                  </a:lnTo>
                  <a:lnTo>
                    <a:pt x="1130795" y="0"/>
                  </a:lnTo>
                  <a:lnTo>
                    <a:pt x="1136987" y="58365"/>
                  </a:lnTo>
                  <a:lnTo>
                    <a:pt x="1154230" y="109055"/>
                  </a:lnTo>
                  <a:lnTo>
                    <a:pt x="1180524" y="149028"/>
                  </a:lnTo>
                  <a:lnTo>
                    <a:pt x="1213866" y="175243"/>
                  </a:lnTo>
                  <a:lnTo>
                    <a:pt x="1252258" y="184658"/>
                  </a:lnTo>
                  <a:lnTo>
                    <a:pt x="2227605" y="184658"/>
                  </a:lnTo>
                  <a:lnTo>
                    <a:pt x="2265996" y="194072"/>
                  </a:lnTo>
                  <a:lnTo>
                    <a:pt x="2299339" y="220287"/>
                  </a:lnTo>
                  <a:lnTo>
                    <a:pt x="2325632" y="260263"/>
                  </a:lnTo>
                  <a:lnTo>
                    <a:pt x="2342875" y="310957"/>
                  </a:lnTo>
                  <a:lnTo>
                    <a:pt x="2349068" y="36932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270731" y="2535481"/>
              <a:ext cx="1299845" cy="261620"/>
            </a:xfrm>
            <a:custGeom>
              <a:avLst/>
              <a:gdLst/>
              <a:ahLst/>
              <a:cxnLst/>
              <a:rect l="l" t="t" r="r" b="b"/>
              <a:pathLst>
                <a:path w="1299845" h="261619">
                  <a:moveTo>
                    <a:pt x="0" y="261238"/>
                  </a:moveTo>
                  <a:lnTo>
                    <a:pt x="6752" y="210397"/>
                  </a:lnTo>
                  <a:lnTo>
                    <a:pt x="25165" y="168878"/>
                  </a:lnTo>
                  <a:lnTo>
                    <a:pt x="52474" y="140884"/>
                  </a:lnTo>
                  <a:lnTo>
                    <a:pt x="85915" y="130619"/>
                  </a:lnTo>
                  <a:lnTo>
                    <a:pt x="539635" y="130619"/>
                  </a:lnTo>
                  <a:lnTo>
                    <a:pt x="573082" y="120354"/>
                  </a:lnTo>
                  <a:lnTo>
                    <a:pt x="600390" y="92360"/>
                  </a:lnTo>
                  <a:lnTo>
                    <a:pt x="618800" y="50841"/>
                  </a:lnTo>
                  <a:lnTo>
                    <a:pt x="625551" y="0"/>
                  </a:lnTo>
                  <a:lnTo>
                    <a:pt x="632303" y="50841"/>
                  </a:lnTo>
                  <a:lnTo>
                    <a:pt x="650716" y="92360"/>
                  </a:lnTo>
                  <a:lnTo>
                    <a:pt x="678025" y="120354"/>
                  </a:lnTo>
                  <a:lnTo>
                    <a:pt x="711466" y="130619"/>
                  </a:lnTo>
                  <a:lnTo>
                    <a:pt x="1213586" y="130619"/>
                  </a:lnTo>
                  <a:lnTo>
                    <a:pt x="1247027" y="140884"/>
                  </a:lnTo>
                  <a:lnTo>
                    <a:pt x="1274337" y="168878"/>
                  </a:lnTo>
                  <a:lnTo>
                    <a:pt x="1292750" y="210397"/>
                  </a:lnTo>
                  <a:lnTo>
                    <a:pt x="1299502" y="26123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80957" y="1255107"/>
            <a:ext cx="8964930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2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49250" algn="l"/>
              </a:tabLst>
            </a:pPr>
            <a:r>
              <a:rPr dirty="0" sz="3000" b="1">
                <a:latin typeface="Trebuchet MS"/>
                <a:cs typeface="Trebuchet MS"/>
              </a:rPr>
              <a:t>Arduino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mega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2560</a:t>
            </a:r>
            <a:endParaRPr sz="3000">
              <a:latin typeface="Trebuchet MS"/>
              <a:cs typeface="Trebuchet MS"/>
            </a:endParaRPr>
          </a:p>
          <a:p>
            <a:pPr marL="349885">
              <a:lnSpc>
                <a:spcPct val="100000"/>
              </a:lnSpc>
              <a:spcBef>
                <a:spcPts val="2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Ultra-</a:t>
            </a:r>
            <a:r>
              <a:rPr dirty="0" sz="2200">
                <a:latin typeface="맑은 고딕"/>
                <a:cs typeface="맑은 고딕"/>
              </a:rPr>
              <a:t>compact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computer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multiple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devices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sensors</a:t>
            </a:r>
            <a:endParaRPr sz="2200">
              <a:latin typeface="맑은 고딕"/>
              <a:cs typeface="맑은 고딕"/>
            </a:endParaRPr>
          </a:p>
          <a:p>
            <a:pPr marL="3561079">
              <a:lnSpc>
                <a:spcPct val="100000"/>
              </a:lnSpc>
              <a:spcBef>
                <a:spcPts val="1025"/>
              </a:spcBef>
            </a:pPr>
            <a:r>
              <a:rPr dirty="0" sz="1800" b="1">
                <a:latin typeface="맑은 고딕"/>
                <a:cs typeface="맑은 고딕"/>
              </a:rPr>
              <a:t>Digital</a:t>
            </a:r>
            <a:r>
              <a:rPr dirty="0" sz="1800" spc="-70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I/O</a:t>
            </a:r>
            <a:r>
              <a:rPr dirty="0" sz="1800" spc="-5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Pins</a:t>
            </a:r>
            <a:r>
              <a:rPr dirty="0" sz="1800" spc="-20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(PWM)</a:t>
            </a:r>
            <a:r>
              <a:rPr dirty="0" sz="1800" spc="-265" b="1">
                <a:latin typeface="맑은 고딕"/>
                <a:cs typeface="맑은 고딕"/>
              </a:rPr>
              <a:t> </a:t>
            </a:r>
            <a:r>
              <a:rPr dirty="0" baseline="-21604" sz="2700" b="1">
                <a:latin typeface="맑은 고딕"/>
                <a:cs typeface="맑은 고딕"/>
              </a:rPr>
              <a:t>Communication</a:t>
            </a:r>
            <a:r>
              <a:rPr dirty="0" baseline="-21604" sz="2700" spc="-60" b="1">
                <a:latin typeface="맑은 고딕"/>
                <a:cs typeface="맑은 고딕"/>
              </a:rPr>
              <a:t> </a:t>
            </a:r>
            <a:r>
              <a:rPr dirty="0" baseline="-21604" sz="2700" spc="-37" b="1">
                <a:latin typeface="맑은 고딕"/>
                <a:cs typeface="맑은 고딕"/>
              </a:rPr>
              <a:t>Pin</a:t>
            </a:r>
            <a:endParaRPr baseline="-21604" sz="2700">
              <a:latin typeface="맑은 고딕"/>
              <a:cs typeface="맑은 고딕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7275" y="6480572"/>
            <a:ext cx="1120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Power</a:t>
            </a:r>
            <a:r>
              <a:rPr dirty="0" sz="1800" spc="-105" b="1">
                <a:latin typeface="맑은 고딕"/>
                <a:cs typeface="맑은 고딕"/>
              </a:rPr>
              <a:t> </a:t>
            </a:r>
            <a:r>
              <a:rPr dirty="0" sz="1800" spc="-25" b="1">
                <a:latin typeface="맑은 고딕"/>
                <a:cs typeface="맑은 고딕"/>
              </a:rPr>
              <a:t>Pin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8292" y="6421390"/>
            <a:ext cx="1987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Analog</a:t>
            </a:r>
            <a:r>
              <a:rPr dirty="0" sz="1800" spc="-3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Input</a:t>
            </a:r>
            <a:r>
              <a:rPr dirty="0" sz="1800" spc="-20" b="1">
                <a:latin typeface="맑은 고딕"/>
                <a:cs typeface="맑은 고딕"/>
              </a:rPr>
              <a:t> Pins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37697" y="4091320"/>
            <a:ext cx="16979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Digital</a:t>
            </a:r>
            <a:r>
              <a:rPr dirty="0" sz="1800" spc="-30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I/O</a:t>
            </a:r>
            <a:r>
              <a:rPr dirty="0" sz="1800" spc="-40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Pins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965" y="3335521"/>
            <a:ext cx="11461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맑은 고딕"/>
                <a:cs typeface="맑은 고딕"/>
              </a:rPr>
              <a:t>USB</a:t>
            </a:r>
            <a:endParaRPr sz="1800">
              <a:latin typeface="맑은 고딕"/>
              <a:cs typeface="맑은 고딕"/>
            </a:endParaRPr>
          </a:p>
          <a:p>
            <a:pPr algn="ctr">
              <a:lnSpc>
                <a:spcPct val="100000"/>
              </a:lnSpc>
            </a:pPr>
            <a:r>
              <a:rPr dirty="0" sz="1800" spc="-10" b="1">
                <a:latin typeface="맑은 고딕"/>
                <a:cs typeface="맑은 고딕"/>
              </a:rPr>
              <a:t>Connector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50645" y="2822718"/>
            <a:ext cx="7290434" cy="3219450"/>
            <a:chOff x="2150645" y="2822718"/>
            <a:chExt cx="7290434" cy="3219450"/>
          </a:xfrm>
        </p:grpSpPr>
        <p:pic>
          <p:nvPicPr>
            <p:cNvPr id="19" name="object 19" descr="텍스트, 전자기기, 회로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4701" y="2822718"/>
              <a:ext cx="6876199" cy="32189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93525" y="3491669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685215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50645" y="3405938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71450" y="0"/>
                  </a:moveTo>
                  <a:lnTo>
                    <a:pt x="0" y="85737"/>
                  </a:lnTo>
                  <a:lnTo>
                    <a:pt x="171462" y="1714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93657" y="1001394"/>
            <a:ext cx="10655935" cy="4979670"/>
          </a:xfrm>
          <a:prstGeom prst="rect">
            <a:avLst/>
          </a:prstGeom>
        </p:spPr>
        <p:txBody>
          <a:bodyPr wrap="square" lIns="0" tIns="26606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209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Trebuchet MS"/>
                <a:cs typeface="Trebuchet MS"/>
              </a:rPr>
              <a:t>Arduino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mega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Pin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lvl="1" marL="485775" indent="-325120">
              <a:lnSpc>
                <a:spcPct val="100000"/>
              </a:lnSpc>
              <a:spcBef>
                <a:spcPts val="1460"/>
              </a:spcBef>
              <a:buClr>
                <a:srgbClr val="555248"/>
              </a:buClr>
              <a:buFont typeface=""/>
              <a:buChar char="-"/>
              <a:tabLst>
                <a:tab pos="485775" algn="l"/>
              </a:tabLst>
            </a:pPr>
            <a:r>
              <a:rPr dirty="0" sz="2200" b="1">
                <a:latin typeface="맑은 고딕"/>
                <a:cs typeface="맑은 고딕"/>
              </a:rPr>
              <a:t>Power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Pins: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Pins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used</a:t>
            </a:r>
            <a:r>
              <a:rPr dirty="0" sz="2200" spc="-6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to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power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devices</a:t>
            </a:r>
            <a:r>
              <a:rPr dirty="0" sz="2200" spc="-6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connected</a:t>
            </a:r>
            <a:r>
              <a:rPr dirty="0" sz="2200" spc="-2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to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Arduinos</a:t>
            </a:r>
            <a:endParaRPr sz="2200">
              <a:latin typeface="맑은 고딕"/>
              <a:cs typeface="맑은 고딕"/>
            </a:endParaRPr>
          </a:p>
          <a:p>
            <a:pPr lvl="2" marL="808355" indent="-287655">
              <a:lnSpc>
                <a:spcPct val="100000"/>
              </a:lnSpc>
              <a:spcBef>
                <a:spcPts val="405"/>
              </a:spcBef>
              <a:buClr>
                <a:srgbClr val="555248"/>
              </a:buClr>
              <a:buFont typeface=""/>
              <a:buChar char="-"/>
              <a:tabLst>
                <a:tab pos="808355" algn="l"/>
              </a:tabLst>
            </a:pPr>
            <a:r>
              <a:rPr dirty="0" sz="1700" b="1">
                <a:latin typeface="맑은 고딕"/>
                <a:cs typeface="맑은 고딕"/>
              </a:rPr>
              <a:t>(+)</a:t>
            </a:r>
            <a:r>
              <a:rPr dirty="0" sz="1700" spc="-40" b="1">
                <a:latin typeface="맑은 고딕"/>
                <a:cs typeface="맑은 고딕"/>
              </a:rPr>
              <a:t> </a:t>
            </a:r>
            <a:r>
              <a:rPr dirty="0" sz="1700" b="1">
                <a:latin typeface="맑은 고딕"/>
                <a:cs typeface="맑은 고딕"/>
              </a:rPr>
              <a:t>Power:</a:t>
            </a:r>
            <a:r>
              <a:rPr dirty="0" sz="1700" spc="-25" b="1">
                <a:latin typeface="맑은 고딕"/>
                <a:cs typeface="맑은 고딕"/>
              </a:rPr>
              <a:t> </a:t>
            </a:r>
            <a:r>
              <a:rPr dirty="0" sz="1700" b="1">
                <a:latin typeface="맑은 고딕"/>
                <a:cs typeface="맑은 고딕"/>
              </a:rPr>
              <a:t>5V</a:t>
            </a:r>
            <a:r>
              <a:rPr dirty="0" sz="1700" spc="-40" b="1">
                <a:latin typeface="맑은 고딕"/>
                <a:cs typeface="맑은 고딕"/>
              </a:rPr>
              <a:t> </a:t>
            </a:r>
            <a:r>
              <a:rPr dirty="0" sz="1700" b="1">
                <a:latin typeface="맑은 고딕"/>
                <a:cs typeface="맑은 고딕"/>
              </a:rPr>
              <a:t>or</a:t>
            </a:r>
            <a:r>
              <a:rPr dirty="0" sz="1700" spc="-40" b="1">
                <a:latin typeface="맑은 고딕"/>
                <a:cs typeface="맑은 고딕"/>
              </a:rPr>
              <a:t> </a:t>
            </a:r>
            <a:r>
              <a:rPr dirty="0" sz="1700" spc="-20" b="1">
                <a:latin typeface="맑은 고딕"/>
                <a:cs typeface="맑은 고딕"/>
              </a:rPr>
              <a:t>3.3V,</a:t>
            </a:r>
            <a:r>
              <a:rPr dirty="0" sz="1700" spc="-25" b="1">
                <a:latin typeface="맑은 고딕"/>
                <a:cs typeface="맑은 고딕"/>
              </a:rPr>
              <a:t> VIN</a:t>
            </a:r>
            <a:endParaRPr sz="1700">
              <a:latin typeface="맑은 고딕"/>
              <a:cs typeface="맑은 고딕"/>
            </a:endParaRPr>
          </a:p>
          <a:p>
            <a:pPr lvl="2" marL="808355" indent="-287655">
              <a:lnSpc>
                <a:spcPct val="100000"/>
              </a:lnSpc>
              <a:spcBef>
                <a:spcPts val="395"/>
              </a:spcBef>
              <a:buClr>
                <a:srgbClr val="555248"/>
              </a:buClr>
              <a:buFont typeface=""/>
              <a:buChar char="-"/>
              <a:tabLst>
                <a:tab pos="808355" algn="l"/>
              </a:tabLst>
            </a:pPr>
            <a:r>
              <a:rPr dirty="0" sz="1700" spc="-10" b="1">
                <a:latin typeface="맑은 고딕"/>
                <a:cs typeface="맑은 고딕"/>
              </a:rPr>
              <a:t>(-</a:t>
            </a:r>
            <a:r>
              <a:rPr dirty="0" sz="1700" b="1">
                <a:latin typeface="맑은 고딕"/>
                <a:cs typeface="맑은 고딕"/>
              </a:rPr>
              <a:t>)</a:t>
            </a:r>
            <a:r>
              <a:rPr dirty="0" sz="1700" spc="-35" b="1">
                <a:latin typeface="맑은 고딕"/>
                <a:cs typeface="맑은 고딕"/>
              </a:rPr>
              <a:t> </a:t>
            </a:r>
            <a:r>
              <a:rPr dirty="0" sz="1700" b="1">
                <a:latin typeface="맑은 고딕"/>
                <a:cs typeface="맑은 고딕"/>
              </a:rPr>
              <a:t>Power:</a:t>
            </a:r>
            <a:r>
              <a:rPr dirty="0" sz="1700" spc="-10" b="1">
                <a:latin typeface="맑은 고딕"/>
                <a:cs typeface="맑은 고딕"/>
              </a:rPr>
              <a:t> </a:t>
            </a:r>
            <a:r>
              <a:rPr dirty="0" sz="1700" spc="-25" b="1">
                <a:latin typeface="맑은 고딕"/>
                <a:cs typeface="맑은 고딕"/>
              </a:rPr>
              <a:t>GND</a:t>
            </a:r>
            <a:endParaRPr sz="1700">
              <a:latin typeface="맑은 고딕"/>
              <a:cs typeface="맑은 고딕"/>
            </a:endParaRPr>
          </a:p>
          <a:p>
            <a:pPr lvl="1" marL="485775" indent="-325120">
              <a:lnSpc>
                <a:spcPct val="100000"/>
              </a:lnSpc>
              <a:spcBef>
                <a:spcPts val="2765"/>
              </a:spcBef>
              <a:buClr>
                <a:srgbClr val="555248"/>
              </a:buClr>
              <a:buFont typeface=""/>
              <a:buChar char="-"/>
              <a:tabLst>
                <a:tab pos="485775" algn="l"/>
              </a:tabLst>
            </a:pPr>
            <a:r>
              <a:rPr dirty="0" sz="2200" b="1">
                <a:latin typeface="맑은 고딕"/>
                <a:cs typeface="맑은 고딕"/>
              </a:rPr>
              <a:t>Digital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I/O</a:t>
            </a:r>
            <a:r>
              <a:rPr dirty="0" sz="2200" spc="-4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Pins: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Pins</a:t>
            </a:r>
            <a:r>
              <a:rPr dirty="0" sz="2200" spc="-3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that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read</a:t>
            </a:r>
            <a:r>
              <a:rPr dirty="0" sz="2200" spc="-3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or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send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digital</a:t>
            </a:r>
            <a:r>
              <a:rPr dirty="0" sz="2200" spc="-4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signals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of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0(LOW)</a:t>
            </a:r>
            <a:r>
              <a:rPr dirty="0" sz="2200" spc="-4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or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1(HIGH)</a:t>
            </a:r>
            <a:endParaRPr sz="2200">
              <a:latin typeface="맑은 고딕"/>
              <a:cs typeface="맑은 고딕"/>
            </a:endParaRPr>
          </a:p>
          <a:p>
            <a:pPr lvl="1" marL="485775" marR="1057910" indent="-325120">
              <a:lnSpc>
                <a:spcPts val="2380"/>
              </a:lnSpc>
              <a:spcBef>
                <a:spcPts val="3604"/>
              </a:spcBef>
              <a:buClr>
                <a:srgbClr val="555248"/>
              </a:buClr>
              <a:buFont typeface=""/>
              <a:buChar char="-"/>
              <a:tabLst>
                <a:tab pos="485775" algn="l"/>
              </a:tabLst>
            </a:pPr>
            <a:r>
              <a:rPr dirty="0" sz="2200" b="1">
                <a:latin typeface="맑은 고딕"/>
                <a:cs typeface="맑은 고딕"/>
              </a:rPr>
              <a:t>Analog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input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pin: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that</a:t>
            </a:r>
            <a:r>
              <a:rPr dirty="0" sz="2200" spc="-3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reads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analog</a:t>
            </a:r>
            <a:r>
              <a:rPr dirty="0" sz="2200" spc="-2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signal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with</a:t>
            </a:r>
            <a:r>
              <a:rPr dirty="0" sz="2200" spc="-4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an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integer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value </a:t>
            </a:r>
            <a:r>
              <a:rPr dirty="0" sz="2200" b="1">
                <a:latin typeface="맑은 고딕"/>
                <a:cs typeface="맑은 고딕"/>
              </a:rPr>
              <a:t>between</a:t>
            </a:r>
            <a:r>
              <a:rPr dirty="0" sz="2200" spc="-90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0~1023</a:t>
            </a:r>
            <a:endParaRPr sz="2200">
              <a:latin typeface="맑은 고딕"/>
              <a:cs typeface="맑은 고딕"/>
            </a:endParaRPr>
          </a:p>
          <a:p>
            <a:pPr lvl="1" marL="485775" marR="1033780" indent="-325120">
              <a:lnSpc>
                <a:spcPts val="2380"/>
              </a:lnSpc>
              <a:spcBef>
                <a:spcPts val="590"/>
              </a:spcBef>
              <a:buClr>
                <a:srgbClr val="555248"/>
              </a:buClr>
              <a:buFont typeface=""/>
              <a:buChar char="-"/>
              <a:tabLst>
                <a:tab pos="485775" algn="l"/>
              </a:tabLst>
            </a:pPr>
            <a:r>
              <a:rPr dirty="0" sz="2200" b="1">
                <a:latin typeface="맑은 고딕"/>
                <a:cs typeface="맑은 고딕"/>
              </a:rPr>
              <a:t>Digital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Input/Output</a:t>
            </a:r>
            <a:r>
              <a:rPr dirty="0" sz="2200" spc="-1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(PWM)</a:t>
            </a:r>
            <a:r>
              <a:rPr dirty="0" sz="2200" spc="-4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Pins:</a:t>
            </a:r>
            <a:r>
              <a:rPr dirty="0" sz="2200" spc="-6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Convert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digital</a:t>
            </a:r>
            <a:r>
              <a:rPr dirty="0" sz="2200" spc="-7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signals</a:t>
            </a:r>
            <a:r>
              <a:rPr dirty="0" sz="2200" spc="-7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like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analog </a:t>
            </a:r>
            <a:r>
              <a:rPr dirty="0" sz="2200" b="1">
                <a:latin typeface="맑은 고딕"/>
                <a:cs typeface="맑은 고딕"/>
              </a:rPr>
              <a:t>signals,</a:t>
            </a:r>
            <a:r>
              <a:rPr dirty="0" sz="2200" spc="-8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0~255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values</a:t>
            </a:r>
            <a:endParaRPr sz="2200">
              <a:latin typeface="맑은 고딕"/>
              <a:cs typeface="맑은 고딕"/>
            </a:endParaRPr>
          </a:p>
          <a:p>
            <a:pPr lvl="1" marL="485775" marR="415925" indent="-325120">
              <a:lnSpc>
                <a:spcPts val="2380"/>
              </a:lnSpc>
              <a:spcBef>
                <a:spcPts val="595"/>
              </a:spcBef>
              <a:buClr>
                <a:srgbClr val="555248"/>
              </a:buClr>
              <a:buFont typeface=""/>
              <a:buChar char="-"/>
              <a:tabLst>
                <a:tab pos="485775" algn="l"/>
              </a:tabLst>
            </a:pPr>
            <a:r>
              <a:rPr dirty="0" sz="2200" b="1">
                <a:latin typeface="맑은 고딕"/>
                <a:cs typeface="맑은 고딕"/>
              </a:rPr>
              <a:t>USB</a:t>
            </a:r>
            <a:r>
              <a:rPr dirty="0" sz="2200" spc="-6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connector:</a:t>
            </a:r>
            <a:r>
              <a:rPr dirty="0" sz="2200" spc="-3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connector</a:t>
            </a:r>
            <a:r>
              <a:rPr dirty="0" sz="2200" spc="-2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used</a:t>
            </a:r>
            <a:r>
              <a:rPr dirty="0" sz="2200" spc="-7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to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communicate</a:t>
            </a:r>
            <a:r>
              <a:rPr dirty="0" sz="2200" spc="-2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with</a:t>
            </a:r>
            <a:r>
              <a:rPr dirty="0" sz="2200" spc="-5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the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PC,</a:t>
            </a:r>
            <a:r>
              <a:rPr dirty="0" sz="2200" spc="-7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upload</a:t>
            </a:r>
            <a:r>
              <a:rPr dirty="0" sz="2200" spc="-50" b="1">
                <a:latin typeface="맑은 고딕"/>
                <a:cs typeface="맑은 고딕"/>
              </a:rPr>
              <a:t> </a:t>
            </a:r>
            <a:r>
              <a:rPr dirty="0" sz="2200" spc="-25" b="1">
                <a:latin typeface="맑은 고딕"/>
                <a:cs typeface="맑은 고딕"/>
              </a:rPr>
              <a:t>the </a:t>
            </a:r>
            <a:r>
              <a:rPr dirty="0" sz="2200" b="1">
                <a:latin typeface="맑은 고딕"/>
                <a:cs typeface="맑은 고딕"/>
              </a:rPr>
              <a:t>Arduino</a:t>
            </a:r>
            <a:r>
              <a:rPr dirty="0" sz="2200" spc="-85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program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17010"/>
            <a:ext cx="10304780" cy="1003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6550" indent="-323850">
              <a:lnSpc>
                <a:spcPts val="3250"/>
              </a:lnSpc>
              <a:spcBef>
                <a:spcPts val="9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Ultrasonic</a:t>
            </a:r>
            <a:r>
              <a:rPr dirty="0" sz="2800" spc="-100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Sensors</a:t>
            </a:r>
            <a:endParaRPr sz="2800">
              <a:latin typeface="맑은 고딕"/>
              <a:cs typeface="맑은 고딕"/>
            </a:endParaRPr>
          </a:p>
          <a:p>
            <a:pPr marL="337185" marR="5080">
              <a:lnSpc>
                <a:spcPts val="2160"/>
              </a:lnSpc>
              <a:spcBef>
                <a:spcPts val="16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Sensors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that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ultrasound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recognize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distance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an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object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located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front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it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21886" y="2489835"/>
            <a:ext cx="4001135" cy="3190875"/>
            <a:chOff x="4121886" y="2489835"/>
            <a:chExt cx="4001135" cy="3190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1886" y="2489835"/>
              <a:ext cx="4001134" cy="24622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99955" y="4781340"/>
              <a:ext cx="228600" cy="880110"/>
            </a:xfrm>
            <a:custGeom>
              <a:avLst/>
              <a:gdLst/>
              <a:ahLst/>
              <a:cxnLst/>
              <a:rect l="l" t="t" r="r" b="b"/>
              <a:pathLst>
                <a:path w="228600" h="880110">
                  <a:moveTo>
                    <a:pt x="0" y="879906"/>
                  </a:moveTo>
                  <a:lnTo>
                    <a:pt x="22813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67983" y="4689142"/>
              <a:ext cx="111125" cy="125095"/>
            </a:xfrm>
            <a:custGeom>
              <a:avLst/>
              <a:gdLst/>
              <a:ahLst/>
              <a:cxnLst/>
              <a:rect l="l" t="t" r="r" b="b"/>
              <a:pathLst>
                <a:path w="111125" h="125095">
                  <a:moveTo>
                    <a:pt x="83997" y="0"/>
                  </a:moveTo>
                  <a:lnTo>
                    <a:pt x="0" y="96304"/>
                  </a:lnTo>
                  <a:lnTo>
                    <a:pt x="110642" y="124980"/>
                  </a:lnTo>
                  <a:lnTo>
                    <a:pt x="83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89633" y="4791243"/>
              <a:ext cx="194945" cy="834390"/>
            </a:xfrm>
            <a:custGeom>
              <a:avLst/>
              <a:gdLst/>
              <a:ahLst/>
              <a:cxnLst/>
              <a:rect l="l" t="t" r="r" b="b"/>
              <a:pathLst>
                <a:path w="194945" h="834389">
                  <a:moveTo>
                    <a:pt x="194398" y="83399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38291" y="4698484"/>
              <a:ext cx="111760" cy="124460"/>
            </a:xfrm>
            <a:custGeom>
              <a:avLst/>
              <a:gdLst/>
              <a:ahLst/>
              <a:cxnLst/>
              <a:rect l="l" t="t" r="r" b="b"/>
              <a:pathLst>
                <a:path w="111760" h="124460">
                  <a:moveTo>
                    <a:pt x="29718" y="0"/>
                  </a:moveTo>
                  <a:lnTo>
                    <a:pt x="0" y="124282"/>
                  </a:lnTo>
                  <a:lnTo>
                    <a:pt x="111315" y="98336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871863" y="4746745"/>
              <a:ext cx="819785" cy="915035"/>
            </a:xfrm>
            <a:custGeom>
              <a:avLst/>
              <a:gdLst/>
              <a:ahLst/>
              <a:cxnLst/>
              <a:rect l="l" t="t" r="r" b="b"/>
              <a:pathLst>
                <a:path w="819785" h="915035">
                  <a:moveTo>
                    <a:pt x="0" y="914501"/>
                  </a:moveTo>
                  <a:lnTo>
                    <a:pt x="81953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36120" y="4675803"/>
              <a:ext cx="119380" cy="123825"/>
            </a:xfrm>
            <a:custGeom>
              <a:avLst/>
              <a:gdLst/>
              <a:ahLst/>
              <a:cxnLst/>
              <a:rect l="l" t="t" r="r" b="b"/>
              <a:pathLst>
                <a:path w="119379" h="123825">
                  <a:moveTo>
                    <a:pt x="118846" y="0"/>
                  </a:moveTo>
                  <a:lnTo>
                    <a:pt x="0" y="46990"/>
                  </a:lnTo>
                  <a:lnTo>
                    <a:pt x="85128" y="123266"/>
                  </a:lnTo>
                  <a:lnTo>
                    <a:pt x="118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643466" y="5652165"/>
            <a:ext cx="28105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100"/>
              </a:spcBef>
              <a:tabLst>
                <a:tab pos="697865" algn="l"/>
                <a:tab pos="1460500" algn="l"/>
                <a:tab pos="2338705" algn="l"/>
              </a:tabLst>
            </a:pPr>
            <a:r>
              <a:rPr dirty="0" sz="1800" spc="-25" b="1" i="1">
                <a:latin typeface="Arial"/>
                <a:cs typeface="Arial"/>
              </a:rPr>
              <a:t>Vcc</a:t>
            </a:r>
            <a:r>
              <a:rPr dirty="0" sz="1800" b="1" i="1">
                <a:latin typeface="Arial"/>
                <a:cs typeface="Arial"/>
              </a:rPr>
              <a:t>	</a:t>
            </a:r>
            <a:r>
              <a:rPr dirty="0" sz="1800" spc="-20" b="1" i="1">
                <a:latin typeface="Arial"/>
                <a:cs typeface="Arial"/>
              </a:rPr>
              <a:t>Trig</a:t>
            </a:r>
            <a:r>
              <a:rPr dirty="0" sz="1800" b="1" i="1">
                <a:latin typeface="Arial"/>
                <a:cs typeface="Arial"/>
              </a:rPr>
              <a:t>	</a:t>
            </a:r>
            <a:r>
              <a:rPr dirty="0" sz="1800" spc="-20" b="1" i="1">
                <a:latin typeface="Arial"/>
                <a:cs typeface="Arial"/>
              </a:rPr>
              <a:t>Echo</a:t>
            </a:r>
            <a:r>
              <a:rPr dirty="0" sz="1800" b="1" i="1">
                <a:latin typeface="Arial"/>
                <a:cs typeface="Arial"/>
              </a:rPr>
              <a:t>	</a:t>
            </a:r>
            <a:r>
              <a:rPr dirty="0" sz="1800" spc="-25" b="1" i="1">
                <a:latin typeface="Arial"/>
                <a:cs typeface="Arial"/>
              </a:rPr>
              <a:t>Gnd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spc="-20" b="1" i="1">
                <a:latin typeface="Arial"/>
                <a:cs typeface="Arial"/>
              </a:rPr>
              <a:t>(5V)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01121" y="2254208"/>
            <a:ext cx="3030220" cy="3390265"/>
            <a:chOff x="4201121" y="2254208"/>
            <a:chExt cx="3030220" cy="3390265"/>
          </a:xfrm>
        </p:grpSpPr>
        <p:sp>
          <p:nvSpPr>
            <p:cNvPr id="14" name="object 14"/>
            <p:cNvSpPr/>
            <p:nvPr/>
          </p:nvSpPr>
          <p:spPr>
            <a:xfrm>
              <a:off x="6447138" y="4760484"/>
              <a:ext cx="765175" cy="864869"/>
            </a:xfrm>
            <a:custGeom>
              <a:avLst/>
              <a:gdLst/>
              <a:ahLst/>
              <a:cxnLst/>
              <a:rect l="l" t="t" r="r" b="b"/>
              <a:pathLst>
                <a:path w="765175" h="864870">
                  <a:moveTo>
                    <a:pt x="764984" y="864755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84034" y="4689135"/>
              <a:ext cx="118745" cy="123825"/>
            </a:xfrm>
            <a:custGeom>
              <a:avLst/>
              <a:gdLst/>
              <a:ahLst/>
              <a:cxnLst/>
              <a:rect l="l" t="t" r="r" b="b"/>
              <a:pathLst>
                <a:path w="118745" h="123825">
                  <a:moveTo>
                    <a:pt x="0" y="0"/>
                  </a:moveTo>
                  <a:lnTo>
                    <a:pt x="32918" y="123482"/>
                  </a:lnTo>
                  <a:lnTo>
                    <a:pt x="118529" y="47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258271" y="2311358"/>
              <a:ext cx="1623695" cy="1657350"/>
            </a:xfrm>
            <a:custGeom>
              <a:avLst/>
              <a:gdLst/>
              <a:ahLst/>
              <a:cxnLst/>
              <a:rect l="l" t="t" r="r" b="b"/>
              <a:pathLst>
                <a:path w="1623695" h="1657350">
                  <a:moveTo>
                    <a:pt x="0" y="828395"/>
                  </a:moveTo>
                  <a:lnTo>
                    <a:pt x="1377" y="779720"/>
                  </a:lnTo>
                  <a:lnTo>
                    <a:pt x="5460" y="731785"/>
                  </a:lnTo>
                  <a:lnTo>
                    <a:pt x="12171" y="684669"/>
                  </a:lnTo>
                  <a:lnTo>
                    <a:pt x="21435" y="638449"/>
                  </a:lnTo>
                  <a:lnTo>
                    <a:pt x="33175" y="593203"/>
                  </a:lnTo>
                  <a:lnTo>
                    <a:pt x="47316" y="549009"/>
                  </a:lnTo>
                  <a:lnTo>
                    <a:pt x="63780" y="505943"/>
                  </a:lnTo>
                  <a:lnTo>
                    <a:pt x="82493" y="464085"/>
                  </a:lnTo>
                  <a:lnTo>
                    <a:pt x="103378" y="423511"/>
                  </a:lnTo>
                  <a:lnTo>
                    <a:pt x="126358" y="384299"/>
                  </a:lnTo>
                  <a:lnTo>
                    <a:pt x="151359" y="346527"/>
                  </a:lnTo>
                  <a:lnTo>
                    <a:pt x="178303" y="310273"/>
                  </a:lnTo>
                  <a:lnTo>
                    <a:pt x="207114" y="275614"/>
                  </a:lnTo>
                  <a:lnTo>
                    <a:pt x="237717" y="242628"/>
                  </a:lnTo>
                  <a:lnTo>
                    <a:pt x="270034" y="211393"/>
                  </a:lnTo>
                  <a:lnTo>
                    <a:pt x="303991" y="181986"/>
                  </a:lnTo>
                  <a:lnTo>
                    <a:pt x="339511" y="154486"/>
                  </a:lnTo>
                  <a:lnTo>
                    <a:pt x="376518" y="128969"/>
                  </a:lnTo>
                  <a:lnTo>
                    <a:pt x="414936" y="105514"/>
                  </a:lnTo>
                  <a:lnTo>
                    <a:pt x="454688" y="84197"/>
                  </a:lnTo>
                  <a:lnTo>
                    <a:pt x="495699" y="65098"/>
                  </a:lnTo>
                  <a:lnTo>
                    <a:pt x="537892" y="48293"/>
                  </a:lnTo>
                  <a:lnTo>
                    <a:pt x="581192" y="33860"/>
                  </a:lnTo>
                  <a:lnTo>
                    <a:pt x="625521" y="21878"/>
                  </a:lnTo>
                  <a:lnTo>
                    <a:pt x="670805" y="12422"/>
                  </a:lnTo>
                  <a:lnTo>
                    <a:pt x="716966" y="5573"/>
                  </a:lnTo>
                  <a:lnTo>
                    <a:pt x="763929" y="1406"/>
                  </a:lnTo>
                  <a:lnTo>
                    <a:pt x="811618" y="0"/>
                  </a:lnTo>
                  <a:lnTo>
                    <a:pt x="859306" y="1406"/>
                  </a:lnTo>
                  <a:lnTo>
                    <a:pt x="906268" y="5573"/>
                  </a:lnTo>
                  <a:lnTo>
                    <a:pt x="952428" y="12422"/>
                  </a:lnTo>
                  <a:lnTo>
                    <a:pt x="997711" y="21878"/>
                  </a:lnTo>
                  <a:lnTo>
                    <a:pt x="1042040" y="33860"/>
                  </a:lnTo>
                  <a:lnTo>
                    <a:pt x="1085338" y="48293"/>
                  </a:lnTo>
                  <a:lnTo>
                    <a:pt x="1127531" y="65098"/>
                  </a:lnTo>
                  <a:lnTo>
                    <a:pt x="1168541" y="84197"/>
                  </a:lnTo>
                  <a:lnTo>
                    <a:pt x="1208292" y="105514"/>
                  </a:lnTo>
                  <a:lnTo>
                    <a:pt x="1246709" y="128969"/>
                  </a:lnTo>
                  <a:lnTo>
                    <a:pt x="1283715" y="154486"/>
                  </a:lnTo>
                  <a:lnTo>
                    <a:pt x="1319235" y="181986"/>
                  </a:lnTo>
                  <a:lnTo>
                    <a:pt x="1353192" y="211393"/>
                  </a:lnTo>
                  <a:lnTo>
                    <a:pt x="1385509" y="242628"/>
                  </a:lnTo>
                  <a:lnTo>
                    <a:pt x="1416112" y="275614"/>
                  </a:lnTo>
                  <a:lnTo>
                    <a:pt x="1444923" y="310273"/>
                  </a:lnTo>
                  <a:lnTo>
                    <a:pt x="1471866" y="346527"/>
                  </a:lnTo>
                  <a:lnTo>
                    <a:pt x="1496866" y="384299"/>
                  </a:lnTo>
                  <a:lnTo>
                    <a:pt x="1519847" y="423511"/>
                  </a:lnTo>
                  <a:lnTo>
                    <a:pt x="1540731" y="464085"/>
                  </a:lnTo>
                  <a:lnTo>
                    <a:pt x="1559444" y="505943"/>
                  </a:lnTo>
                  <a:lnTo>
                    <a:pt x="1575909" y="549009"/>
                  </a:lnTo>
                  <a:lnTo>
                    <a:pt x="1590049" y="593203"/>
                  </a:lnTo>
                  <a:lnTo>
                    <a:pt x="1601789" y="638449"/>
                  </a:lnTo>
                  <a:lnTo>
                    <a:pt x="1611053" y="684669"/>
                  </a:lnTo>
                  <a:lnTo>
                    <a:pt x="1617764" y="731785"/>
                  </a:lnTo>
                  <a:lnTo>
                    <a:pt x="1621847" y="779720"/>
                  </a:lnTo>
                  <a:lnTo>
                    <a:pt x="1623225" y="828395"/>
                  </a:lnTo>
                  <a:lnTo>
                    <a:pt x="1621847" y="877070"/>
                  </a:lnTo>
                  <a:lnTo>
                    <a:pt x="1617764" y="925005"/>
                  </a:lnTo>
                  <a:lnTo>
                    <a:pt x="1611053" y="972121"/>
                  </a:lnTo>
                  <a:lnTo>
                    <a:pt x="1601789" y="1018341"/>
                  </a:lnTo>
                  <a:lnTo>
                    <a:pt x="1590049" y="1063587"/>
                  </a:lnTo>
                  <a:lnTo>
                    <a:pt x="1575909" y="1107782"/>
                  </a:lnTo>
                  <a:lnTo>
                    <a:pt x="1559444" y="1150847"/>
                  </a:lnTo>
                  <a:lnTo>
                    <a:pt x="1540731" y="1192706"/>
                  </a:lnTo>
                  <a:lnTo>
                    <a:pt x="1519847" y="1233280"/>
                  </a:lnTo>
                  <a:lnTo>
                    <a:pt x="1496866" y="1272491"/>
                  </a:lnTo>
                  <a:lnTo>
                    <a:pt x="1471866" y="1310263"/>
                  </a:lnTo>
                  <a:lnTo>
                    <a:pt x="1444923" y="1346517"/>
                  </a:lnTo>
                  <a:lnTo>
                    <a:pt x="1416112" y="1381176"/>
                  </a:lnTo>
                  <a:lnTo>
                    <a:pt x="1385509" y="1414162"/>
                  </a:lnTo>
                  <a:lnTo>
                    <a:pt x="1353192" y="1445397"/>
                  </a:lnTo>
                  <a:lnTo>
                    <a:pt x="1319235" y="1474804"/>
                  </a:lnTo>
                  <a:lnTo>
                    <a:pt x="1283715" y="1502304"/>
                  </a:lnTo>
                  <a:lnTo>
                    <a:pt x="1246709" y="1527821"/>
                  </a:lnTo>
                  <a:lnTo>
                    <a:pt x="1208292" y="1551277"/>
                  </a:lnTo>
                  <a:lnTo>
                    <a:pt x="1168541" y="1572593"/>
                  </a:lnTo>
                  <a:lnTo>
                    <a:pt x="1127531" y="1591692"/>
                  </a:lnTo>
                  <a:lnTo>
                    <a:pt x="1085338" y="1608497"/>
                  </a:lnTo>
                  <a:lnTo>
                    <a:pt x="1042040" y="1622930"/>
                  </a:lnTo>
                  <a:lnTo>
                    <a:pt x="997711" y="1634913"/>
                  </a:lnTo>
                  <a:lnTo>
                    <a:pt x="952428" y="1644368"/>
                  </a:lnTo>
                  <a:lnTo>
                    <a:pt x="906268" y="1651218"/>
                  </a:lnTo>
                  <a:lnTo>
                    <a:pt x="859306" y="1655384"/>
                  </a:lnTo>
                  <a:lnTo>
                    <a:pt x="811618" y="1656791"/>
                  </a:lnTo>
                  <a:lnTo>
                    <a:pt x="763929" y="1655384"/>
                  </a:lnTo>
                  <a:lnTo>
                    <a:pt x="716966" y="1651218"/>
                  </a:lnTo>
                  <a:lnTo>
                    <a:pt x="670805" y="1644368"/>
                  </a:lnTo>
                  <a:lnTo>
                    <a:pt x="625521" y="1634913"/>
                  </a:lnTo>
                  <a:lnTo>
                    <a:pt x="581192" y="1622930"/>
                  </a:lnTo>
                  <a:lnTo>
                    <a:pt x="537892" y="1608497"/>
                  </a:lnTo>
                  <a:lnTo>
                    <a:pt x="495699" y="1591692"/>
                  </a:lnTo>
                  <a:lnTo>
                    <a:pt x="454688" y="1572593"/>
                  </a:lnTo>
                  <a:lnTo>
                    <a:pt x="414936" y="1551277"/>
                  </a:lnTo>
                  <a:lnTo>
                    <a:pt x="376518" y="1527821"/>
                  </a:lnTo>
                  <a:lnTo>
                    <a:pt x="339511" y="1502304"/>
                  </a:lnTo>
                  <a:lnTo>
                    <a:pt x="303991" y="1474804"/>
                  </a:lnTo>
                  <a:lnTo>
                    <a:pt x="270034" y="1445397"/>
                  </a:lnTo>
                  <a:lnTo>
                    <a:pt x="237717" y="1414162"/>
                  </a:lnTo>
                  <a:lnTo>
                    <a:pt x="207114" y="1381176"/>
                  </a:lnTo>
                  <a:lnTo>
                    <a:pt x="178303" y="1346517"/>
                  </a:lnTo>
                  <a:lnTo>
                    <a:pt x="151359" y="1310263"/>
                  </a:lnTo>
                  <a:lnTo>
                    <a:pt x="126358" y="1272491"/>
                  </a:lnTo>
                  <a:lnTo>
                    <a:pt x="103378" y="1233280"/>
                  </a:lnTo>
                  <a:lnTo>
                    <a:pt x="82493" y="1192706"/>
                  </a:lnTo>
                  <a:lnTo>
                    <a:pt x="63780" y="1150847"/>
                  </a:lnTo>
                  <a:lnTo>
                    <a:pt x="47316" y="1107782"/>
                  </a:lnTo>
                  <a:lnTo>
                    <a:pt x="33175" y="1063587"/>
                  </a:lnTo>
                  <a:lnTo>
                    <a:pt x="21435" y="1018341"/>
                  </a:lnTo>
                  <a:lnTo>
                    <a:pt x="12171" y="972121"/>
                  </a:lnTo>
                  <a:lnTo>
                    <a:pt x="5460" y="925005"/>
                  </a:lnTo>
                  <a:lnTo>
                    <a:pt x="1377" y="877070"/>
                  </a:lnTo>
                  <a:lnTo>
                    <a:pt x="0" y="828395"/>
                  </a:lnTo>
                  <a:close/>
                </a:path>
              </a:pathLst>
            </a:custGeom>
            <a:ln w="1143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780787" y="2982010"/>
            <a:ext cx="453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 i="1">
                <a:latin typeface="Arial"/>
                <a:cs typeface="Arial"/>
              </a:rPr>
              <a:t>Trig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07170" y="2320696"/>
            <a:ext cx="1623695" cy="1657350"/>
          </a:xfrm>
          <a:custGeom>
            <a:avLst/>
            <a:gdLst/>
            <a:ahLst/>
            <a:cxnLst/>
            <a:rect l="l" t="t" r="r" b="b"/>
            <a:pathLst>
              <a:path w="1623695" h="1657350">
                <a:moveTo>
                  <a:pt x="0" y="828395"/>
                </a:moveTo>
                <a:lnTo>
                  <a:pt x="1377" y="779720"/>
                </a:lnTo>
                <a:lnTo>
                  <a:pt x="5460" y="731785"/>
                </a:lnTo>
                <a:lnTo>
                  <a:pt x="12171" y="684669"/>
                </a:lnTo>
                <a:lnTo>
                  <a:pt x="21435" y="638449"/>
                </a:lnTo>
                <a:lnTo>
                  <a:pt x="33175" y="593203"/>
                </a:lnTo>
                <a:lnTo>
                  <a:pt x="47316" y="549009"/>
                </a:lnTo>
                <a:lnTo>
                  <a:pt x="63780" y="505943"/>
                </a:lnTo>
                <a:lnTo>
                  <a:pt x="82493" y="464085"/>
                </a:lnTo>
                <a:lnTo>
                  <a:pt x="103378" y="423511"/>
                </a:lnTo>
                <a:lnTo>
                  <a:pt x="126358" y="384299"/>
                </a:lnTo>
                <a:lnTo>
                  <a:pt x="151359" y="346527"/>
                </a:lnTo>
                <a:lnTo>
                  <a:pt x="178303" y="310273"/>
                </a:lnTo>
                <a:lnTo>
                  <a:pt x="207114" y="275614"/>
                </a:lnTo>
                <a:lnTo>
                  <a:pt x="237717" y="242628"/>
                </a:lnTo>
                <a:lnTo>
                  <a:pt x="270034" y="211393"/>
                </a:lnTo>
                <a:lnTo>
                  <a:pt x="303991" y="181986"/>
                </a:lnTo>
                <a:lnTo>
                  <a:pt x="339511" y="154486"/>
                </a:lnTo>
                <a:lnTo>
                  <a:pt x="376518" y="128969"/>
                </a:lnTo>
                <a:lnTo>
                  <a:pt x="414936" y="105514"/>
                </a:lnTo>
                <a:lnTo>
                  <a:pt x="454688" y="84197"/>
                </a:lnTo>
                <a:lnTo>
                  <a:pt x="495699" y="65098"/>
                </a:lnTo>
                <a:lnTo>
                  <a:pt x="537892" y="48293"/>
                </a:lnTo>
                <a:lnTo>
                  <a:pt x="581192" y="33860"/>
                </a:lnTo>
                <a:lnTo>
                  <a:pt x="625521" y="21878"/>
                </a:lnTo>
                <a:lnTo>
                  <a:pt x="670805" y="12422"/>
                </a:lnTo>
                <a:lnTo>
                  <a:pt x="716966" y="5573"/>
                </a:lnTo>
                <a:lnTo>
                  <a:pt x="763929" y="1406"/>
                </a:lnTo>
                <a:lnTo>
                  <a:pt x="811618" y="0"/>
                </a:lnTo>
                <a:lnTo>
                  <a:pt x="859306" y="1406"/>
                </a:lnTo>
                <a:lnTo>
                  <a:pt x="906268" y="5573"/>
                </a:lnTo>
                <a:lnTo>
                  <a:pt x="952428" y="12422"/>
                </a:lnTo>
                <a:lnTo>
                  <a:pt x="997711" y="21878"/>
                </a:lnTo>
                <a:lnTo>
                  <a:pt x="1042040" y="33860"/>
                </a:lnTo>
                <a:lnTo>
                  <a:pt x="1085338" y="48293"/>
                </a:lnTo>
                <a:lnTo>
                  <a:pt x="1127531" y="65098"/>
                </a:lnTo>
                <a:lnTo>
                  <a:pt x="1168541" y="84197"/>
                </a:lnTo>
                <a:lnTo>
                  <a:pt x="1208292" y="105514"/>
                </a:lnTo>
                <a:lnTo>
                  <a:pt x="1246709" y="128969"/>
                </a:lnTo>
                <a:lnTo>
                  <a:pt x="1283715" y="154486"/>
                </a:lnTo>
                <a:lnTo>
                  <a:pt x="1319235" y="181986"/>
                </a:lnTo>
                <a:lnTo>
                  <a:pt x="1353192" y="211393"/>
                </a:lnTo>
                <a:lnTo>
                  <a:pt x="1385509" y="242628"/>
                </a:lnTo>
                <a:lnTo>
                  <a:pt x="1416112" y="275614"/>
                </a:lnTo>
                <a:lnTo>
                  <a:pt x="1444923" y="310273"/>
                </a:lnTo>
                <a:lnTo>
                  <a:pt x="1471866" y="346527"/>
                </a:lnTo>
                <a:lnTo>
                  <a:pt x="1496866" y="384299"/>
                </a:lnTo>
                <a:lnTo>
                  <a:pt x="1519847" y="423511"/>
                </a:lnTo>
                <a:lnTo>
                  <a:pt x="1540731" y="464085"/>
                </a:lnTo>
                <a:lnTo>
                  <a:pt x="1559444" y="505943"/>
                </a:lnTo>
                <a:lnTo>
                  <a:pt x="1575909" y="549009"/>
                </a:lnTo>
                <a:lnTo>
                  <a:pt x="1590049" y="593203"/>
                </a:lnTo>
                <a:lnTo>
                  <a:pt x="1601789" y="638449"/>
                </a:lnTo>
                <a:lnTo>
                  <a:pt x="1611053" y="684669"/>
                </a:lnTo>
                <a:lnTo>
                  <a:pt x="1617764" y="731785"/>
                </a:lnTo>
                <a:lnTo>
                  <a:pt x="1621847" y="779720"/>
                </a:lnTo>
                <a:lnTo>
                  <a:pt x="1623225" y="828395"/>
                </a:lnTo>
                <a:lnTo>
                  <a:pt x="1621847" y="877070"/>
                </a:lnTo>
                <a:lnTo>
                  <a:pt x="1617764" y="925005"/>
                </a:lnTo>
                <a:lnTo>
                  <a:pt x="1611053" y="972121"/>
                </a:lnTo>
                <a:lnTo>
                  <a:pt x="1601789" y="1018341"/>
                </a:lnTo>
                <a:lnTo>
                  <a:pt x="1590049" y="1063587"/>
                </a:lnTo>
                <a:lnTo>
                  <a:pt x="1575909" y="1107782"/>
                </a:lnTo>
                <a:lnTo>
                  <a:pt x="1559444" y="1150847"/>
                </a:lnTo>
                <a:lnTo>
                  <a:pt x="1540731" y="1192706"/>
                </a:lnTo>
                <a:lnTo>
                  <a:pt x="1519847" y="1233280"/>
                </a:lnTo>
                <a:lnTo>
                  <a:pt x="1496866" y="1272491"/>
                </a:lnTo>
                <a:lnTo>
                  <a:pt x="1471866" y="1310263"/>
                </a:lnTo>
                <a:lnTo>
                  <a:pt x="1444923" y="1346517"/>
                </a:lnTo>
                <a:lnTo>
                  <a:pt x="1416112" y="1381176"/>
                </a:lnTo>
                <a:lnTo>
                  <a:pt x="1385509" y="1414162"/>
                </a:lnTo>
                <a:lnTo>
                  <a:pt x="1353192" y="1445397"/>
                </a:lnTo>
                <a:lnTo>
                  <a:pt x="1319235" y="1474804"/>
                </a:lnTo>
                <a:lnTo>
                  <a:pt x="1283715" y="1502304"/>
                </a:lnTo>
                <a:lnTo>
                  <a:pt x="1246709" y="1527821"/>
                </a:lnTo>
                <a:lnTo>
                  <a:pt x="1208292" y="1551277"/>
                </a:lnTo>
                <a:lnTo>
                  <a:pt x="1168541" y="1572593"/>
                </a:lnTo>
                <a:lnTo>
                  <a:pt x="1127531" y="1591692"/>
                </a:lnTo>
                <a:lnTo>
                  <a:pt x="1085338" y="1608497"/>
                </a:lnTo>
                <a:lnTo>
                  <a:pt x="1042040" y="1622930"/>
                </a:lnTo>
                <a:lnTo>
                  <a:pt x="997711" y="1634913"/>
                </a:lnTo>
                <a:lnTo>
                  <a:pt x="952428" y="1644368"/>
                </a:lnTo>
                <a:lnTo>
                  <a:pt x="906268" y="1651218"/>
                </a:lnTo>
                <a:lnTo>
                  <a:pt x="859306" y="1655384"/>
                </a:lnTo>
                <a:lnTo>
                  <a:pt x="811618" y="1656791"/>
                </a:lnTo>
                <a:lnTo>
                  <a:pt x="763929" y="1655384"/>
                </a:lnTo>
                <a:lnTo>
                  <a:pt x="716966" y="1651218"/>
                </a:lnTo>
                <a:lnTo>
                  <a:pt x="670805" y="1644368"/>
                </a:lnTo>
                <a:lnTo>
                  <a:pt x="625521" y="1634913"/>
                </a:lnTo>
                <a:lnTo>
                  <a:pt x="581192" y="1622930"/>
                </a:lnTo>
                <a:lnTo>
                  <a:pt x="537892" y="1608497"/>
                </a:lnTo>
                <a:lnTo>
                  <a:pt x="495699" y="1591692"/>
                </a:lnTo>
                <a:lnTo>
                  <a:pt x="454688" y="1572593"/>
                </a:lnTo>
                <a:lnTo>
                  <a:pt x="414936" y="1551277"/>
                </a:lnTo>
                <a:lnTo>
                  <a:pt x="376518" y="1527821"/>
                </a:lnTo>
                <a:lnTo>
                  <a:pt x="339511" y="1502304"/>
                </a:lnTo>
                <a:lnTo>
                  <a:pt x="303991" y="1474804"/>
                </a:lnTo>
                <a:lnTo>
                  <a:pt x="270034" y="1445397"/>
                </a:lnTo>
                <a:lnTo>
                  <a:pt x="237717" y="1414162"/>
                </a:lnTo>
                <a:lnTo>
                  <a:pt x="207114" y="1381176"/>
                </a:lnTo>
                <a:lnTo>
                  <a:pt x="178303" y="1346517"/>
                </a:lnTo>
                <a:lnTo>
                  <a:pt x="151359" y="1310263"/>
                </a:lnTo>
                <a:lnTo>
                  <a:pt x="126358" y="1272491"/>
                </a:lnTo>
                <a:lnTo>
                  <a:pt x="103378" y="1233280"/>
                </a:lnTo>
                <a:lnTo>
                  <a:pt x="82493" y="1192706"/>
                </a:lnTo>
                <a:lnTo>
                  <a:pt x="63780" y="1150847"/>
                </a:lnTo>
                <a:lnTo>
                  <a:pt x="47316" y="1107782"/>
                </a:lnTo>
                <a:lnTo>
                  <a:pt x="33175" y="1063587"/>
                </a:lnTo>
                <a:lnTo>
                  <a:pt x="21435" y="1018341"/>
                </a:lnTo>
                <a:lnTo>
                  <a:pt x="12171" y="972121"/>
                </a:lnTo>
                <a:lnTo>
                  <a:pt x="5460" y="925005"/>
                </a:lnTo>
                <a:lnTo>
                  <a:pt x="1377" y="877070"/>
                </a:lnTo>
                <a:lnTo>
                  <a:pt x="0" y="828395"/>
                </a:lnTo>
                <a:close/>
              </a:path>
            </a:pathLst>
          </a:custGeom>
          <a:ln w="1143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968647" y="3006016"/>
            <a:ext cx="58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 i="1">
                <a:latin typeface="Arial"/>
                <a:cs typeface="Arial"/>
              </a:rPr>
              <a:t>Echo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7950">
              <a:lnSpc>
                <a:spcPct val="100000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8DC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393" y="6483475"/>
            <a:ext cx="1186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200" spc="-60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200" spc="-25" b="1" i="1">
                <a:solidFill>
                  <a:srgbClr val="404040"/>
                </a:solidFill>
                <a:latin typeface="Arial"/>
                <a:cs typeface="Arial"/>
              </a:rPr>
              <a:t>Lab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90" y="6396583"/>
            <a:ext cx="488226" cy="36616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63984" y="6527748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585858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3061" y="3505631"/>
            <a:ext cx="1838970" cy="298832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954890" y="3761587"/>
            <a:ext cx="2030095" cy="974725"/>
          </a:xfrm>
          <a:custGeom>
            <a:avLst/>
            <a:gdLst/>
            <a:ahLst/>
            <a:cxnLst/>
            <a:rect l="l" t="t" r="r" b="b"/>
            <a:pathLst>
              <a:path w="2030095" h="974725">
                <a:moveTo>
                  <a:pt x="882764" y="512775"/>
                </a:moveTo>
                <a:lnTo>
                  <a:pt x="462876" y="97878"/>
                </a:lnTo>
                <a:lnTo>
                  <a:pt x="164109" y="0"/>
                </a:lnTo>
                <a:lnTo>
                  <a:pt x="583984" y="414896"/>
                </a:lnTo>
                <a:lnTo>
                  <a:pt x="0" y="500913"/>
                </a:lnTo>
                <a:lnTo>
                  <a:pt x="298780" y="598792"/>
                </a:lnTo>
                <a:lnTo>
                  <a:pt x="882764" y="512775"/>
                </a:lnTo>
                <a:close/>
              </a:path>
              <a:path w="2030095" h="974725">
                <a:moveTo>
                  <a:pt x="1456410" y="700709"/>
                </a:moveTo>
                <a:lnTo>
                  <a:pt x="1036510" y="285800"/>
                </a:lnTo>
                <a:lnTo>
                  <a:pt x="737730" y="187921"/>
                </a:lnTo>
                <a:lnTo>
                  <a:pt x="1157643" y="602830"/>
                </a:lnTo>
                <a:lnTo>
                  <a:pt x="573633" y="688835"/>
                </a:lnTo>
                <a:lnTo>
                  <a:pt x="872401" y="786714"/>
                </a:lnTo>
                <a:lnTo>
                  <a:pt x="1456410" y="700709"/>
                </a:lnTo>
                <a:close/>
              </a:path>
              <a:path w="2030095" h="974725">
                <a:moveTo>
                  <a:pt x="2030044" y="888631"/>
                </a:moveTo>
                <a:lnTo>
                  <a:pt x="1610156" y="473735"/>
                </a:lnTo>
                <a:lnTo>
                  <a:pt x="1311376" y="375856"/>
                </a:lnTo>
                <a:lnTo>
                  <a:pt x="1731264" y="790752"/>
                </a:lnTo>
                <a:lnTo>
                  <a:pt x="1147279" y="876769"/>
                </a:lnTo>
                <a:lnTo>
                  <a:pt x="1446047" y="974648"/>
                </a:lnTo>
                <a:lnTo>
                  <a:pt x="2030044" y="888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93657" y="1153501"/>
            <a:ext cx="10321290" cy="267906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Ultrasonic</a:t>
            </a:r>
            <a:r>
              <a:rPr dirty="0" sz="3000" spc="-12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Sensor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marL="337185" marR="5080" indent="-325120">
              <a:lnSpc>
                <a:spcPct val="100000"/>
              </a:lnSpc>
              <a:spcBef>
                <a:spcPts val="610"/>
              </a:spcBef>
              <a:buClr>
                <a:srgbClr val="555248"/>
              </a:buClr>
              <a:buChar char="-"/>
              <a:tabLst>
                <a:tab pos="337185" algn="l"/>
              </a:tabLst>
            </a:pP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ultrasound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wave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sent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transmitter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(Trig)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then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reflected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and </a:t>
            </a:r>
            <a:r>
              <a:rPr dirty="0" sz="2200">
                <a:latin typeface="맑은 고딕"/>
                <a:cs typeface="맑은 고딕"/>
              </a:rPr>
              <a:t>returned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recognized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by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receiver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(Echo)</a:t>
            </a:r>
            <a:endParaRPr sz="2200">
              <a:latin typeface="맑은 고딕"/>
              <a:cs typeface="맑은 고딕"/>
            </a:endParaRPr>
          </a:p>
          <a:p>
            <a:pPr marL="337185" marR="535940" indent="-325120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Char char="-"/>
              <a:tabLst>
                <a:tab pos="337185" algn="l"/>
              </a:tabLst>
            </a:pPr>
            <a:r>
              <a:rPr dirty="0" sz="2200">
                <a:latin typeface="맑은 고딕"/>
                <a:cs typeface="맑은 고딕"/>
              </a:rPr>
              <a:t>Calculate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distance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by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measuring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time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it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took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transmission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to </a:t>
            </a:r>
            <a:r>
              <a:rPr dirty="0" sz="2200">
                <a:latin typeface="맑은 고딕"/>
                <a:cs typeface="맑은 고딕"/>
              </a:rPr>
              <a:t>reception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ultrasound</a:t>
            </a:r>
            <a:endParaRPr sz="2200">
              <a:latin typeface="맑은 고딕"/>
              <a:cs typeface="맑은 고딕"/>
            </a:endParaRPr>
          </a:p>
          <a:p>
            <a:pPr marL="697865">
              <a:lnSpc>
                <a:spcPts val="2585"/>
              </a:lnSpc>
            </a:pPr>
            <a:r>
              <a:rPr dirty="0" sz="2200">
                <a:latin typeface="맑은 고딕"/>
                <a:cs typeface="맑은 고딕"/>
              </a:rPr>
              <a:t>((340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*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duration)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/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1000)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/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 spc="-50">
                <a:latin typeface="맑은 고딕"/>
                <a:cs typeface="맑은 고딕"/>
              </a:rPr>
              <a:t>2</a:t>
            </a:r>
            <a:endParaRPr sz="2200">
              <a:latin typeface="맑은 고딕"/>
              <a:cs typeface="맑은 고딕"/>
            </a:endParaRPr>
          </a:p>
          <a:p>
            <a:pPr algn="ctr" marR="1918970">
              <a:lnSpc>
                <a:spcPts val="2105"/>
              </a:lnSpc>
            </a:pPr>
            <a:r>
              <a:rPr dirty="0" sz="1800" spc="-20" b="1" i="1">
                <a:latin typeface="Arial"/>
                <a:cs typeface="Arial"/>
              </a:rPr>
              <a:t>Trig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9060" y="6112302"/>
            <a:ext cx="58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 i="1">
                <a:latin typeface="Arial"/>
                <a:cs typeface="Arial"/>
              </a:rPr>
              <a:t>Echo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21344" y="3429292"/>
            <a:ext cx="353060" cy="2938780"/>
            <a:chOff x="8421344" y="3429292"/>
            <a:chExt cx="353060" cy="2938780"/>
          </a:xfrm>
        </p:grpSpPr>
        <p:sp>
          <p:nvSpPr>
            <p:cNvPr id="12" name="object 12"/>
            <p:cNvSpPr/>
            <p:nvPr/>
          </p:nvSpPr>
          <p:spPr>
            <a:xfrm>
              <a:off x="8435568" y="3443516"/>
              <a:ext cx="324485" cy="2910205"/>
            </a:xfrm>
            <a:custGeom>
              <a:avLst/>
              <a:gdLst/>
              <a:ahLst/>
              <a:cxnLst/>
              <a:rect l="l" t="t" r="r" b="b"/>
              <a:pathLst>
                <a:path w="324484" h="2910204">
                  <a:moveTo>
                    <a:pt x="324040" y="0"/>
                  </a:moveTo>
                  <a:lnTo>
                    <a:pt x="0" y="0"/>
                  </a:lnTo>
                  <a:lnTo>
                    <a:pt x="0" y="2909785"/>
                  </a:lnTo>
                  <a:lnTo>
                    <a:pt x="324040" y="2909785"/>
                  </a:lnTo>
                  <a:lnTo>
                    <a:pt x="324040" y="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434044" y="3441992"/>
              <a:ext cx="327660" cy="2913380"/>
            </a:xfrm>
            <a:custGeom>
              <a:avLst/>
              <a:gdLst/>
              <a:ahLst/>
              <a:cxnLst/>
              <a:rect l="l" t="t" r="r" b="b"/>
              <a:pathLst>
                <a:path w="327659" h="2913379">
                  <a:moveTo>
                    <a:pt x="0" y="0"/>
                  </a:moveTo>
                  <a:lnTo>
                    <a:pt x="327088" y="0"/>
                  </a:lnTo>
                  <a:lnTo>
                    <a:pt x="327088" y="2912833"/>
                  </a:lnTo>
                  <a:lnTo>
                    <a:pt x="0" y="291283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6005703" y="4993373"/>
            <a:ext cx="2051685" cy="885825"/>
          </a:xfrm>
          <a:custGeom>
            <a:avLst/>
            <a:gdLst/>
            <a:ahLst/>
            <a:cxnLst/>
            <a:rect l="l" t="t" r="r" b="b"/>
            <a:pathLst>
              <a:path w="2051684" h="885825">
                <a:moveTo>
                  <a:pt x="881532" y="808088"/>
                </a:moveTo>
                <a:lnTo>
                  <a:pt x="304723" y="682663"/>
                </a:lnTo>
                <a:lnTo>
                  <a:pt x="751776" y="297192"/>
                </a:lnTo>
                <a:lnTo>
                  <a:pt x="447052" y="374599"/>
                </a:lnTo>
                <a:lnTo>
                  <a:pt x="0" y="760069"/>
                </a:lnTo>
                <a:lnTo>
                  <a:pt x="576808" y="885482"/>
                </a:lnTo>
                <a:lnTo>
                  <a:pt x="881532" y="808088"/>
                </a:lnTo>
                <a:close/>
              </a:path>
              <a:path w="2051684" h="885825">
                <a:moveTo>
                  <a:pt x="1466583" y="659485"/>
                </a:moveTo>
                <a:lnTo>
                  <a:pt x="889800" y="534060"/>
                </a:lnTo>
                <a:lnTo>
                  <a:pt x="1336814" y="148602"/>
                </a:lnTo>
                <a:lnTo>
                  <a:pt x="1032129" y="225983"/>
                </a:lnTo>
                <a:lnTo>
                  <a:pt x="585050" y="611466"/>
                </a:lnTo>
                <a:lnTo>
                  <a:pt x="1161884" y="736879"/>
                </a:lnTo>
                <a:lnTo>
                  <a:pt x="1466583" y="659485"/>
                </a:lnTo>
                <a:close/>
              </a:path>
              <a:path w="2051684" h="885825">
                <a:moveTo>
                  <a:pt x="2051659" y="510882"/>
                </a:moveTo>
                <a:lnTo>
                  <a:pt x="1474838" y="385470"/>
                </a:lnTo>
                <a:lnTo>
                  <a:pt x="1921891" y="0"/>
                </a:lnTo>
                <a:lnTo>
                  <a:pt x="1617167" y="77393"/>
                </a:lnTo>
                <a:lnTo>
                  <a:pt x="1170127" y="462864"/>
                </a:lnTo>
                <a:lnTo>
                  <a:pt x="1746935" y="588276"/>
                </a:lnTo>
                <a:lnTo>
                  <a:pt x="2051659" y="510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349329" y="6400119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맑은 고딕"/>
                <a:cs typeface="맑은 고딕"/>
              </a:rPr>
              <a:t>물체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04386" y="6397628"/>
            <a:ext cx="3568065" cy="114300"/>
            <a:chOff x="4704386" y="6397628"/>
            <a:chExt cx="3568065" cy="114300"/>
          </a:xfrm>
        </p:grpSpPr>
        <p:sp>
          <p:nvSpPr>
            <p:cNvPr id="17" name="object 17"/>
            <p:cNvSpPr/>
            <p:nvPr/>
          </p:nvSpPr>
          <p:spPr>
            <a:xfrm>
              <a:off x="4799633" y="6454783"/>
              <a:ext cx="3377565" cy="0"/>
            </a:xfrm>
            <a:custGeom>
              <a:avLst/>
              <a:gdLst/>
              <a:ahLst/>
              <a:cxnLst/>
              <a:rect l="l" t="t" r="r" b="b"/>
              <a:pathLst>
                <a:path w="3377565" h="0">
                  <a:moveTo>
                    <a:pt x="0" y="0"/>
                  </a:moveTo>
                  <a:lnTo>
                    <a:pt x="337734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04385" y="6397637"/>
              <a:ext cx="3568065" cy="114300"/>
            </a:xfrm>
            <a:custGeom>
              <a:avLst/>
              <a:gdLst/>
              <a:ahLst/>
              <a:cxnLst/>
              <a:rect l="l" t="t" r="r" b="b"/>
              <a:pathLst>
                <a:path w="3568065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3568065" h="114300">
                  <a:moveTo>
                    <a:pt x="3567849" y="57150"/>
                  </a:moveTo>
                  <a:lnTo>
                    <a:pt x="3453549" y="0"/>
                  </a:lnTo>
                  <a:lnTo>
                    <a:pt x="3453549" y="114300"/>
                  </a:lnTo>
                  <a:lnTo>
                    <a:pt x="3567849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197" y="1265128"/>
            <a:ext cx="10777855" cy="1230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spc="-10" b="1">
                <a:latin typeface="맑은 고딕"/>
                <a:cs typeface="맑은 고딕"/>
              </a:rPr>
              <a:t>Variable</a:t>
            </a:r>
            <a:r>
              <a:rPr dirty="0" sz="3000" spc="-18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Resistance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Resistance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can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change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current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flowing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through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circuit</a:t>
            </a:r>
            <a:endParaRPr sz="2200">
              <a:latin typeface="맑은 고딕"/>
              <a:cs typeface="맑은 고딕"/>
            </a:endParaRPr>
          </a:p>
          <a:p>
            <a:pPr marL="372110">
              <a:lnSpc>
                <a:spcPct val="100000"/>
              </a:lnSpc>
              <a:spcBef>
                <a:spcPts val="60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strength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resistor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analog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via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pin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95899" y="3006401"/>
            <a:ext cx="2556510" cy="2914015"/>
            <a:chOff x="5195899" y="3006401"/>
            <a:chExt cx="2556510" cy="2914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5899" y="3006401"/>
              <a:ext cx="2556283" cy="25562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58908" y="5071202"/>
              <a:ext cx="755015" cy="830580"/>
            </a:xfrm>
            <a:custGeom>
              <a:avLst/>
              <a:gdLst/>
              <a:ahLst/>
              <a:cxnLst/>
              <a:rect l="l" t="t" r="r" b="b"/>
              <a:pathLst>
                <a:path w="755014" h="830579">
                  <a:moveTo>
                    <a:pt x="0" y="830097"/>
                  </a:moveTo>
                  <a:lnTo>
                    <a:pt x="75500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58818" y="5000737"/>
              <a:ext cx="119380" cy="123189"/>
            </a:xfrm>
            <a:custGeom>
              <a:avLst/>
              <a:gdLst/>
              <a:ahLst/>
              <a:cxnLst/>
              <a:rect l="l" t="t" r="r" b="b"/>
              <a:pathLst>
                <a:path w="119379" h="123189">
                  <a:moveTo>
                    <a:pt x="119176" y="0"/>
                  </a:moveTo>
                  <a:lnTo>
                    <a:pt x="0" y="46113"/>
                  </a:lnTo>
                  <a:lnTo>
                    <a:pt x="84556" y="123012"/>
                  </a:lnTo>
                  <a:lnTo>
                    <a:pt x="119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57168" y="5268033"/>
              <a:ext cx="84455" cy="631190"/>
            </a:xfrm>
            <a:custGeom>
              <a:avLst/>
              <a:gdLst/>
              <a:ahLst/>
              <a:cxnLst/>
              <a:rect l="l" t="t" r="r" b="b"/>
              <a:pathLst>
                <a:path w="84454" h="631189">
                  <a:moveTo>
                    <a:pt x="0" y="630682"/>
                  </a:moveTo>
                  <a:lnTo>
                    <a:pt x="8392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81939" y="5173607"/>
              <a:ext cx="113664" cy="121285"/>
            </a:xfrm>
            <a:custGeom>
              <a:avLst/>
              <a:gdLst/>
              <a:ahLst/>
              <a:cxnLst/>
              <a:rect l="l" t="t" r="r" b="b"/>
              <a:pathLst>
                <a:path w="113664" h="121285">
                  <a:moveTo>
                    <a:pt x="71716" y="0"/>
                  </a:moveTo>
                  <a:lnTo>
                    <a:pt x="0" y="105765"/>
                  </a:lnTo>
                  <a:lnTo>
                    <a:pt x="113296" y="120840"/>
                  </a:lnTo>
                  <a:lnTo>
                    <a:pt x="717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844053" y="5928224"/>
            <a:ext cx="8915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800" spc="-50" b="1" i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800" spc="-10" b="1" i="1">
                <a:latin typeface="Arial"/>
                <a:cs typeface="Arial"/>
              </a:rPr>
              <a:t>(output)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2055" y="5897591"/>
            <a:ext cx="811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Arial"/>
                <a:cs typeface="Arial"/>
              </a:rPr>
              <a:t>1(GND)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92043" y="3608696"/>
            <a:ext cx="3181985" cy="2312035"/>
            <a:chOff x="4492043" y="3608696"/>
            <a:chExt cx="3181985" cy="2312035"/>
          </a:xfrm>
        </p:grpSpPr>
        <p:sp>
          <p:nvSpPr>
            <p:cNvPr id="13" name="object 13"/>
            <p:cNvSpPr/>
            <p:nvPr/>
          </p:nvSpPr>
          <p:spPr>
            <a:xfrm>
              <a:off x="4511093" y="4870809"/>
              <a:ext cx="1181735" cy="1030605"/>
            </a:xfrm>
            <a:custGeom>
              <a:avLst/>
              <a:gdLst/>
              <a:ahLst/>
              <a:cxnLst/>
              <a:rect l="l" t="t" r="r" b="b"/>
              <a:pathLst>
                <a:path w="1181735" h="1030604">
                  <a:moveTo>
                    <a:pt x="0" y="1030490"/>
                  </a:moveTo>
                  <a:lnTo>
                    <a:pt x="118155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40725" y="4808204"/>
              <a:ext cx="123825" cy="118745"/>
            </a:xfrm>
            <a:custGeom>
              <a:avLst/>
              <a:gdLst/>
              <a:ahLst/>
              <a:cxnLst/>
              <a:rect l="l" t="t" r="r" b="b"/>
              <a:pathLst>
                <a:path w="123825" h="118745">
                  <a:moveTo>
                    <a:pt x="123710" y="0"/>
                  </a:moveTo>
                  <a:lnTo>
                    <a:pt x="0" y="32054"/>
                  </a:lnTo>
                  <a:lnTo>
                    <a:pt x="75133" y="118198"/>
                  </a:lnTo>
                  <a:lnTo>
                    <a:pt x="1237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787128" y="3653661"/>
              <a:ext cx="868044" cy="373380"/>
            </a:xfrm>
            <a:custGeom>
              <a:avLst/>
              <a:gdLst/>
              <a:ahLst/>
              <a:cxnLst/>
              <a:rect l="l" t="t" r="r" b="b"/>
              <a:pathLst>
                <a:path w="868045" h="373379">
                  <a:moveTo>
                    <a:pt x="867664" y="37298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99618" y="3608696"/>
              <a:ext cx="127635" cy="105410"/>
            </a:xfrm>
            <a:custGeom>
              <a:avLst/>
              <a:gdLst/>
              <a:ahLst/>
              <a:cxnLst/>
              <a:rect l="l" t="t" r="r" b="b"/>
              <a:pathLst>
                <a:path w="127634" h="105410">
                  <a:moveTo>
                    <a:pt x="127584" y="0"/>
                  </a:moveTo>
                  <a:lnTo>
                    <a:pt x="0" y="7353"/>
                  </a:lnTo>
                  <a:lnTo>
                    <a:pt x="82435" y="105003"/>
                  </a:lnTo>
                  <a:lnTo>
                    <a:pt x="1275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118825" y="5936093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Arial"/>
                <a:cs typeface="Arial"/>
              </a:rPr>
              <a:t>3(5V)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7652430" y="3858064"/>
            <a:ext cx="847725" cy="589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2220"/>
              </a:lnSpc>
              <a:spcBef>
                <a:spcPts val="95"/>
              </a:spcBef>
            </a:pPr>
            <a:r>
              <a:rPr dirty="0" sz="1900" spc="-50" b="1" i="1">
                <a:latin typeface="맑은 고딕"/>
                <a:cs typeface="맑은 고딕"/>
              </a:rPr>
              <a:t>Sweepe</a:t>
            </a:r>
            <a:endParaRPr sz="1900">
              <a:latin typeface="맑은 고딕"/>
              <a:cs typeface="맑은 고딕"/>
            </a:endParaRPr>
          </a:p>
          <a:p>
            <a:pPr algn="ctr">
              <a:lnSpc>
                <a:spcPts val="2220"/>
              </a:lnSpc>
            </a:pPr>
            <a:r>
              <a:rPr dirty="0" sz="1900" spc="-50" b="1" i="1">
                <a:latin typeface="맑은 고딕"/>
                <a:cs typeface="맑은 고딕"/>
              </a:rPr>
              <a:t>r</a:t>
            </a:r>
            <a:endParaRPr sz="19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10753" y="3124790"/>
            <a:ext cx="1522095" cy="2392045"/>
            <a:chOff x="3610753" y="3124790"/>
            <a:chExt cx="1522095" cy="2392045"/>
          </a:xfrm>
        </p:grpSpPr>
        <p:sp>
          <p:nvSpPr>
            <p:cNvPr id="4" name="object 4"/>
            <p:cNvSpPr/>
            <p:nvPr/>
          </p:nvSpPr>
          <p:spPr>
            <a:xfrm>
              <a:off x="3667903" y="3181940"/>
              <a:ext cx="1407795" cy="1407795"/>
            </a:xfrm>
            <a:custGeom>
              <a:avLst/>
              <a:gdLst/>
              <a:ahLst/>
              <a:cxnLst/>
              <a:rect l="l" t="t" r="r" b="b"/>
              <a:pathLst>
                <a:path w="1407795" h="1407795">
                  <a:moveTo>
                    <a:pt x="0" y="703605"/>
                  </a:moveTo>
                  <a:lnTo>
                    <a:pt x="1623" y="655431"/>
                  </a:lnTo>
                  <a:lnTo>
                    <a:pt x="6423" y="608129"/>
                  </a:lnTo>
                  <a:lnTo>
                    <a:pt x="14294" y="561803"/>
                  </a:lnTo>
                  <a:lnTo>
                    <a:pt x="25133" y="516557"/>
                  </a:lnTo>
                  <a:lnTo>
                    <a:pt x="38833" y="472498"/>
                  </a:lnTo>
                  <a:lnTo>
                    <a:pt x="55292" y="429728"/>
                  </a:lnTo>
                  <a:lnTo>
                    <a:pt x="74403" y="388354"/>
                  </a:lnTo>
                  <a:lnTo>
                    <a:pt x="96061" y="348480"/>
                  </a:lnTo>
                  <a:lnTo>
                    <a:pt x="120163" y="310211"/>
                  </a:lnTo>
                  <a:lnTo>
                    <a:pt x="146603" y="273651"/>
                  </a:lnTo>
                  <a:lnTo>
                    <a:pt x="175277" y="238905"/>
                  </a:lnTo>
                  <a:lnTo>
                    <a:pt x="206079" y="206079"/>
                  </a:lnTo>
                  <a:lnTo>
                    <a:pt x="238905" y="175277"/>
                  </a:lnTo>
                  <a:lnTo>
                    <a:pt x="273651" y="146603"/>
                  </a:lnTo>
                  <a:lnTo>
                    <a:pt x="310211" y="120163"/>
                  </a:lnTo>
                  <a:lnTo>
                    <a:pt x="348480" y="96061"/>
                  </a:lnTo>
                  <a:lnTo>
                    <a:pt x="388354" y="74403"/>
                  </a:lnTo>
                  <a:lnTo>
                    <a:pt x="429728" y="55292"/>
                  </a:lnTo>
                  <a:lnTo>
                    <a:pt x="472498" y="38833"/>
                  </a:lnTo>
                  <a:lnTo>
                    <a:pt x="516557" y="25133"/>
                  </a:lnTo>
                  <a:lnTo>
                    <a:pt x="561803" y="14294"/>
                  </a:lnTo>
                  <a:lnTo>
                    <a:pt x="608129" y="6423"/>
                  </a:lnTo>
                  <a:lnTo>
                    <a:pt x="655431" y="1623"/>
                  </a:lnTo>
                  <a:lnTo>
                    <a:pt x="703605" y="0"/>
                  </a:lnTo>
                  <a:lnTo>
                    <a:pt x="751777" y="1623"/>
                  </a:lnTo>
                  <a:lnTo>
                    <a:pt x="799078" y="6423"/>
                  </a:lnTo>
                  <a:lnTo>
                    <a:pt x="845403" y="14294"/>
                  </a:lnTo>
                  <a:lnTo>
                    <a:pt x="890647" y="25133"/>
                  </a:lnTo>
                  <a:lnTo>
                    <a:pt x="934706" y="38833"/>
                  </a:lnTo>
                  <a:lnTo>
                    <a:pt x="977474" y="55292"/>
                  </a:lnTo>
                  <a:lnTo>
                    <a:pt x="1018848" y="74403"/>
                  </a:lnTo>
                  <a:lnTo>
                    <a:pt x="1058721" y="96061"/>
                  </a:lnTo>
                  <a:lnTo>
                    <a:pt x="1096990" y="120163"/>
                  </a:lnTo>
                  <a:lnTo>
                    <a:pt x="1133549" y="146603"/>
                  </a:lnTo>
                  <a:lnTo>
                    <a:pt x="1168294" y="175277"/>
                  </a:lnTo>
                  <a:lnTo>
                    <a:pt x="1201119" y="206079"/>
                  </a:lnTo>
                  <a:lnTo>
                    <a:pt x="1231921" y="238905"/>
                  </a:lnTo>
                  <a:lnTo>
                    <a:pt x="1260595" y="273651"/>
                  </a:lnTo>
                  <a:lnTo>
                    <a:pt x="1287035" y="310211"/>
                  </a:lnTo>
                  <a:lnTo>
                    <a:pt x="1311136" y="348480"/>
                  </a:lnTo>
                  <a:lnTo>
                    <a:pt x="1332795" y="388354"/>
                  </a:lnTo>
                  <a:lnTo>
                    <a:pt x="1351906" y="429728"/>
                  </a:lnTo>
                  <a:lnTo>
                    <a:pt x="1368364" y="472498"/>
                  </a:lnTo>
                  <a:lnTo>
                    <a:pt x="1382064" y="516557"/>
                  </a:lnTo>
                  <a:lnTo>
                    <a:pt x="1392903" y="561803"/>
                  </a:lnTo>
                  <a:lnTo>
                    <a:pt x="1400775" y="608129"/>
                  </a:lnTo>
                  <a:lnTo>
                    <a:pt x="1405574" y="655431"/>
                  </a:lnTo>
                  <a:lnTo>
                    <a:pt x="1407198" y="703605"/>
                  </a:lnTo>
                  <a:lnTo>
                    <a:pt x="1405574" y="751779"/>
                  </a:lnTo>
                  <a:lnTo>
                    <a:pt x="1400775" y="799081"/>
                  </a:lnTo>
                  <a:lnTo>
                    <a:pt x="1392903" y="845407"/>
                  </a:lnTo>
                  <a:lnTo>
                    <a:pt x="1382064" y="890652"/>
                  </a:lnTo>
                  <a:lnTo>
                    <a:pt x="1368364" y="934712"/>
                  </a:lnTo>
                  <a:lnTo>
                    <a:pt x="1351906" y="977482"/>
                  </a:lnTo>
                  <a:lnTo>
                    <a:pt x="1332795" y="1018856"/>
                  </a:lnTo>
                  <a:lnTo>
                    <a:pt x="1311136" y="1058730"/>
                  </a:lnTo>
                  <a:lnTo>
                    <a:pt x="1287035" y="1096999"/>
                  </a:lnTo>
                  <a:lnTo>
                    <a:pt x="1260595" y="1133559"/>
                  </a:lnTo>
                  <a:lnTo>
                    <a:pt x="1231921" y="1168304"/>
                  </a:lnTo>
                  <a:lnTo>
                    <a:pt x="1201119" y="1201131"/>
                  </a:lnTo>
                  <a:lnTo>
                    <a:pt x="1168294" y="1231933"/>
                  </a:lnTo>
                  <a:lnTo>
                    <a:pt x="1133549" y="1260607"/>
                  </a:lnTo>
                  <a:lnTo>
                    <a:pt x="1096990" y="1287047"/>
                  </a:lnTo>
                  <a:lnTo>
                    <a:pt x="1058721" y="1311148"/>
                  </a:lnTo>
                  <a:lnTo>
                    <a:pt x="1018848" y="1332807"/>
                  </a:lnTo>
                  <a:lnTo>
                    <a:pt x="977474" y="1351918"/>
                  </a:lnTo>
                  <a:lnTo>
                    <a:pt x="934706" y="1368376"/>
                  </a:lnTo>
                  <a:lnTo>
                    <a:pt x="890647" y="1382077"/>
                  </a:lnTo>
                  <a:lnTo>
                    <a:pt x="845403" y="1392916"/>
                  </a:lnTo>
                  <a:lnTo>
                    <a:pt x="799078" y="1400787"/>
                  </a:lnTo>
                  <a:lnTo>
                    <a:pt x="751777" y="1405587"/>
                  </a:lnTo>
                  <a:lnTo>
                    <a:pt x="703605" y="1407210"/>
                  </a:lnTo>
                  <a:lnTo>
                    <a:pt x="655431" y="1405587"/>
                  </a:lnTo>
                  <a:lnTo>
                    <a:pt x="608129" y="1400787"/>
                  </a:lnTo>
                  <a:lnTo>
                    <a:pt x="561803" y="1392916"/>
                  </a:lnTo>
                  <a:lnTo>
                    <a:pt x="516557" y="1382077"/>
                  </a:lnTo>
                  <a:lnTo>
                    <a:pt x="472498" y="1368376"/>
                  </a:lnTo>
                  <a:lnTo>
                    <a:pt x="429728" y="1351918"/>
                  </a:lnTo>
                  <a:lnTo>
                    <a:pt x="388354" y="1332807"/>
                  </a:lnTo>
                  <a:lnTo>
                    <a:pt x="348480" y="1311148"/>
                  </a:lnTo>
                  <a:lnTo>
                    <a:pt x="310211" y="1287047"/>
                  </a:lnTo>
                  <a:lnTo>
                    <a:pt x="273651" y="1260607"/>
                  </a:lnTo>
                  <a:lnTo>
                    <a:pt x="238905" y="1231933"/>
                  </a:lnTo>
                  <a:lnTo>
                    <a:pt x="206079" y="1201131"/>
                  </a:lnTo>
                  <a:lnTo>
                    <a:pt x="175277" y="1168304"/>
                  </a:lnTo>
                  <a:lnTo>
                    <a:pt x="146603" y="1133559"/>
                  </a:lnTo>
                  <a:lnTo>
                    <a:pt x="120163" y="1096999"/>
                  </a:lnTo>
                  <a:lnTo>
                    <a:pt x="96061" y="1058730"/>
                  </a:lnTo>
                  <a:lnTo>
                    <a:pt x="74403" y="1018856"/>
                  </a:lnTo>
                  <a:lnTo>
                    <a:pt x="55292" y="977482"/>
                  </a:lnTo>
                  <a:lnTo>
                    <a:pt x="38833" y="934712"/>
                  </a:lnTo>
                  <a:lnTo>
                    <a:pt x="25133" y="890652"/>
                  </a:lnTo>
                  <a:lnTo>
                    <a:pt x="14294" y="845407"/>
                  </a:lnTo>
                  <a:lnTo>
                    <a:pt x="6423" y="799081"/>
                  </a:lnTo>
                  <a:lnTo>
                    <a:pt x="1623" y="751779"/>
                  </a:lnTo>
                  <a:lnTo>
                    <a:pt x="0" y="703605"/>
                  </a:lnTo>
                  <a:close/>
                </a:path>
              </a:pathLst>
            </a:custGeom>
            <a:ln w="114299">
              <a:solidFill>
                <a:srgbClr val="7574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75468" y="4191990"/>
              <a:ext cx="792480" cy="791845"/>
            </a:xfrm>
            <a:custGeom>
              <a:avLst/>
              <a:gdLst/>
              <a:ahLst/>
              <a:cxnLst/>
              <a:rect l="l" t="t" r="r" b="b"/>
              <a:pathLst>
                <a:path w="792479" h="791845">
                  <a:moveTo>
                    <a:pt x="792086" y="0"/>
                  </a:moveTo>
                  <a:lnTo>
                    <a:pt x="0" y="0"/>
                  </a:lnTo>
                  <a:lnTo>
                    <a:pt x="0" y="791260"/>
                  </a:lnTo>
                  <a:lnTo>
                    <a:pt x="792086" y="791260"/>
                  </a:lnTo>
                  <a:lnTo>
                    <a:pt x="792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18305" y="4407407"/>
              <a:ext cx="962025" cy="720090"/>
            </a:xfrm>
            <a:custGeom>
              <a:avLst/>
              <a:gdLst/>
              <a:ahLst/>
              <a:cxnLst/>
              <a:rect l="l" t="t" r="r" b="b"/>
              <a:pathLst>
                <a:path w="962025" h="720089">
                  <a:moveTo>
                    <a:pt x="114300" y="0"/>
                  </a:moveTo>
                  <a:lnTo>
                    <a:pt x="0" y="0"/>
                  </a:lnTo>
                  <a:lnTo>
                    <a:pt x="0" y="720077"/>
                  </a:lnTo>
                  <a:lnTo>
                    <a:pt x="114300" y="720077"/>
                  </a:lnTo>
                  <a:lnTo>
                    <a:pt x="114300" y="0"/>
                  </a:lnTo>
                  <a:close/>
                </a:path>
                <a:path w="962025" h="720089">
                  <a:moveTo>
                    <a:pt x="961555" y="0"/>
                  </a:moveTo>
                  <a:lnTo>
                    <a:pt x="847255" y="0"/>
                  </a:lnTo>
                  <a:lnTo>
                    <a:pt x="847255" y="720077"/>
                  </a:lnTo>
                  <a:lnTo>
                    <a:pt x="961555" y="720077"/>
                  </a:lnTo>
                  <a:lnTo>
                    <a:pt x="961555" y="0"/>
                  </a:lnTo>
                  <a:close/>
                </a:path>
              </a:pathLst>
            </a:custGeom>
            <a:solidFill>
              <a:srgbClr val="7574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49426" y="3765187"/>
              <a:ext cx="256540" cy="241300"/>
            </a:xfrm>
            <a:custGeom>
              <a:avLst/>
              <a:gdLst/>
              <a:ahLst/>
              <a:cxnLst/>
              <a:rect l="l" t="t" r="r" b="b"/>
              <a:pathLst>
                <a:path w="256539" h="241300">
                  <a:moveTo>
                    <a:pt x="128219" y="0"/>
                  </a:moveTo>
                  <a:lnTo>
                    <a:pt x="78309" y="9458"/>
                  </a:lnTo>
                  <a:lnTo>
                    <a:pt x="37553" y="35252"/>
                  </a:lnTo>
                  <a:lnTo>
                    <a:pt x="10075" y="73509"/>
                  </a:lnTo>
                  <a:lnTo>
                    <a:pt x="0" y="120357"/>
                  </a:lnTo>
                  <a:lnTo>
                    <a:pt x="10075" y="167206"/>
                  </a:lnTo>
                  <a:lnTo>
                    <a:pt x="37553" y="205463"/>
                  </a:lnTo>
                  <a:lnTo>
                    <a:pt x="78309" y="231257"/>
                  </a:lnTo>
                  <a:lnTo>
                    <a:pt x="128219" y="240715"/>
                  </a:lnTo>
                  <a:lnTo>
                    <a:pt x="178135" y="231257"/>
                  </a:lnTo>
                  <a:lnTo>
                    <a:pt x="218895" y="205463"/>
                  </a:lnTo>
                  <a:lnTo>
                    <a:pt x="246375" y="167206"/>
                  </a:lnTo>
                  <a:lnTo>
                    <a:pt x="256451" y="120357"/>
                  </a:lnTo>
                  <a:lnTo>
                    <a:pt x="246375" y="73509"/>
                  </a:lnTo>
                  <a:lnTo>
                    <a:pt x="218895" y="35252"/>
                  </a:lnTo>
                  <a:lnTo>
                    <a:pt x="178135" y="9458"/>
                  </a:lnTo>
                  <a:lnTo>
                    <a:pt x="128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47902" y="3763663"/>
              <a:ext cx="259715" cy="243840"/>
            </a:xfrm>
            <a:custGeom>
              <a:avLst/>
              <a:gdLst/>
              <a:ahLst/>
              <a:cxnLst/>
              <a:rect l="l" t="t" r="r" b="b"/>
              <a:pathLst>
                <a:path w="259714" h="243839">
                  <a:moveTo>
                    <a:pt x="0" y="121881"/>
                  </a:moveTo>
                  <a:lnTo>
                    <a:pt x="10196" y="74441"/>
                  </a:lnTo>
                  <a:lnTo>
                    <a:pt x="38001" y="35699"/>
                  </a:lnTo>
                  <a:lnTo>
                    <a:pt x="79242" y="9578"/>
                  </a:lnTo>
                  <a:lnTo>
                    <a:pt x="129743" y="0"/>
                  </a:lnTo>
                  <a:lnTo>
                    <a:pt x="180251" y="9578"/>
                  </a:lnTo>
                  <a:lnTo>
                    <a:pt x="221495" y="35699"/>
                  </a:lnTo>
                  <a:lnTo>
                    <a:pt x="249302" y="74441"/>
                  </a:lnTo>
                  <a:lnTo>
                    <a:pt x="259499" y="121881"/>
                  </a:lnTo>
                  <a:lnTo>
                    <a:pt x="249302" y="169322"/>
                  </a:lnTo>
                  <a:lnTo>
                    <a:pt x="221495" y="208064"/>
                  </a:lnTo>
                  <a:lnTo>
                    <a:pt x="180251" y="234185"/>
                  </a:lnTo>
                  <a:lnTo>
                    <a:pt x="129743" y="243763"/>
                  </a:lnTo>
                  <a:lnTo>
                    <a:pt x="79242" y="234185"/>
                  </a:lnTo>
                  <a:lnTo>
                    <a:pt x="38001" y="208064"/>
                  </a:lnTo>
                  <a:lnTo>
                    <a:pt x="10196" y="169322"/>
                  </a:lnTo>
                  <a:lnTo>
                    <a:pt x="0" y="121881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53466" y="4005903"/>
              <a:ext cx="12065" cy="1482090"/>
            </a:xfrm>
            <a:custGeom>
              <a:avLst/>
              <a:gdLst/>
              <a:ahLst/>
              <a:cxnLst/>
              <a:rect l="l" t="t" r="r" b="b"/>
              <a:pathLst>
                <a:path w="12064" h="1482089">
                  <a:moveTo>
                    <a:pt x="12026" y="0"/>
                  </a:moveTo>
                  <a:lnTo>
                    <a:pt x="0" y="1482013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52814" y="3797750"/>
              <a:ext cx="506095" cy="633730"/>
            </a:xfrm>
            <a:custGeom>
              <a:avLst/>
              <a:gdLst/>
              <a:ahLst/>
              <a:cxnLst/>
              <a:rect l="l" t="t" r="r" b="b"/>
              <a:pathLst>
                <a:path w="506095" h="633729">
                  <a:moveTo>
                    <a:pt x="312597" y="0"/>
                  </a:moveTo>
                  <a:lnTo>
                    <a:pt x="0" y="633120"/>
                  </a:lnTo>
                  <a:lnTo>
                    <a:pt x="505688" y="140335"/>
                  </a:lnTo>
                  <a:lnTo>
                    <a:pt x="312597" y="0"/>
                  </a:lnTo>
                  <a:close/>
                </a:path>
              </a:pathLst>
            </a:custGeom>
            <a:solidFill>
              <a:srgbClr val="B3CF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7188317" y="2991739"/>
            <a:ext cx="1715770" cy="2519045"/>
            <a:chOff x="7188317" y="2991739"/>
            <a:chExt cx="1715770" cy="2519045"/>
          </a:xfrm>
        </p:grpSpPr>
        <p:sp>
          <p:nvSpPr>
            <p:cNvPr id="12" name="object 12"/>
            <p:cNvSpPr/>
            <p:nvPr/>
          </p:nvSpPr>
          <p:spPr>
            <a:xfrm>
              <a:off x="7245467" y="3175652"/>
              <a:ext cx="1407795" cy="1407795"/>
            </a:xfrm>
            <a:custGeom>
              <a:avLst/>
              <a:gdLst/>
              <a:ahLst/>
              <a:cxnLst/>
              <a:rect l="l" t="t" r="r" b="b"/>
              <a:pathLst>
                <a:path w="1407795" h="1407795">
                  <a:moveTo>
                    <a:pt x="0" y="703605"/>
                  </a:moveTo>
                  <a:lnTo>
                    <a:pt x="1623" y="655431"/>
                  </a:lnTo>
                  <a:lnTo>
                    <a:pt x="6423" y="608129"/>
                  </a:lnTo>
                  <a:lnTo>
                    <a:pt x="14294" y="561803"/>
                  </a:lnTo>
                  <a:lnTo>
                    <a:pt x="25133" y="516557"/>
                  </a:lnTo>
                  <a:lnTo>
                    <a:pt x="38833" y="472498"/>
                  </a:lnTo>
                  <a:lnTo>
                    <a:pt x="55292" y="429728"/>
                  </a:lnTo>
                  <a:lnTo>
                    <a:pt x="74403" y="388354"/>
                  </a:lnTo>
                  <a:lnTo>
                    <a:pt x="96061" y="348480"/>
                  </a:lnTo>
                  <a:lnTo>
                    <a:pt x="120163" y="310211"/>
                  </a:lnTo>
                  <a:lnTo>
                    <a:pt x="146603" y="273651"/>
                  </a:lnTo>
                  <a:lnTo>
                    <a:pt x="175277" y="238905"/>
                  </a:lnTo>
                  <a:lnTo>
                    <a:pt x="206079" y="206079"/>
                  </a:lnTo>
                  <a:lnTo>
                    <a:pt x="238905" y="175277"/>
                  </a:lnTo>
                  <a:lnTo>
                    <a:pt x="273651" y="146603"/>
                  </a:lnTo>
                  <a:lnTo>
                    <a:pt x="310211" y="120163"/>
                  </a:lnTo>
                  <a:lnTo>
                    <a:pt x="348480" y="96061"/>
                  </a:lnTo>
                  <a:lnTo>
                    <a:pt x="388354" y="74403"/>
                  </a:lnTo>
                  <a:lnTo>
                    <a:pt x="429728" y="55292"/>
                  </a:lnTo>
                  <a:lnTo>
                    <a:pt x="472498" y="38833"/>
                  </a:lnTo>
                  <a:lnTo>
                    <a:pt x="516557" y="25133"/>
                  </a:lnTo>
                  <a:lnTo>
                    <a:pt x="561803" y="14294"/>
                  </a:lnTo>
                  <a:lnTo>
                    <a:pt x="608129" y="6423"/>
                  </a:lnTo>
                  <a:lnTo>
                    <a:pt x="655431" y="1623"/>
                  </a:lnTo>
                  <a:lnTo>
                    <a:pt x="703605" y="0"/>
                  </a:lnTo>
                  <a:lnTo>
                    <a:pt x="751777" y="1623"/>
                  </a:lnTo>
                  <a:lnTo>
                    <a:pt x="799078" y="6423"/>
                  </a:lnTo>
                  <a:lnTo>
                    <a:pt x="845403" y="14294"/>
                  </a:lnTo>
                  <a:lnTo>
                    <a:pt x="890647" y="25133"/>
                  </a:lnTo>
                  <a:lnTo>
                    <a:pt x="934706" y="38833"/>
                  </a:lnTo>
                  <a:lnTo>
                    <a:pt x="977474" y="55292"/>
                  </a:lnTo>
                  <a:lnTo>
                    <a:pt x="1018848" y="74403"/>
                  </a:lnTo>
                  <a:lnTo>
                    <a:pt x="1058721" y="96061"/>
                  </a:lnTo>
                  <a:lnTo>
                    <a:pt x="1096990" y="120163"/>
                  </a:lnTo>
                  <a:lnTo>
                    <a:pt x="1133549" y="146603"/>
                  </a:lnTo>
                  <a:lnTo>
                    <a:pt x="1168294" y="175277"/>
                  </a:lnTo>
                  <a:lnTo>
                    <a:pt x="1201119" y="206079"/>
                  </a:lnTo>
                  <a:lnTo>
                    <a:pt x="1231921" y="238905"/>
                  </a:lnTo>
                  <a:lnTo>
                    <a:pt x="1260595" y="273651"/>
                  </a:lnTo>
                  <a:lnTo>
                    <a:pt x="1287035" y="310211"/>
                  </a:lnTo>
                  <a:lnTo>
                    <a:pt x="1311136" y="348480"/>
                  </a:lnTo>
                  <a:lnTo>
                    <a:pt x="1332795" y="388354"/>
                  </a:lnTo>
                  <a:lnTo>
                    <a:pt x="1351906" y="429728"/>
                  </a:lnTo>
                  <a:lnTo>
                    <a:pt x="1368364" y="472498"/>
                  </a:lnTo>
                  <a:lnTo>
                    <a:pt x="1382064" y="516557"/>
                  </a:lnTo>
                  <a:lnTo>
                    <a:pt x="1392903" y="561803"/>
                  </a:lnTo>
                  <a:lnTo>
                    <a:pt x="1400775" y="608129"/>
                  </a:lnTo>
                  <a:lnTo>
                    <a:pt x="1405574" y="655431"/>
                  </a:lnTo>
                  <a:lnTo>
                    <a:pt x="1407198" y="703605"/>
                  </a:lnTo>
                  <a:lnTo>
                    <a:pt x="1405574" y="751779"/>
                  </a:lnTo>
                  <a:lnTo>
                    <a:pt x="1400775" y="799081"/>
                  </a:lnTo>
                  <a:lnTo>
                    <a:pt x="1392903" y="845407"/>
                  </a:lnTo>
                  <a:lnTo>
                    <a:pt x="1382064" y="890652"/>
                  </a:lnTo>
                  <a:lnTo>
                    <a:pt x="1368364" y="934712"/>
                  </a:lnTo>
                  <a:lnTo>
                    <a:pt x="1351906" y="977482"/>
                  </a:lnTo>
                  <a:lnTo>
                    <a:pt x="1332795" y="1018856"/>
                  </a:lnTo>
                  <a:lnTo>
                    <a:pt x="1311136" y="1058730"/>
                  </a:lnTo>
                  <a:lnTo>
                    <a:pt x="1287035" y="1096999"/>
                  </a:lnTo>
                  <a:lnTo>
                    <a:pt x="1260595" y="1133559"/>
                  </a:lnTo>
                  <a:lnTo>
                    <a:pt x="1231921" y="1168304"/>
                  </a:lnTo>
                  <a:lnTo>
                    <a:pt x="1201119" y="1201131"/>
                  </a:lnTo>
                  <a:lnTo>
                    <a:pt x="1168294" y="1231933"/>
                  </a:lnTo>
                  <a:lnTo>
                    <a:pt x="1133549" y="1260607"/>
                  </a:lnTo>
                  <a:lnTo>
                    <a:pt x="1096990" y="1287047"/>
                  </a:lnTo>
                  <a:lnTo>
                    <a:pt x="1058721" y="1311148"/>
                  </a:lnTo>
                  <a:lnTo>
                    <a:pt x="1018848" y="1332807"/>
                  </a:lnTo>
                  <a:lnTo>
                    <a:pt x="977474" y="1351918"/>
                  </a:lnTo>
                  <a:lnTo>
                    <a:pt x="934706" y="1368376"/>
                  </a:lnTo>
                  <a:lnTo>
                    <a:pt x="890647" y="1382077"/>
                  </a:lnTo>
                  <a:lnTo>
                    <a:pt x="845403" y="1392916"/>
                  </a:lnTo>
                  <a:lnTo>
                    <a:pt x="799078" y="1400787"/>
                  </a:lnTo>
                  <a:lnTo>
                    <a:pt x="751777" y="1405587"/>
                  </a:lnTo>
                  <a:lnTo>
                    <a:pt x="703605" y="1407210"/>
                  </a:lnTo>
                  <a:lnTo>
                    <a:pt x="655431" y="1405587"/>
                  </a:lnTo>
                  <a:lnTo>
                    <a:pt x="608129" y="1400787"/>
                  </a:lnTo>
                  <a:lnTo>
                    <a:pt x="561803" y="1392916"/>
                  </a:lnTo>
                  <a:lnTo>
                    <a:pt x="516557" y="1382077"/>
                  </a:lnTo>
                  <a:lnTo>
                    <a:pt x="472498" y="1368376"/>
                  </a:lnTo>
                  <a:lnTo>
                    <a:pt x="429728" y="1351918"/>
                  </a:lnTo>
                  <a:lnTo>
                    <a:pt x="388354" y="1332807"/>
                  </a:lnTo>
                  <a:lnTo>
                    <a:pt x="348480" y="1311148"/>
                  </a:lnTo>
                  <a:lnTo>
                    <a:pt x="310211" y="1287047"/>
                  </a:lnTo>
                  <a:lnTo>
                    <a:pt x="273651" y="1260607"/>
                  </a:lnTo>
                  <a:lnTo>
                    <a:pt x="238905" y="1231933"/>
                  </a:lnTo>
                  <a:lnTo>
                    <a:pt x="206079" y="1201131"/>
                  </a:lnTo>
                  <a:lnTo>
                    <a:pt x="175277" y="1168304"/>
                  </a:lnTo>
                  <a:lnTo>
                    <a:pt x="146603" y="1133559"/>
                  </a:lnTo>
                  <a:lnTo>
                    <a:pt x="120163" y="1096999"/>
                  </a:lnTo>
                  <a:lnTo>
                    <a:pt x="96061" y="1058730"/>
                  </a:lnTo>
                  <a:lnTo>
                    <a:pt x="74403" y="1018856"/>
                  </a:lnTo>
                  <a:lnTo>
                    <a:pt x="55292" y="977482"/>
                  </a:lnTo>
                  <a:lnTo>
                    <a:pt x="38833" y="934712"/>
                  </a:lnTo>
                  <a:lnTo>
                    <a:pt x="25133" y="890652"/>
                  </a:lnTo>
                  <a:lnTo>
                    <a:pt x="14294" y="845407"/>
                  </a:lnTo>
                  <a:lnTo>
                    <a:pt x="6423" y="799081"/>
                  </a:lnTo>
                  <a:lnTo>
                    <a:pt x="1623" y="751779"/>
                  </a:lnTo>
                  <a:lnTo>
                    <a:pt x="0" y="703605"/>
                  </a:lnTo>
                  <a:close/>
                </a:path>
              </a:pathLst>
            </a:custGeom>
            <a:ln w="114299">
              <a:solidFill>
                <a:srgbClr val="7574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553032" y="4185704"/>
              <a:ext cx="792480" cy="791845"/>
            </a:xfrm>
            <a:custGeom>
              <a:avLst/>
              <a:gdLst/>
              <a:ahLst/>
              <a:cxnLst/>
              <a:rect l="l" t="t" r="r" b="b"/>
              <a:pathLst>
                <a:path w="792479" h="791845">
                  <a:moveTo>
                    <a:pt x="792086" y="0"/>
                  </a:moveTo>
                  <a:lnTo>
                    <a:pt x="0" y="0"/>
                  </a:lnTo>
                  <a:lnTo>
                    <a:pt x="0" y="791260"/>
                  </a:lnTo>
                  <a:lnTo>
                    <a:pt x="792086" y="791260"/>
                  </a:lnTo>
                  <a:lnTo>
                    <a:pt x="792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495870" y="4401108"/>
              <a:ext cx="962025" cy="720090"/>
            </a:xfrm>
            <a:custGeom>
              <a:avLst/>
              <a:gdLst/>
              <a:ahLst/>
              <a:cxnLst/>
              <a:rect l="l" t="t" r="r" b="b"/>
              <a:pathLst>
                <a:path w="962025" h="720089">
                  <a:moveTo>
                    <a:pt x="114300" y="0"/>
                  </a:moveTo>
                  <a:lnTo>
                    <a:pt x="0" y="0"/>
                  </a:lnTo>
                  <a:lnTo>
                    <a:pt x="0" y="720077"/>
                  </a:lnTo>
                  <a:lnTo>
                    <a:pt x="114300" y="720077"/>
                  </a:lnTo>
                  <a:lnTo>
                    <a:pt x="114300" y="0"/>
                  </a:lnTo>
                  <a:close/>
                </a:path>
                <a:path w="962025" h="720089">
                  <a:moveTo>
                    <a:pt x="961555" y="0"/>
                  </a:moveTo>
                  <a:lnTo>
                    <a:pt x="847255" y="0"/>
                  </a:lnTo>
                  <a:lnTo>
                    <a:pt x="847255" y="720077"/>
                  </a:lnTo>
                  <a:lnTo>
                    <a:pt x="961555" y="720077"/>
                  </a:lnTo>
                  <a:lnTo>
                    <a:pt x="961555" y="0"/>
                  </a:lnTo>
                  <a:close/>
                </a:path>
              </a:pathLst>
            </a:custGeom>
            <a:solidFill>
              <a:srgbClr val="7574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826990" y="3758900"/>
              <a:ext cx="256540" cy="241300"/>
            </a:xfrm>
            <a:custGeom>
              <a:avLst/>
              <a:gdLst/>
              <a:ahLst/>
              <a:cxnLst/>
              <a:rect l="l" t="t" r="r" b="b"/>
              <a:pathLst>
                <a:path w="256540" h="241300">
                  <a:moveTo>
                    <a:pt x="128219" y="0"/>
                  </a:moveTo>
                  <a:lnTo>
                    <a:pt x="78309" y="9458"/>
                  </a:lnTo>
                  <a:lnTo>
                    <a:pt x="37553" y="35252"/>
                  </a:lnTo>
                  <a:lnTo>
                    <a:pt x="10075" y="73509"/>
                  </a:lnTo>
                  <a:lnTo>
                    <a:pt x="0" y="120357"/>
                  </a:lnTo>
                  <a:lnTo>
                    <a:pt x="10075" y="167206"/>
                  </a:lnTo>
                  <a:lnTo>
                    <a:pt x="37553" y="205463"/>
                  </a:lnTo>
                  <a:lnTo>
                    <a:pt x="78309" y="231257"/>
                  </a:lnTo>
                  <a:lnTo>
                    <a:pt x="128219" y="240715"/>
                  </a:lnTo>
                  <a:lnTo>
                    <a:pt x="178135" y="231257"/>
                  </a:lnTo>
                  <a:lnTo>
                    <a:pt x="218895" y="205463"/>
                  </a:lnTo>
                  <a:lnTo>
                    <a:pt x="246375" y="167206"/>
                  </a:lnTo>
                  <a:lnTo>
                    <a:pt x="256451" y="120357"/>
                  </a:lnTo>
                  <a:lnTo>
                    <a:pt x="246375" y="73509"/>
                  </a:lnTo>
                  <a:lnTo>
                    <a:pt x="218895" y="35252"/>
                  </a:lnTo>
                  <a:lnTo>
                    <a:pt x="178135" y="9458"/>
                  </a:lnTo>
                  <a:lnTo>
                    <a:pt x="128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825466" y="3757376"/>
              <a:ext cx="259715" cy="243840"/>
            </a:xfrm>
            <a:custGeom>
              <a:avLst/>
              <a:gdLst/>
              <a:ahLst/>
              <a:cxnLst/>
              <a:rect l="l" t="t" r="r" b="b"/>
              <a:pathLst>
                <a:path w="259715" h="243839">
                  <a:moveTo>
                    <a:pt x="0" y="121881"/>
                  </a:moveTo>
                  <a:lnTo>
                    <a:pt x="10196" y="74441"/>
                  </a:lnTo>
                  <a:lnTo>
                    <a:pt x="38001" y="35699"/>
                  </a:lnTo>
                  <a:lnTo>
                    <a:pt x="79242" y="9578"/>
                  </a:lnTo>
                  <a:lnTo>
                    <a:pt x="129743" y="0"/>
                  </a:lnTo>
                  <a:lnTo>
                    <a:pt x="180251" y="9578"/>
                  </a:lnTo>
                  <a:lnTo>
                    <a:pt x="221495" y="35699"/>
                  </a:lnTo>
                  <a:lnTo>
                    <a:pt x="249302" y="74441"/>
                  </a:lnTo>
                  <a:lnTo>
                    <a:pt x="259499" y="121881"/>
                  </a:lnTo>
                  <a:lnTo>
                    <a:pt x="249302" y="169322"/>
                  </a:lnTo>
                  <a:lnTo>
                    <a:pt x="221495" y="208064"/>
                  </a:lnTo>
                  <a:lnTo>
                    <a:pt x="180251" y="234185"/>
                  </a:lnTo>
                  <a:lnTo>
                    <a:pt x="129743" y="243763"/>
                  </a:lnTo>
                  <a:lnTo>
                    <a:pt x="79242" y="234185"/>
                  </a:lnTo>
                  <a:lnTo>
                    <a:pt x="38001" y="208064"/>
                  </a:lnTo>
                  <a:lnTo>
                    <a:pt x="10196" y="169322"/>
                  </a:lnTo>
                  <a:lnTo>
                    <a:pt x="0" y="121881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31030" y="3999616"/>
              <a:ext cx="12065" cy="1482090"/>
            </a:xfrm>
            <a:custGeom>
              <a:avLst/>
              <a:gdLst/>
              <a:ahLst/>
              <a:cxnLst/>
              <a:rect l="l" t="t" r="r" b="b"/>
              <a:pathLst>
                <a:path w="12065" h="1482089">
                  <a:moveTo>
                    <a:pt x="12026" y="0"/>
                  </a:moveTo>
                  <a:lnTo>
                    <a:pt x="0" y="1482013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879244" y="3807096"/>
              <a:ext cx="525780" cy="620395"/>
            </a:xfrm>
            <a:custGeom>
              <a:avLst/>
              <a:gdLst/>
              <a:ahLst/>
              <a:cxnLst/>
              <a:rect l="l" t="t" r="r" b="b"/>
              <a:pathLst>
                <a:path w="525779" h="620395">
                  <a:moveTo>
                    <a:pt x="187236" y="0"/>
                  </a:moveTo>
                  <a:lnTo>
                    <a:pt x="0" y="148056"/>
                  </a:lnTo>
                  <a:lnTo>
                    <a:pt x="525272" y="619912"/>
                  </a:lnTo>
                  <a:lnTo>
                    <a:pt x="187236" y="0"/>
                  </a:lnTo>
                  <a:close/>
                </a:path>
              </a:pathLst>
            </a:custGeom>
            <a:solidFill>
              <a:srgbClr val="B3CF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215058" y="3029839"/>
              <a:ext cx="650875" cy="1400175"/>
            </a:xfrm>
            <a:custGeom>
              <a:avLst/>
              <a:gdLst/>
              <a:ahLst/>
              <a:cxnLst/>
              <a:rect l="l" t="t" r="r" b="b"/>
              <a:pathLst>
                <a:path w="650875" h="1400175">
                  <a:moveTo>
                    <a:pt x="0" y="5562"/>
                  </a:moveTo>
                  <a:lnTo>
                    <a:pt x="41403" y="950"/>
                  </a:lnTo>
                  <a:lnTo>
                    <a:pt x="82182" y="0"/>
                  </a:lnTo>
                  <a:lnTo>
                    <a:pt x="122250" y="2611"/>
                  </a:lnTo>
                  <a:lnTo>
                    <a:pt x="161522" y="8684"/>
                  </a:lnTo>
                  <a:lnTo>
                    <a:pt x="199912" y="18121"/>
                  </a:lnTo>
                  <a:lnTo>
                    <a:pt x="237335" y="30821"/>
                  </a:lnTo>
                  <a:lnTo>
                    <a:pt x="273704" y="46686"/>
                  </a:lnTo>
                  <a:lnTo>
                    <a:pt x="308933" y="65615"/>
                  </a:lnTo>
                  <a:lnTo>
                    <a:pt x="342938" y="87510"/>
                  </a:lnTo>
                  <a:lnTo>
                    <a:pt x="375633" y="112270"/>
                  </a:lnTo>
                  <a:lnTo>
                    <a:pt x="406931" y="139797"/>
                  </a:lnTo>
                  <a:lnTo>
                    <a:pt x="436748" y="169991"/>
                  </a:lnTo>
                  <a:lnTo>
                    <a:pt x="464996" y="202753"/>
                  </a:lnTo>
                  <a:lnTo>
                    <a:pt x="491592" y="237983"/>
                  </a:lnTo>
                  <a:lnTo>
                    <a:pt x="516448" y="275582"/>
                  </a:lnTo>
                  <a:lnTo>
                    <a:pt x="539480" y="315451"/>
                  </a:lnTo>
                  <a:lnTo>
                    <a:pt x="560601" y="357489"/>
                  </a:lnTo>
                  <a:lnTo>
                    <a:pt x="579725" y="401599"/>
                  </a:lnTo>
                  <a:lnTo>
                    <a:pt x="596768" y="447679"/>
                  </a:lnTo>
                  <a:lnTo>
                    <a:pt x="611644" y="495632"/>
                  </a:lnTo>
                  <a:lnTo>
                    <a:pt x="624266" y="545357"/>
                  </a:lnTo>
                  <a:lnTo>
                    <a:pt x="634549" y="596755"/>
                  </a:lnTo>
                  <a:lnTo>
                    <a:pt x="642407" y="649726"/>
                  </a:lnTo>
                  <a:lnTo>
                    <a:pt x="647755" y="704172"/>
                  </a:lnTo>
                  <a:lnTo>
                    <a:pt x="650506" y="759993"/>
                  </a:lnTo>
                  <a:lnTo>
                    <a:pt x="650622" y="813484"/>
                  </a:lnTo>
                  <a:lnTo>
                    <a:pt x="648302" y="866771"/>
                  </a:lnTo>
                  <a:lnTo>
                    <a:pt x="643593" y="919713"/>
                  </a:lnTo>
                  <a:lnTo>
                    <a:pt x="636546" y="972172"/>
                  </a:lnTo>
                  <a:lnTo>
                    <a:pt x="627210" y="1024008"/>
                  </a:lnTo>
                  <a:lnTo>
                    <a:pt x="615634" y="1075084"/>
                  </a:lnTo>
                  <a:lnTo>
                    <a:pt x="601868" y="1125258"/>
                  </a:lnTo>
                  <a:lnTo>
                    <a:pt x="585959" y="1174394"/>
                  </a:lnTo>
                  <a:lnTo>
                    <a:pt x="567959" y="1222351"/>
                  </a:lnTo>
                  <a:lnTo>
                    <a:pt x="547916" y="1268991"/>
                  </a:lnTo>
                  <a:lnTo>
                    <a:pt x="525879" y="1314174"/>
                  </a:lnTo>
                  <a:lnTo>
                    <a:pt x="501897" y="1357762"/>
                  </a:lnTo>
                  <a:lnTo>
                    <a:pt x="476021" y="1399615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596453" y="4299394"/>
              <a:ext cx="231775" cy="250825"/>
            </a:xfrm>
            <a:custGeom>
              <a:avLst/>
              <a:gdLst/>
              <a:ahLst/>
              <a:cxnLst/>
              <a:rect l="l" t="t" r="r" b="b"/>
              <a:pathLst>
                <a:path w="231775" h="250825">
                  <a:moveTo>
                    <a:pt x="51485" y="0"/>
                  </a:moveTo>
                  <a:lnTo>
                    <a:pt x="0" y="250342"/>
                  </a:lnTo>
                  <a:lnTo>
                    <a:pt x="231165" y="141325"/>
                  </a:lnTo>
                  <a:lnTo>
                    <a:pt x="94221" y="130556"/>
                  </a:lnTo>
                  <a:lnTo>
                    <a:pt x="5148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53155" y="5138073"/>
            <a:ext cx="1849755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3185">
              <a:lnSpc>
                <a:spcPct val="100000"/>
              </a:lnSpc>
              <a:spcBef>
                <a:spcPts val="100"/>
              </a:spcBef>
              <a:tabLst>
                <a:tab pos="912494" algn="l"/>
              </a:tabLst>
            </a:pPr>
            <a:r>
              <a:rPr dirty="0" sz="1400" spc="-25" b="1" i="1">
                <a:latin typeface="Arial"/>
                <a:cs typeface="Arial"/>
              </a:rPr>
              <a:t>Gnd</a:t>
            </a:r>
            <a:r>
              <a:rPr dirty="0" sz="1400" b="1" i="1">
                <a:latin typeface="Arial"/>
                <a:cs typeface="Arial"/>
              </a:rPr>
              <a:t>	</a:t>
            </a:r>
            <a:r>
              <a:rPr dirty="0" sz="1400" spc="-25" b="1" i="1">
                <a:latin typeface="Arial"/>
                <a:cs typeface="Arial"/>
              </a:rPr>
              <a:t>5V</a:t>
            </a:r>
            <a:endParaRPr sz="1400">
              <a:latin typeface="Arial"/>
              <a:cs typeface="Arial"/>
            </a:endParaRPr>
          </a:p>
          <a:p>
            <a:pPr algn="ctr" marR="19685">
              <a:lnSpc>
                <a:spcPct val="100000"/>
              </a:lnSpc>
              <a:spcBef>
                <a:spcPts val="1290"/>
              </a:spcBef>
            </a:pPr>
            <a:r>
              <a:rPr dirty="0" sz="1400" spc="-10" b="1" i="1"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  <a:p>
            <a:pPr marL="429895" marR="5080" indent="-417830">
              <a:lnSpc>
                <a:spcPct val="100000"/>
              </a:lnSpc>
              <a:spcBef>
                <a:spcPts val="1115"/>
              </a:spcBef>
            </a:pPr>
            <a:r>
              <a:rPr dirty="0" sz="1600" b="1">
                <a:latin typeface="맑은 고딕"/>
                <a:cs typeface="맑은 고딕"/>
              </a:rPr>
              <a:t>&lt;Output</a:t>
            </a:r>
            <a:r>
              <a:rPr dirty="0" sz="1600" spc="-60" b="1">
                <a:latin typeface="맑은 고딕"/>
                <a:cs typeface="맑은 고딕"/>
              </a:rPr>
              <a:t> </a:t>
            </a:r>
            <a:r>
              <a:rPr dirty="0" sz="1600" spc="-10" b="1">
                <a:latin typeface="맑은 고딕"/>
                <a:cs typeface="맑은 고딕"/>
              </a:rPr>
              <a:t>minimum </a:t>
            </a:r>
            <a:r>
              <a:rPr dirty="0" sz="1600" b="1">
                <a:latin typeface="맑은 고딕"/>
                <a:cs typeface="맑은 고딕"/>
              </a:rPr>
              <a:t>value</a:t>
            </a:r>
            <a:r>
              <a:rPr dirty="0" sz="1600" spc="-55" b="1">
                <a:latin typeface="맑은 고딕"/>
                <a:cs typeface="맑은 고딕"/>
              </a:rPr>
              <a:t> </a:t>
            </a:r>
            <a:r>
              <a:rPr dirty="0" sz="1600" spc="-20" b="1">
                <a:latin typeface="맑은 고딕"/>
                <a:cs typeface="맑은 고딕"/>
              </a:rPr>
              <a:t>(0)&gt;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33872" y="4236165"/>
            <a:ext cx="923925" cy="461645"/>
            <a:chOff x="3133872" y="4236165"/>
            <a:chExt cx="923925" cy="461645"/>
          </a:xfrm>
        </p:grpSpPr>
        <p:sp>
          <p:nvSpPr>
            <p:cNvPr id="23" name="object 23"/>
            <p:cNvSpPr/>
            <p:nvPr/>
          </p:nvSpPr>
          <p:spPr>
            <a:xfrm>
              <a:off x="3152922" y="4279188"/>
              <a:ext cx="819150" cy="399415"/>
            </a:xfrm>
            <a:custGeom>
              <a:avLst/>
              <a:gdLst/>
              <a:ahLst/>
              <a:cxnLst/>
              <a:rect l="l" t="t" r="r" b="b"/>
              <a:pathLst>
                <a:path w="819150" h="399414">
                  <a:moveTo>
                    <a:pt x="0" y="399186"/>
                  </a:moveTo>
                  <a:lnTo>
                    <a:pt x="819022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929774" y="4236165"/>
              <a:ext cx="128270" cy="102870"/>
            </a:xfrm>
            <a:custGeom>
              <a:avLst/>
              <a:gdLst/>
              <a:ahLst/>
              <a:cxnLst/>
              <a:rect l="l" t="t" r="r" b="b"/>
              <a:pathLst>
                <a:path w="128270" h="102870">
                  <a:moveTo>
                    <a:pt x="0" y="0"/>
                  </a:moveTo>
                  <a:lnTo>
                    <a:pt x="50088" y="102743"/>
                  </a:lnTo>
                  <a:lnTo>
                    <a:pt x="127787" y="12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009130" y="5131785"/>
            <a:ext cx="1891030" cy="1258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0645">
              <a:lnSpc>
                <a:spcPct val="100000"/>
              </a:lnSpc>
              <a:spcBef>
                <a:spcPts val="100"/>
              </a:spcBef>
              <a:tabLst>
                <a:tab pos="912494" algn="l"/>
              </a:tabLst>
            </a:pPr>
            <a:r>
              <a:rPr dirty="0" sz="1400" spc="-25" b="1" i="1">
                <a:latin typeface="Arial"/>
                <a:cs typeface="Arial"/>
              </a:rPr>
              <a:t>Gnd</a:t>
            </a:r>
            <a:r>
              <a:rPr dirty="0" sz="1400" b="1" i="1">
                <a:latin typeface="Arial"/>
                <a:cs typeface="Arial"/>
              </a:rPr>
              <a:t>	</a:t>
            </a:r>
            <a:r>
              <a:rPr dirty="0" sz="1400" spc="-25" b="1" i="1">
                <a:latin typeface="Arial"/>
                <a:cs typeface="Arial"/>
              </a:rPr>
              <a:t>5V</a:t>
            </a:r>
            <a:endParaRPr sz="1400">
              <a:latin typeface="Arial"/>
              <a:cs typeface="Arial"/>
            </a:endParaRPr>
          </a:p>
          <a:p>
            <a:pPr algn="ctr" marR="17145">
              <a:lnSpc>
                <a:spcPct val="100000"/>
              </a:lnSpc>
              <a:spcBef>
                <a:spcPts val="1290"/>
              </a:spcBef>
            </a:pPr>
            <a:r>
              <a:rPr dirty="0" sz="1400" spc="-10" b="1" i="1"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  <a:p>
            <a:pPr marL="274320" marR="5080" indent="-262255">
              <a:lnSpc>
                <a:spcPct val="100000"/>
              </a:lnSpc>
              <a:spcBef>
                <a:spcPts val="1215"/>
              </a:spcBef>
            </a:pPr>
            <a:r>
              <a:rPr dirty="0" sz="1600" b="1">
                <a:latin typeface="맑은 고딕"/>
                <a:cs typeface="맑은 고딕"/>
              </a:rPr>
              <a:t>&lt;Output</a:t>
            </a:r>
            <a:r>
              <a:rPr dirty="0" sz="1600" spc="-60" b="1">
                <a:latin typeface="맑은 고딕"/>
                <a:cs typeface="맑은 고딕"/>
              </a:rPr>
              <a:t> </a:t>
            </a:r>
            <a:r>
              <a:rPr dirty="0" sz="1600" spc="-10" b="1">
                <a:latin typeface="맑은 고딕"/>
                <a:cs typeface="맑은 고딕"/>
              </a:rPr>
              <a:t>maximum </a:t>
            </a:r>
            <a:r>
              <a:rPr dirty="0" sz="1600" b="1">
                <a:latin typeface="맑은 고딕"/>
                <a:cs typeface="맑은 고딕"/>
              </a:rPr>
              <a:t>value</a:t>
            </a:r>
            <a:r>
              <a:rPr dirty="0" sz="1600" spc="-55" b="1">
                <a:latin typeface="맑은 고딕"/>
                <a:cs typeface="맑은 고딕"/>
              </a:rPr>
              <a:t> </a:t>
            </a:r>
            <a:r>
              <a:rPr dirty="0" sz="1600" spc="-10" b="1">
                <a:latin typeface="맑은 고딕"/>
                <a:cs typeface="맑은 고딕"/>
              </a:rPr>
              <a:t>(1023)&gt;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867197" y="1265128"/>
            <a:ext cx="10148570" cy="3559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spc="-10" b="1">
                <a:latin typeface="맑은 고딕"/>
                <a:cs typeface="맑은 고딕"/>
              </a:rPr>
              <a:t>Variable</a:t>
            </a:r>
            <a:r>
              <a:rPr dirty="0" sz="2800" spc="-17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Resistance</a:t>
            </a:r>
            <a:r>
              <a:rPr dirty="0" sz="2800" spc="-180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Description</a:t>
            </a:r>
            <a:endParaRPr sz="28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Move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sweeper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determine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resistance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strength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variable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resistance</a:t>
            </a:r>
            <a:endParaRPr sz="2000">
              <a:latin typeface="맑은 고딕"/>
              <a:cs typeface="맑은 고딕"/>
            </a:endParaRPr>
          </a:p>
          <a:p>
            <a:pPr marL="337185" marR="5080">
              <a:lnSpc>
                <a:spcPct val="100000"/>
              </a:lnSpc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Turn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sweeper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side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5V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maximum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value,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and </a:t>
            </a:r>
            <a:r>
              <a:rPr dirty="0" sz="2000">
                <a:latin typeface="맑은 고딕"/>
                <a:cs typeface="맑은 고딕"/>
              </a:rPr>
              <a:t>turn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sweeper 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side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GND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minimum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value</a:t>
            </a:r>
            <a:endParaRPr sz="2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000">
              <a:latin typeface="맑은 고딕"/>
              <a:cs typeface="맑은 고딕"/>
            </a:endParaRPr>
          </a:p>
          <a:p>
            <a:pPr algn="ctr" marL="7955915" marR="955675">
              <a:lnSpc>
                <a:spcPct val="100000"/>
              </a:lnSpc>
            </a:pPr>
            <a:r>
              <a:rPr dirty="0" sz="1600" b="1">
                <a:latin typeface="맑은 고딕"/>
                <a:cs typeface="맑은 고딕"/>
              </a:rPr>
              <a:t>Rotate</a:t>
            </a:r>
            <a:r>
              <a:rPr dirty="0" sz="1600" spc="-45" b="1">
                <a:latin typeface="맑은 고딕"/>
                <a:cs typeface="맑은 고딕"/>
              </a:rPr>
              <a:t> </a:t>
            </a:r>
            <a:r>
              <a:rPr dirty="0" sz="1600" b="1">
                <a:latin typeface="맑은 고딕"/>
                <a:cs typeface="맑은 고딕"/>
              </a:rPr>
              <a:t>to</a:t>
            </a:r>
            <a:r>
              <a:rPr dirty="0" sz="1600" spc="-55" b="1">
                <a:latin typeface="맑은 고딕"/>
                <a:cs typeface="맑은 고딕"/>
              </a:rPr>
              <a:t> </a:t>
            </a:r>
            <a:r>
              <a:rPr dirty="0" sz="1600" spc="-25" b="1">
                <a:latin typeface="맑은 고딕"/>
                <a:cs typeface="맑은 고딕"/>
              </a:rPr>
              <a:t>5V </a:t>
            </a:r>
            <a:r>
              <a:rPr dirty="0" sz="1600" b="1">
                <a:latin typeface="맑은 고딕"/>
                <a:cs typeface="맑은 고딕"/>
              </a:rPr>
              <a:t>to</a:t>
            </a:r>
            <a:r>
              <a:rPr dirty="0" sz="1600" spc="-10" b="1">
                <a:latin typeface="맑은 고딕"/>
                <a:cs typeface="맑은 고딕"/>
              </a:rPr>
              <a:t> </a:t>
            </a:r>
            <a:r>
              <a:rPr dirty="0" sz="1600" spc="-25" b="1">
                <a:latin typeface="맑은 고딕"/>
                <a:cs typeface="맑은 고딕"/>
              </a:rPr>
              <a:t>the </a:t>
            </a:r>
            <a:r>
              <a:rPr dirty="0" sz="1600" spc="-10" b="1">
                <a:latin typeface="맑은 고딕"/>
                <a:cs typeface="맑은 고딕"/>
              </a:rPr>
              <a:t>maximum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715"/>
              </a:spcBef>
            </a:pPr>
            <a:endParaRPr sz="1600">
              <a:latin typeface="맑은 고딕"/>
              <a:cs typeface="맑은 고딕"/>
            </a:endParaRPr>
          </a:p>
          <a:p>
            <a:pPr marL="1414780">
              <a:lnSpc>
                <a:spcPct val="100000"/>
              </a:lnSpc>
            </a:pPr>
            <a:r>
              <a:rPr dirty="0" sz="1900" spc="-25" b="1" i="1">
                <a:latin typeface="맑은 고딕"/>
                <a:cs typeface="맑은 고딕"/>
              </a:rPr>
              <a:t>스위퍼</a:t>
            </a:r>
            <a:endParaRPr sz="19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77977" y="2830842"/>
            <a:ext cx="4506595" cy="2708910"/>
            <a:chOff x="6477977" y="2830842"/>
            <a:chExt cx="4506595" cy="2708910"/>
          </a:xfrm>
        </p:grpSpPr>
        <p:pic>
          <p:nvPicPr>
            <p:cNvPr id="3" name="object 3" descr="텍스트, 전자기기, 회로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977" y="2830842"/>
              <a:ext cx="4447510" cy="27087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994499" y="4116298"/>
              <a:ext cx="415925" cy="867410"/>
            </a:xfrm>
            <a:custGeom>
              <a:avLst/>
              <a:gdLst/>
              <a:ahLst/>
              <a:cxnLst/>
              <a:rect l="l" t="t" r="r" b="b"/>
              <a:pathLst>
                <a:path w="415925" h="867410">
                  <a:moveTo>
                    <a:pt x="0" y="0"/>
                  </a:moveTo>
                  <a:lnTo>
                    <a:pt x="415886" y="0"/>
                  </a:lnTo>
                  <a:lnTo>
                    <a:pt x="415886" y="867308"/>
                  </a:lnTo>
                  <a:lnTo>
                    <a:pt x="0" y="867308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386136" y="3295167"/>
              <a:ext cx="541020" cy="612775"/>
            </a:xfrm>
            <a:custGeom>
              <a:avLst/>
              <a:gdLst/>
              <a:ahLst/>
              <a:cxnLst/>
              <a:rect l="l" t="t" r="r" b="b"/>
              <a:pathLst>
                <a:path w="541020" h="612775">
                  <a:moveTo>
                    <a:pt x="0" y="0"/>
                  </a:moveTo>
                  <a:lnTo>
                    <a:pt x="540880" y="0"/>
                  </a:lnTo>
                  <a:lnTo>
                    <a:pt x="540880" y="612482"/>
                  </a:lnTo>
                  <a:lnTo>
                    <a:pt x="0" y="612482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70788" y="3394087"/>
              <a:ext cx="433705" cy="513715"/>
            </a:xfrm>
            <a:custGeom>
              <a:avLst/>
              <a:gdLst/>
              <a:ahLst/>
              <a:cxnLst/>
              <a:rect l="l" t="t" r="r" b="b"/>
              <a:pathLst>
                <a:path w="433704" h="513714">
                  <a:moveTo>
                    <a:pt x="0" y="0"/>
                  </a:moveTo>
                  <a:lnTo>
                    <a:pt x="433311" y="0"/>
                  </a:lnTo>
                  <a:lnTo>
                    <a:pt x="433311" y="513575"/>
                  </a:lnTo>
                  <a:lnTo>
                    <a:pt x="0" y="513575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3657" y="1259682"/>
            <a:ext cx="6036310" cy="115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Gear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Motor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&amp;</a:t>
            </a:r>
            <a:r>
              <a:rPr dirty="0" sz="3000" spc="-4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Motor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Driver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Motors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designed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generate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high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torque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for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power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supply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4510" y="5984055"/>
            <a:ext cx="1605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Motor</a:t>
            </a:r>
            <a:r>
              <a:rPr dirty="0" sz="2000" spc="-6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pic>
        <p:nvPicPr>
          <p:cNvPr id="10" name="object 10" descr="검은색, 어두운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655" y="2951873"/>
            <a:ext cx="2448263" cy="217031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81258" y="5146051"/>
            <a:ext cx="20808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Gear</a:t>
            </a:r>
            <a:r>
              <a:rPr dirty="0" sz="2000" spc="-35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Motor(12V)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19653" y="2284860"/>
            <a:ext cx="706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00FF"/>
                </a:solidFill>
                <a:latin typeface="맑은 고딕"/>
                <a:cs typeface="맑은 고딕"/>
              </a:rPr>
              <a:t>Motor </a:t>
            </a:r>
            <a:r>
              <a:rPr dirty="0" sz="1800" spc="-25" b="1">
                <a:solidFill>
                  <a:srgbClr val="0000FF"/>
                </a:solidFill>
                <a:latin typeface="맑은 고딕"/>
                <a:cs typeface="맑은 고딕"/>
              </a:rPr>
              <a:t>Power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6861" y="5653739"/>
            <a:ext cx="83311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AF50"/>
                </a:solidFill>
                <a:latin typeface="맑은 고딕"/>
                <a:cs typeface="맑은 고딕"/>
              </a:rPr>
              <a:t>Motor Control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0348" y="2048717"/>
            <a:ext cx="694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맑은 고딕"/>
                <a:cs typeface="맑은 고딕"/>
              </a:rPr>
              <a:t>Power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24655" y="2370389"/>
            <a:ext cx="4583430" cy="3597275"/>
            <a:chOff x="6624655" y="2370389"/>
            <a:chExt cx="4583430" cy="3597275"/>
          </a:xfrm>
        </p:grpSpPr>
        <p:sp>
          <p:nvSpPr>
            <p:cNvPr id="16" name="object 16"/>
            <p:cNvSpPr/>
            <p:nvPr/>
          </p:nvSpPr>
          <p:spPr>
            <a:xfrm>
              <a:off x="6960096" y="5077339"/>
              <a:ext cx="186055" cy="871219"/>
            </a:xfrm>
            <a:custGeom>
              <a:avLst/>
              <a:gdLst/>
              <a:ahLst/>
              <a:cxnLst/>
              <a:rect l="l" t="t" r="r" b="b"/>
              <a:pathLst>
                <a:path w="186054" h="871220">
                  <a:moveTo>
                    <a:pt x="0" y="871067"/>
                  </a:moveTo>
                  <a:lnTo>
                    <a:pt x="185712" y="871067"/>
                  </a:lnTo>
                  <a:lnTo>
                    <a:pt x="185712" y="0"/>
                  </a:lnTo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88660" y="498208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299"/>
                  </a:lnTo>
                  <a:lnTo>
                    <a:pt x="114300" y="114299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3705" y="2579579"/>
              <a:ext cx="335915" cy="1071880"/>
            </a:xfrm>
            <a:custGeom>
              <a:avLst/>
              <a:gdLst/>
              <a:ahLst/>
              <a:cxnLst/>
              <a:rect l="l" t="t" r="r" b="b"/>
              <a:pathLst>
                <a:path w="335915" h="1071879">
                  <a:moveTo>
                    <a:pt x="335483" y="0"/>
                  </a:moveTo>
                  <a:lnTo>
                    <a:pt x="0" y="0"/>
                  </a:lnTo>
                  <a:lnTo>
                    <a:pt x="0" y="1071295"/>
                  </a:lnTo>
                  <a:lnTo>
                    <a:pt x="133350" y="1071295"/>
                  </a:lnTo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758006" y="35937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387657" y="2389439"/>
              <a:ext cx="801370" cy="1212215"/>
            </a:xfrm>
            <a:custGeom>
              <a:avLst/>
              <a:gdLst/>
              <a:ahLst/>
              <a:cxnLst/>
              <a:rect l="l" t="t" r="r" b="b"/>
              <a:pathLst>
                <a:path w="801370" h="1212214">
                  <a:moveTo>
                    <a:pt x="0" y="0"/>
                  </a:moveTo>
                  <a:lnTo>
                    <a:pt x="0" y="453631"/>
                  </a:lnTo>
                  <a:lnTo>
                    <a:pt x="801306" y="453631"/>
                  </a:lnTo>
                  <a:lnTo>
                    <a:pt x="801306" y="1211973"/>
                  </a:lnTo>
                  <a:lnTo>
                    <a:pt x="633082" y="1211973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925496" y="3544271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37"/>
                  </a:lnTo>
                  <a:lnTo>
                    <a:pt x="114287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271606" y="3915200"/>
            <a:ext cx="517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(</a:t>
            </a:r>
            <a:r>
              <a:rPr dirty="0" sz="18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+</a:t>
            </a:r>
            <a:r>
              <a:rPr dirty="0" sz="1800" spc="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spc="-50" b="1">
                <a:solidFill>
                  <a:srgbClr val="FF0000"/>
                </a:solidFill>
                <a:latin typeface="맑은 고딕"/>
                <a:cs typeface="맑은 고딕"/>
              </a:rPr>
              <a:t>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10220628" y="2931305"/>
            <a:ext cx="447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(</a:t>
            </a:r>
            <a:r>
              <a:rPr dirty="0" sz="18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b="1">
                <a:solidFill>
                  <a:srgbClr val="FF0000"/>
                </a:solidFill>
                <a:latin typeface="맑은 고딕"/>
                <a:cs typeface="맑은 고딕"/>
              </a:rPr>
              <a:t>-</a:t>
            </a:r>
            <a:r>
              <a:rPr dirty="0" sz="1800" spc="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800" spc="-50" b="1">
                <a:solidFill>
                  <a:srgbClr val="FF0000"/>
                </a:solidFill>
                <a:latin typeface="맑은 고딕"/>
                <a:cs typeface="맑은 고딕"/>
              </a:rPr>
              <a:t>)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1"/>
            <a:ext cx="9236710" cy="21596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Motor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Driver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Control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lvl="1" marL="911860" indent="-213360">
              <a:lnSpc>
                <a:spcPct val="100000"/>
              </a:lnSpc>
              <a:spcBef>
                <a:spcPts val="610"/>
              </a:spcBef>
              <a:buChar char="-"/>
              <a:tabLst>
                <a:tab pos="911860" algn="l"/>
              </a:tabLst>
            </a:pPr>
            <a:r>
              <a:rPr dirty="0" sz="2200">
                <a:latin typeface="맑은 고딕"/>
                <a:cs typeface="맑은 고딕"/>
              </a:rPr>
              <a:t>COM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Pin: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Connecting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GND</a:t>
            </a:r>
            <a:endParaRPr sz="2200">
              <a:latin typeface="맑은 고딕"/>
              <a:cs typeface="맑은 고딕"/>
            </a:endParaRPr>
          </a:p>
          <a:p>
            <a:pPr lvl="1" marL="911860" indent="-213360">
              <a:lnSpc>
                <a:spcPct val="100000"/>
              </a:lnSpc>
              <a:spcBef>
                <a:spcPts val="595"/>
              </a:spcBef>
              <a:buChar char="-"/>
              <a:tabLst>
                <a:tab pos="911860" algn="l"/>
              </a:tabLst>
            </a:pP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Pin: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5V</a:t>
            </a:r>
            <a:endParaRPr sz="2200">
              <a:latin typeface="맑은 고딕"/>
              <a:cs typeface="맑은 고딕"/>
            </a:endParaRPr>
          </a:p>
          <a:p>
            <a:pPr lvl="1" marL="12700" marR="5080" indent="899160">
              <a:lnSpc>
                <a:spcPct val="100000"/>
              </a:lnSpc>
              <a:spcBef>
                <a:spcPts val="600"/>
              </a:spcBef>
              <a:buChar char="-"/>
              <a:tabLst>
                <a:tab pos="911860" algn="l"/>
              </a:tabLst>
            </a:pPr>
            <a:r>
              <a:rPr dirty="0" sz="2200">
                <a:latin typeface="맑은 고딕"/>
                <a:cs typeface="맑은 고딕"/>
              </a:rPr>
              <a:t>IN1,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IN2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pins: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Determining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direction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rotation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motor, </a:t>
            </a:r>
            <a:r>
              <a:rPr dirty="0" sz="2200">
                <a:latin typeface="맑은 고딕"/>
                <a:cs typeface="맑은 고딕"/>
              </a:rPr>
              <a:t>connecting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digital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Connects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pins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speed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control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13994" y="3127885"/>
            <a:ext cx="4647565" cy="2967990"/>
            <a:chOff x="7413994" y="3127885"/>
            <a:chExt cx="4647565" cy="2967990"/>
          </a:xfrm>
        </p:grpSpPr>
        <p:pic>
          <p:nvPicPr>
            <p:cNvPr id="5" name="object 5" descr="텍스트, 전자기기, 회로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3485" y="3127885"/>
              <a:ext cx="4447513" cy="27087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82546" y="4439259"/>
              <a:ext cx="1191260" cy="1014730"/>
            </a:xfrm>
            <a:custGeom>
              <a:avLst/>
              <a:gdLst/>
              <a:ahLst/>
              <a:cxnLst/>
              <a:rect l="l" t="t" r="r" b="b"/>
              <a:pathLst>
                <a:path w="1191259" h="1014729">
                  <a:moveTo>
                    <a:pt x="0" y="0"/>
                  </a:moveTo>
                  <a:lnTo>
                    <a:pt x="1191183" y="0"/>
                  </a:lnTo>
                  <a:lnTo>
                    <a:pt x="1191183" y="1014615"/>
                  </a:lnTo>
                  <a:lnTo>
                    <a:pt x="0" y="1014615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433044" y="4946568"/>
              <a:ext cx="655955" cy="1130300"/>
            </a:xfrm>
            <a:custGeom>
              <a:avLst/>
              <a:gdLst/>
              <a:ahLst/>
              <a:cxnLst/>
              <a:rect l="l" t="t" r="r" b="b"/>
              <a:pathLst>
                <a:path w="655954" h="1130300">
                  <a:moveTo>
                    <a:pt x="0" y="1129842"/>
                  </a:moveTo>
                  <a:lnTo>
                    <a:pt x="375513" y="1129842"/>
                  </a:lnTo>
                  <a:lnTo>
                    <a:pt x="375513" y="0"/>
                  </a:lnTo>
                  <a:lnTo>
                    <a:pt x="655777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069775" y="488942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01979" y="4832267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947019" y="5973389"/>
            <a:ext cx="1605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Motor</a:t>
            </a:r>
            <a:r>
              <a:rPr dirty="0" sz="2000" spc="-6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9827" y="5781693"/>
            <a:ext cx="83311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AF50"/>
                </a:solidFill>
                <a:latin typeface="맑은 고딕"/>
                <a:cs typeface="맑은 고딕"/>
              </a:rPr>
              <a:t>Motor Control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47176" y="1505712"/>
            <a:ext cx="2647315" cy="1301750"/>
            <a:chOff x="8647176" y="1505712"/>
            <a:chExt cx="2647315" cy="1301750"/>
          </a:xfrm>
        </p:grpSpPr>
        <p:pic>
          <p:nvPicPr>
            <p:cNvPr id="13" name="object 13" descr="텍스트, 전자기기, 회로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7176" y="1505712"/>
              <a:ext cx="2647187" cy="1301495"/>
            </a:xfrm>
            <a:prstGeom prst="rect">
              <a:avLst/>
            </a:prstGeom>
          </p:spPr>
        </p:pic>
        <p:pic>
          <p:nvPicPr>
            <p:cNvPr id="14" name="object 14" descr="텍스트, 전자기기, 회로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6623" y="1610626"/>
              <a:ext cx="2409388" cy="10915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752331" y="1596313"/>
              <a:ext cx="2438400" cy="1120140"/>
            </a:xfrm>
            <a:custGeom>
              <a:avLst/>
              <a:gdLst/>
              <a:ahLst/>
              <a:cxnLst/>
              <a:rect l="l" t="t" r="r" b="b"/>
              <a:pathLst>
                <a:path w="2438400" h="1120139">
                  <a:moveTo>
                    <a:pt x="0" y="0"/>
                  </a:moveTo>
                  <a:lnTo>
                    <a:pt x="2437955" y="0"/>
                  </a:lnTo>
                  <a:lnTo>
                    <a:pt x="2437955" y="1120114"/>
                  </a:lnTo>
                  <a:lnTo>
                    <a:pt x="0" y="112011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630509" y="3483183"/>
          <a:ext cx="3996054" cy="2065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2385"/>
                <a:gridCol w="1302385"/>
                <a:gridCol w="1302384"/>
              </a:tblGrid>
              <a:tr h="516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25" b="1">
                          <a:latin typeface="Trebuchet MS"/>
                          <a:cs typeface="Trebuchet MS"/>
                        </a:rPr>
                        <a:t>IN1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25" b="1">
                          <a:latin typeface="Trebuchet MS"/>
                          <a:cs typeface="Trebuchet MS"/>
                        </a:rPr>
                        <a:t>IN2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output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350" spc="-50">
                          <a:latin typeface="Trebuchet MS"/>
                          <a:cs typeface="Trebuchet MS"/>
                        </a:rPr>
                        <a:t>0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350" spc="-50">
                          <a:latin typeface="Trebuchet MS"/>
                          <a:cs typeface="Trebuchet MS"/>
                        </a:rPr>
                        <a:t>0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350" spc="-20">
                          <a:latin typeface="Trebuchet MS"/>
                          <a:cs typeface="Trebuchet MS"/>
                        </a:rPr>
                        <a:t>stop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350" spc="-50">
                          <a:latin typeface="Trebuchet MS"/>
                          <a:cs typeface="Trebuchet MS"/>
                        </a:rPr>
                        <a:t>1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350" spc="-50">
                          <a:latin typeface="Trebuchet MS"/>
                          <a:cs typeface="Trebuchet MS"/>
                        </a:rPr>
                        <a:t>0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 marR="327660" indent="-3175">
                        <a:lnSpc>
                          <a:spcPct val="100800"/>
                        </a:lnSpc>
                        <a:spcBef>
                          <a:spcPts val="355"/>
                        </a:spcBef>
                      </a:pPr>
                      <a:r>
                        <a:rPr dirty="0" sz="1350" spc="-10">
                          <a:latin typeface="Trebuchet MS"/>
                          <a:cs typeface="Trebuchet MS"/>
                        </a:rPr>
                        <a:t>Forward rotation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350" spc="-50">
                          <a:latin typeface="Trebuchet MS"/>
                          <a:cs typeface="Trebuchet MS"/>
                        </a:rPr>
                        <a:t>0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350" spc="-50">
                          <a:latin typeface="Trebuchet MS"/>
                          <a:cs typeface="Trebuchet MS"/>
                        </a:rPr>
                        <a:t>1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 marR="333375" indent="13335">
                        <a:lnSpc>
                          <a:spcPct val="100800"/>
                        </a:lnSpc>
                        <a:spcBef>
                          <a:spcPts val="355"/>
                        </a:spcBef>
                      </a:pPr>
                      <a:r>
                        <a:rPr dirty="0" sz="1350" spc="-10">
                          <a:latin typeface="Trebuchet MS"/>
                          <a:cs typeface="Trebuchet MS"/>
                        </a:rPr>
                        <a:t>Reverse rotation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8578179" y="2702148"/>
            <a:ext cx="1393190" cy="2282825"/>
            <a:chOff x="8578179" y="2702148"/>
            <a:chExt cx="1393190" cy="2282825"/>
          </a:xfrm>
        </p:grpSpPr>
        <p:sp>
          <p:nvSpPr>
            <p:cNvPr id="18" name="object 18"/>
            <p:cNvSpPr/>
            <p:nvPr/>
          </p:nvSpPr>
          <p:spPr>
            <a:xfrm>
              <a:off x="8616279" y="2865227"/>
              <a:ext cx="1256665" cy="2081530"/>
            </a:xfrm>
            <a:custGeom>
              <a:avLst/>
              <a:gdLst/>
              <a:ahLst/>
              <a:cxnLst/>
              <a:rect l="l" t="t" r="r" b="b"/>
              <a:pathLst>
                <a:path w="1256665" h="2081529">
                  <a:moveTo>
                    <a:pt x="0" y="2081339"/>
                  </a:moveTo>
                  <a:lnTo>
                    <a:pt x="1256576" y="0"/>
                  </a:lnTo>
                </a:path>
              </a:pathLst>
            </a:custGeom>
            <a:ln w="762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755322" y="2702148"/>
              <a:ext cx="216535" cy="255270"/>
            </a:xfrm>
            <a:custGeom>
              <a:avLst/>
              <a:gdLst/>
              <a:ahLst/>
              <a:cxnLst/>
              <a:rect l="l" t="t" r="r" b="b"/>
              <a:pathLst>
                <a:path w="216534" h="255269">
                  <a:moveTo>
                    <a:pt x="216001" y="0"/>
                  </a:moveTo>
                  <a:lnTo>
                    <a:pt x="0" y="136626"/>
                  </a:lnTo>
                  <a:lnTo>
                    <a:pt x="195706" y="254774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2"/>
            <a:ext cx="7585709" cy="115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Communication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How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communicates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PC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It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possible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transmit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or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receive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data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Arduino.</a:t>
            </a:r>
            <a:endParaRPr sz="22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0591" y="2952965"/>
            <a:ext cx="5122532" cy="29778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68219" y="6010252"/>
            <a:ext cx="2407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맑은 고딕"/>
                <a:cs typeface="맑은 고딕"/>
              </a:rPr>
              <a:t>&lt;Serial</a:t>
            </a:r>
            <a:r>
              <a:rPr dirty="0" sz="1600" spc="-35" b="1">
                <a:latin typeface="맑은 고딕"/>
                <a:cs typeface="맑은 고딕"/>
              </a:rPr>
              <a:t> </a:t>
            </a:r>
            <a:r>
              <a:rPr dirty="0" sz="1600" b="1">
                <a:latin typeface="맑은 고딕"/>
                <a:cs typeface="맑은 고딕"/>
              </a:rPr>
              <a:t>Monitor</a:t>
            </a:r>
            <a:r>
              <a:rPr dirty="0" sz="1600" spc="-35" b="1">
                <a:latin typeface="맑은 고딕"/>
                <a:cs typeface="맑은 고딕"/>
              </a:rPr>
              <a:t> </a:t>
            </a:r>
            <a:r>
              <a:rPr dirty="0" sz="1600" spc="-10" b="1">
                <a:latin typeface="맑은 고딕"/>
                <a:cs typeface="맑은 고딕"/>
              </a:rPr>
              <a:t>Screen&gt;</a:t>
            </a:r>
            <a:endParaRPr sz="1600">
              <a:latin typeface="맑은 고딕"/>
              <a:cs typeface="맑은 고딕"/>
            </a:endParaRPr>
          </a:p>
        </p:txBody>
      </p:sp>
      <p:pic>
        <p:nvPicPr>
          <p:cNvPr id="6" name="object 6" descr="텍스트, 노트북, 실내, 컴퓨터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3492" y="3067265"/>
            <a:ext cx="3663491" cy="27492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56611" y="5960746"/>
            <a:ext cx="215519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3420" marR="5080" indent="-681355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맑은 고딕"/>
                <a:cs typeface="맑은 고딕"/>
              </a:rPr>
              <a:t>USB</a:t>
            </a:r>
            <a:r>
              <a:rPr dirty="0" sz="1600" spc="-25" b="1">
                <a:latin typeface="맑은 고딕"/>
                <a:cs typeface="맑은 고딕"/>
              </a:rPr>
              <a:t> </a:t>
            </a:r>
            <a:r>
              <a:rPr dirty="0" sz="1600" b="1">
                <a:latin typeface="맑은 고딕"/>
                <a:cs typeface="맑은 고딕"/>
              </a:rPr>
              <a:t>connection</a:t>
            </a:r>
            <a:r>
              <a:rPr dirty="0" sz="1600" spc="-30" b="1">
                <a:latin typeface="맑은 고딕"/>
                <a:cs typeface="맑은 고딕"/>
              </a:rPr>
              <a:t> </a:t>
            </a:r>
            <a:r>
              <a:rPr dirty="0" sz="1600" b="1">
                <a:latin typeface="맑은 고딕"/>
                <a:cs typeface="맑은 고딕"/>
              </a:rPr>
              <a:t>to</a:t>
            </a:r>
            <a:r>
              <a:rPr dirty="0" sz="1600" spc="-30" b="1">
                <a:latin typeface="맑은 고딕"/>
                <a:cs typeface="맑은 고딕"/>
              </a:rPr>
              <a:t> </a:t>
            </a:r>
            <a:r>
              <a:rPr dirty="0" sz="1600" spc="-25" b="1">
                <a:latin typeface="맑은 고딕"/>
                <a:cs typeface="맑은 고딕"/>
              </a:rPr>
              <a:t>PC </a:t>
            </a:r>
            <a:r>
              <a:rPr dirty="0" sz="1600" spc="-10" b="1">
                <a:latin typeface="맑은 고딕"/>
                <a:cs typeface="맑은 고딕"/>
              </a:rPr>
              <a:t>(laptop)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1959">
              <a:lnSpc>
                <a:spcPct val="100000"/>
              </a:lnSpc>
              <a:spcBef>
                <a:spcPts val="100"/>
              </a:spcBef>
            </a:pPr>
            <a:r>
              <a:rPr dirty="0" sz="6000" spc="580" b="1">
                <a:latin typeface="Impact"/>
                <a:cs typeface="Impact"/>
              </a:rPr>
              <a:t>Ex</a:t>
            </a:r>
            <a:r>
              <a:rPr dirty="0" sz="6000" spc="585" b="1">
                <a:latin typeface="Impact"/>
                <a:cs typeface="Impact"/>
              </a:rPr>
              <a:t>e</a:t>
            </a:r>
            <a:r>
              <a:rPr dirty="0" sz="6000" spc="570" b="1">
                <a:latin typeface="Impact"/>
                <a:cs typeface="Impact"/>
              </a:rPr>
              <a:t>r</a:t>
            </a:r>
            <a:r>
              <a:rPr dirty="0" sz="6000" spc="575" b="1">
                <a:latin typeface="Impact"/>
                <a:cs typeface="Impact"/>
              </a:rPr>
              <a:t>c</a:t>
            </a:r>
            <a:r>
              <a:rPr dirty="0" sz="6000" spc="580" b="1">
                <a:latin typeface="Impact"/>
                <a:cs typeface="Impact"/>
              </a:rPr>
              <a:t>i</a:t>
            </a:r>
            <a:r>
              <a:rPr dirty="0" sz="6000" spc="565" b="1">
                <a:latin typeface="Impact"/>
                <a:cs typeface="Impact"/>
              </a:rPr>
              <a:t>s</a:t>
            </a:r>
            <a:r>
              <a:rPr dirty="0" sz="6000" spc="-30" b="1">
                <a:latin typeface="Impact"/>
                <a:cs typeface="Impact"/>
              </a:rPr>
              <a:t>e</a:t>
            </a:r>
            <a:endParaRPr sz="6000">
              <a:latin typeface="Impact"/>
              <a:cs typeface="Impac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6602" y="4083301"/>
            <a:ext cx="298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E</a:t>
            </a:r>
            <a:r>
              <a:rPr dirty="0" sz="2000" b="1" i="1">
                <a:latin typeface="Arial"/>
                <a:cs typeface="Arial"/>
              </a:rPr>
              <a:t>mbedded</a:t>
            </a:r>
            <a:r>
              <a:rPr dirty="0" sz="2000" spc="-30" b="1" i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S</a:t>
            </a:r>
            <a:r>
              <a:rPr dirty="0" sz="2000" b="1" i="1">
                <a:latin typeface="Arial"/>
                <a:cs typeface="Arial"/>
              </a:rPr>
              <a:t>ystem</a:t>
            </a:r>
            <a:r>
              <a:rPr dirty="0" sz="2000" spc="-60" b="1" i="1">
                <a:latin typeface="Arial"/>
                <a:cs typeface="Arial"/>
              </a:rPr>
              <a:t> </a:t>
            </a:r>
            <a:r>
              <a:rPr dirty="0" sz="2400" spc="-20" b="1" i="1">
                <a:latin typeface="Arial"/>
                <a:cs typeface="Arial"/>
              </a:rPr>
              <a:t>L</a:t>
            </a:r>
            <a:r>
              <a:rPr dirty="0" sz="2000" spc="-20" b="1" i="1">
                <a:latin typeface="Arial"/>
                <a:cs typeface="Arial"/>
              </a:rPr>
              <a:t>ab.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785" y="4699131"/>
            <a:ext cx="784926" cy="7849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5"/>
              <a:t>1.</a:t>
            </a:r>
            <a:r>
              <a:rPr dirty="0" spc="295"/>
              <a:t> </a:t>
            </a:r>
            <a:r>
              <a:rPr dirty="0" spc="125"/>
              <a:t>Hardware</a:t>
            </a:r>
            <a:r>
              <a:rPr dirty="0" spc="280"/>
              <a:t> </a:t>
            </a:r>
            <a:r>
              <a:rPr dirty="0" spc="120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39147"/>
            <a:ext cx="8548370" cy="105346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3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Trebuchet MS"/>
                <a:cs typeface="Trebuchet MS"/>
              </a:rPr>
              <a:t>Arduino</a:t>
            </a:r>
            <a:r>
              <a:rPr dirty="0" sz="2800" spc="-105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Hardware</a:t>
            </a:r>
            <a:r>
              <a:rPr dirty="0" sz="2800" spc="-85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Setting</a:t>
            </a:r>
            <a:endParaRPr sz="2800">
              <a:latin typeface="Trebuchet MS"/>
              <a:cs typeface="Trebuchet MS"/>
            </a:endParaRPr>
          </a:p>
          <a:p>
            <a:pPr marL="337185">
              <a:lnSpc>
                <a:spcPts val="2160"/>
              </a:lnSpc>
              <a:spcBef>
                <a:spcPts val="175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Must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be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preceded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by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software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setup</a:t>
            </a:r>
            <a:endParaRPr sz="2000">
              <a:latin typeface="맑은 고딕"/>
              <a:cs typeface="맑은 고딕"/>
            </a:endParaRPr>
          </a:p>
          <a:p>
            <a:pPr marL="337185">
              <a:lnSpc>
                <a:spcPts val="2160"/>
              </a:lnSpc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USB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cable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directly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USB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port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on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your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laptop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(PC)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746504"/>
            <a:ext cx="7357745" cy="4310380"/>
            <a:chOff x="0" y="1746504"/>
            <a:chExt cx="7357745" cy="4310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0222" y="3251136"/>
              <a:ext cx="2837366" cy="1378958"/>
            </a:xfrm>
            <a:prstGeom prst="rect">
              <a:avLst/>
            </a:prstGeom>
          </p:spPr>
        </p:pic>
        <p:pic>
          <p:nvPicPr>
            <p:cNvPr id="6" name="object 6" descr="Laptop - Windows menu (3D 모델)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46504"/>
              <a:ext cx="4157471" cy="43098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93405" y="5635725"/>
            <a:ext cx="17240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Arial"/>
                <a:cs typeface="Arial"/>
              </a:rPr>
              <a:t>Notebook(PC)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8597" y="4686665"/>
            <a:ext cx="178053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Arduino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board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69568" y="3192459"/>
            <a:ext cx="2083435" cy="1174750"/>
            <a:chOff x="3069568" y="3192459"/>
            <a:chExt cx="2083435" cy="1174750"/>
          </a:xfrm>
        </p:grpSpPr>
        <p:sp>
          <p:nvSpPr>
            <p:cNvPr id="10" name="object 10"/>
            <p:cNvSpPr/>
            <p:nvPr/>
          </p:nvSpPr>
          <p:spPr>
            <a:xfrm>
              <a:off x="4515854" y="3249609"/>
              <a:ext cx="579755" cy="706120"/>
            </a:xfrm>
            <a:custGeom>
              <a:avLst/>
              <a:gdLst/>
              <a:ahLst/>
              <a:cxnLst/>
              <a:rect l="l" t="t" r="r" b="b"/>
              <a:pathLst>
                <a:path w="579754" h="706120">
                  <a:moveTo>
                    <a:pt x="0" y="353047"/>
                  </a:moveTo>
                  <a:lnTo>
                    <a:pt x="3142" y="300876"/>
                  </a:lnTo>
                  <a:lnTo>
                    <a:pt x="12271" y="251082"/>
                  </a:lnTo>
                  <a:lnTo>
                    <a:pt x="26939" y="204211"/>
                  </a:lnTo>
                  <a:lnTo>
                    <a:pt x="46696" y="160809"/>
                  </a:lnTo>
                  <a:lnTo>
                    <a:pt x="71094" y="121422"/>
                  </a:lnTo>
                  <a:lnTo>
                    <a:pt x="99686" y="86596"/>
                  </a:lnTo>
                  <a:lnTo>
                    <a:pt x="132023" y="56877"/>
                  </a:lnTo>
                  <a:lnTo>
                    <a:pt x="167656" y="32813"/>
                  </a:lnTo>
                  <a:lnTo>
                    <a:pt x="206138" y="14947"/>
                  </a:lnTo>
                  <a:lnTo>
                    <a:pt x="247019" y="3827"/>
                  </a:lnTo>
                  <a:lnTo>
                    <a:pt x="289852" y="0"/>
                  </a:lnTo>
                  <a:lnTo>
                    <a:pt x="332684" y="3827"/>
                  </a:lnTo>
                  <a:lnTo>
                    <a:pt x="373566" y="14947"/>
                  </a:lnTo>
                  <a:lnTo>
                    <a:pt x="412047" y="32813"/>
                  </a:lnTo>
                  <a:lnTo>
                    <a:pt x="447680" y="56877"/>
                  </a:lnTo>
                  <a:lnTo>
                    <a:pt x="480017" y="86596"/>
                  </a:lnTo>
                  <a:lnTo>
                    <a:pt x="508609" y="121422"/>
                  </a:lnTo>
                  <a:lnTo>
                    <a:pt x="533007" y="160809"/>
                  </a:lnTo>
                  <a:lnTo>
                    <a:pt x="552765" y="204211"/>
                  </a:lnTo>
                  <a:lnTo>
                    <a:pt x="567432" y="251082"/>
                  </a:lnTo>
                  <a:lnTo>
                    <a:pt x="576561" y="300876"/>
                  </a:lnTo>
                  <a:lnTo>
                    <a:pt x="579704" y="353047"/>
                  </a:lnTo>
                  <a:lnTo>
                    <a:pt x="576561" y="405218"/>
                  </a:lnTo>
                  <a:lnTo>
                    <a:pt x="567432" y="455012"/>
                  </a:lnTo>
                  <a:lnTo>
                    <a:pt x="552765" y="501883"/>
                  </a:lnTo>
                  <a:lnTo>
                    <a:pt x="533007" y="545285"/>
                  </a:lnTo>
                  <a:lnTo>
                    <a:pt x="508609" y="584672"/>
                  </a:lnTo>
                  <a:lnTo>
                    <a:pt x="480017" y="619498"/>
                  </a:lnTo>
                  <a:lnTo>
                    <a:pt x="447680" y="649216"/>
                  </a:lnTo>
                  <a:lnTo>
                    <a:pt x="412047" y="673281"/>
                  </a:lnTo>
                  <a:lnTo>
                    <a:pt x="373566" y="691146"/>
                  </a:lnTo>
                  <a:lnTo>
                    <a:pt x="332684" y="702266"/>
                  </a:lnTo>
                  <a:lnTo>
                    <a:pt x="289852" y="706094"/>
                  </a:lnTo>
                  <a:lnTo>
                    <a:pt x="247019" y="702266"/>
                  </a:lnTo>
                  <a:lnTo>
                    <a:pt x="206138" y="691146"/>
                  </a:lnTo>
                  <a:lnTo>
                    <a:pt x="167656" y="673281"/>
                  </a:lnTo>
                  <a:lnTo>
                    <a:pt x="132023" y="649216"/>
                  </a:lnTo>
                  <a:lnTo>
                    <a:pt x="99686" y="619498"/>
                  </a:lnTo>
                  <a:lnTo>
                    <a:pt x="71094" y="584672"/>
                  </a:lnTo>
                  <a:lnTo>
                    <a:pt x="46696" y="545285"/>
                  </a:lnTo>
                  <a:lnTo>
                    <a:pt x="26939" y="501883"/>
                  </a:lnTo>
                  <a:lnTo>
                    <a:pt x="12271" y="455012"/>
                  </a:lnTo>
                  <a:lnTo>
                    <a:pt x="3142" y="405218"/>
                  </a:lnTo>
                  <a:lnTo>
                    <a:pt x="0" y="353047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07668" y="3696792"/>
              <a:ext cx="1224280" cy="632460"/>
            </a:xfrm>
            <a:custGeom>
              <a:avLst/>
              <a:gdLst/>
              <a:ahLst/>
              <a:cxnLst/>
              <a:rect l="l" t="t" r="r" b="b"/>
              <a:pathLst>
                <a:path w="1224279" h="632460">
                  <a:moveTo>
                    <a:pt x="0" y="632307"/>
                  </a:moveTo>
                  <a:lnTo>
                    <a:pt x="745629" y="632307"/>
                  </a:lnTo>
                  <a:lnTo>
                    <a:pt x="745629" y="0"/>
                  </a:lnTo>
                  <a:lnTo>
                    <a:pt x="1224140" y="0"/>
                  </a:lnTo>
                </a:path>
              </a:pathLst>
            </a:custGeom>
            <a:ln w="76199">
              <a:solidFill>
                <a:srgbClr val="679F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83736" y="3552583"/>
              <a:ext cx="561340" cy="238760"/>
            </a:xfrm>
            <a:custGeom>
              <a:avLst/>
              <a:gdLst/>
              <a:ahLst/>
              <a:cxnLst/>
              <a:rect l="l" t="t" r="r" b="b"/>
              <a:pathLst>
                <a:path w="561339" h="238760">
                  <a:moveTo>
                    <a:pt x="486702" y="102641"/>
                  </a:moveTo>
                  <a:lnTo>
                    <a:pt x="486498" y="73177"/>
                  </a:lnTo>
                  <a:lnTo>
                    <a:pt x="457034" y="73367"/>
                  </a:lnTo>
                  <a:lnTo>
                    <a:pt x="457238" y="102844"/>
                  </a:lnTo>
                  <a:lnTo>
                    <a:pt x="486702" y="102641"/>
                  </a:lnTo>
                  <a:close/>
                </a:path>
                <a:path w="561339" h="238760">
                  <a:moveTo>
                    <a:pt x="487095" y="161582"/>
                  </a:moveTo>
                  <a:lnTo>
                    <a:pt x="486892" y="132118"/>
                  </a:lnTo>
                  <a:lnTo>
                    <a:pt x="457428" y="132308"/>
                  </a:lnTo>
                  <a:lnTo>
                    <a:pt x="457619" y="161772"/>
                  </a:lnTo>
                  <a:lnTo>
                    <a:pt x="487095" y="161582"/>
                  </a:lnTo>
                  <a:close/>
                </a:path>
                <a:path w="561339" h="238760">
                  <a:moveTo>
                    <a:pt x="561047" y="205282"/>
                  </a:moveTo>
                  <a:lnTo>
                    <a:pt x="560273" y="87414"/>
                  </a:lnTo>
                  <a:lnTo>
                    <a:pt x="559879" y="28486"/>
                  </a:lnTo>
                  <a:lnTo>
                    <a:pt x="531393" y="28676"/>
                  </a:lnTo>
                  <a:lnTo>
                    <a:pt x="531393" y="176022"/>
                  </a:lnTo>
                  <a:lnTo>
                    <a:pt x="413524" y="176809"/>
                  </a:lnTo>
                  <a:lnTo>
                    <a:pt x="412737" y="58928"/>
                  </a:lnTo>
                  <a:lnTo>
                    <a:pt x="442201" y="58737"/>
                  </a:lnTo>
                  <a:lnTo>
                    <a:pt x="530606" y="58140"/>
                  </a:lnTo>
                  <a:lnTo>
                    <a:pt x="531393" y="176022"/>
                  </a:lnTo>
                  <a:lnTo>
                    <a:pt x="531393" y="28676"/>
                  </a:lnTo>
                  <a:lnTo>
                    <a:pt x="412534" y="29464"/>
                  </a:lnTo>
                  <a:lnTo>
                    <a:pt x="412356" y="0"/>
                  </a:lnTo>
                  <a:lnTo>
                    <a:pt x="29273" y="2552"/>
                  </a:lnTo>
                  <a:lnTo>
                    <a:pt x="0" y="32219"/>
                  </a:lnTo>
                  <a:lnTo>
                    <a:pt x="1181" y="209016"/>
                  </a:lnTo>
                  <a:lnTo>
                    <a:pt x="3568" y="220472"/>
                  </a:lnTo>
                  <a:lnTo>
                    <a:pt x="9944" y="229793"/>
                  </a:lnTo>
                  <a:lnTo>
                    <a:pt x="19354" y="236054"/>
                  </a:lnTo>
                  <a:lnTo>
                    <a:pt x="30835" y="238290"/>
                  </a:lnTo>
                  <a:lnTo>
                    <a:pt x="413905" y="235737"/>
                  </a:lnTo>
                  <a:lnTo>
                    <a:pt x="413715" y="206273"/>
                  </a:lnTo>
                  <a:lnTo>
                    <a:pt x="443179" y="206070"/>
                  </a:lnTo>
                  <a:lnTo>
                    <a:pt x="561047" y="205282"/>
                  </a:lnTo>
                  <a:close/>
                </a:path>
              </a:pathLst>
            </a:custGeom>
            <a:solidFill>
              <a:srgbClr val="679FF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텍스트, 노트북, 실내, 컴퓨터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9835" y="2927946"/>
            <a:ext cx="3319050" cy="249072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704650" y="3651219"/>
            <a:ext cx="782320" cy="751840"/>
            <a:chOff x="7704650" y="3651219"/>
            <a:chExt cx="782320" cy="751840"/>
          </a:xfrm>
        </p:grpSpPr>
        <p:sp>
          <p:nvSpPr>
            <p:cNvPr id="15" name="object 15"/>
            <p:cNvSpPr/>
            <p:nvPr/>
          </p:nvSpPr>
          <p:spPr>
            <a:xfrm>
              <a:off x="7717350" y="3663919"/>
              <a:ext cx="756920" cy="726440"/>
            </a:xfrm>
            <a:custGeom>
              <a:avLst/>
              <a:gdLst/>
              <a:ahLst/>
              <a:cxnLst/>
              <a:rect l="l" t="t" r="r" b="b"/>
              <a:pathLst>
                <a:path w="756920" h="726439">
                  <a:moveTo>
                    <a:pt x="393204" y="0"/>
                  </a:moveTo>
                  <a:lnTo>
                    <a:pt x="393204" y="181610"/>
                  </a:lnTo>
                  <a:lnTo>
                    <a:pt x="0" y="181610"/>
                  </a:lnTo>
                  <a:lnTo>
                    <a:pt x="0" y="544830"/>
                  </a:lnTo>
                  <a:lnTo>
                    <a:pt x="393204" y="544830"/>
                  </a:lnTo>
                  <a:lnTo>
                    <a:pt x="393204" y="726440"/>
                  </a:lnTo>
                  <a:lnTo>
                    <a:pt x="756424" y="363220"/>
                  </a:lnTo>
                  <a:lnTo>
                    <a:pt x="393204" y="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717350" y="3663919"/>
              <a:ext cx="756920" cy="726440"/>
            </a:xfrm>
            <a:custGeom>
              <a:avLst/>
              <a:gdLst/>
              <a:ahLst/>
              <a:cxnLst/>
              <a:rect l="l" t="t" r="r" b="b"/>
              <a:pathLst>
                <a:path w="756920" h="726439">
                  <a:moveTo>
                    <a:pt x="0" y="181610"/>
                  </a:moveTo>
                  <a:lnTo>
                    <a:pt x="393204" y="181610"/>
                  </a:lnTo>
                  <a:lnTo>
                    <a:pt x="393204" y="0"/>
                  </a:lnTo>
                  <a:lnTo>
                    <a:pt x="756424" y="363220"/>
                  </a:lnTo>
                  <a:lnTo>
                    <a:pt x="393204" y="726440"/>
                  </a:lnTo>
                  <a:lnTo>
                    <a:pt x="393204" y="544830"/>
                  </a:lnTo>
                  <a:lnTo>
                    <a:pt x="0" y="544830"/>
                  </a:lnTo>
                  <a:lnTo>
                    <a:pt x="0" y="181610"/>
                  </a:lnTo>
                  <a:close/>
                </a:path>
              </a:pathLst>
            </a:custGeom>
            <a:ln w="25400">
              <a:solidFill>
                <a:srgbClr val="669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1"/>
            <a:ext cx="10213340" cy="133667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Launch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Arduino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25" b="1">
                <a:latin typeface="맑은 고딕"/>
                <a:cs typeface="맑은 고딕"/>
              </a:rPr>
              <a:t>app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"Win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key+q"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keyboard,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then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"arduino"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8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"Open"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 spc="-80">
                <a:solidFill>
                  <a:srgbClr val="FF0000"/>
                </a:solidFill>
                <a:latin typeface="맑은 고딕"/>
                <a:cs typeface="맑은 고딕"/>
              </a:rPr>
              <a:t>To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install</a:t>
            </a:r>
            <a:r>
              <a:rPr dirty="0" sz="22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the</a:t>
            </a:r>
            <a:r>
              <a:rPr dirty="0" sz="2200" spc="-6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app,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refer</a:t>
            </a:r>
            <a:r>
              <a:rPr dirty="0" sz="2200" spc="-7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to</a:t>
            </a:r>
            <a:r>
              <a:rPr dirty="0" sz="2200" spc="-6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the</a:t>
            </a:r>
            <a:r>
              <a:rPr dirty="0" sz="22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“Environment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Setting"</a:t>
            </a:r>
            <a:r>
              <a:rPr dirty="0" sz="2200" spc="-3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맑은 고딕"/>
                <a:cs typeface="맑은 고딕"/>
              </a:rPr>
              <a:t>material!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1783" y="2725589"/>
            <a:ext cx="3996690" cy="3895725"/>
            <a:chOff x="4151783" y="2725589"/>
            <a:chExt cx="3996690" cy="3895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1783" y="2725589"/>
              <a:ext cx="3996190" cy="3895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94476" y="3895521"/>
              <a:ext cx="1911350" cy="217170"/>
            </a:xfrm>
            <a:custGeom>
              <a:avLst/>
              <a:gdLst/>
              <a:ahLst/>
              <a:cxnLst/>
              <a:rect l="l" t="t" r="r" b="b"/>
              <a:pathLst>
                <a:path w="1911350" h="217170">
                  <a:moveTo>
                    <a:pt x="0" y="0"/>
                  </a:moveTo>
                  <a:lnTo>
                    <a:pt x="1911261" y="0"/>
                  </a:lnTo>
                  <a:lnTo>
                    <a:pt x="1911261" y="216890"/>
                  </a:lnTo>
                  <a:lnTo>
                    <a:pt x="0" y="21689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2"/>
            <a:ext cx="50539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Arduino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app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initial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screen</a:t>
            </a:r>
            <a:endParaRPr sz="30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9604" y="1895678"/>
            <a:ext cx="5684341" cy="45799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05536" y="2236544"/>
            <a:ext cx="5180965" cy="4152265"/>
            <a:chOff x="3505536" y="2236544"/>
            <a:chExt cx="5180965" cy="4152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536" y="2236544"/>
              <a:ext cx="5180920" cy="41517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70235" y="2451354"/>
              <a:ext cx="327660" cy="187325"/>
            </a:xfrm>
            <a:custGeom>
              <a:avLst/>
              <a:gdLst/>
              <a:ahLst/>
              <a:cxnLst/>
              <a:rect l="l" t="t" r="r" b="b"/>
              <a:pathLst>
                <a:path w="327660" h="187325">
                  <a:moveTo>
                    <a:pt x="0" y="0"/>
                  </a:moveTo>
                  <a:lnTo>
                    <a:pt x="327088" y="0"/>
                  </a:lnTo>
                  <a:lnTo>
                    <a:pt x="327088" y="187083"/>
                  </a:lnTo>
                  <a:lnTo>
                    <a:pt x="0" y="187083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2"/>
            <a:ext cx="2744470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Add</a:t>
            </a:r>
            <a:r>
              <a:rPr dirty="0" sz="3000" spc="-2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</a:t>
            </a:r>
            <a:r>
              <a:rPr dirty="0" sz="3000" spc="-2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library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 b="1">
                <a:latin typeface="맑은 고딕"/>
                <a:cs typeface="맑은 고딕"/>
              </a:rPr>
              <a:t>→</a:t>
            </a:r>
            <a:r>
              <a:rPr dirty="0" sz="2200" spc="-3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Click</a:t>
            </a:r>
            <a:r>
              <a:rPr dirty="0" sz="2200" spc="-25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"Sketch"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2"/>
            <a:ext cx="6805930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Add</a:t>
            </a:r>
            <a:r>
              <a:rPr dirty="0" sz="3000" spc="-2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</a:t>
            </a:r>
            <a:r>
              <a:rPr dirty="0" sz="3000" spc="-2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library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 b="1">
                <a:latin typeface="맑은 고딕"/>
                <a:cs typeface="맑은 고딕"/>
              </a:rPr>
              <a:t>→</a:t>
            </a:r>
            <a:r>
              <a:rPr dirty="0" sz="2200" spc="-2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"Embed</a:t>
            </a:r>
            <a:r>
              <a:rPr dirty="0" sz="2200" spc="-2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a</a:t>
            </a:r>
            <a:r>
              <a:rPr dirty="0" sz="2200" spc="-20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library"-&gt;</a:t>
            </a:r>
            <a:r>
              <a:rPr dirty="0" sz="2200" spc="-1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Add</a:t>
            </a:r>
            <a:r>
              <a:rPr dirty="0" sz="2200" spc="-3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.ZIP</a:t>
            </a:r>
            <a:r>
              <a:rPr dirty="0" sz="2200" spc="-25" b="1">
                <a:latin typeface="맑은 고딕"/>
                <a:cs typeface="맑은 고딕"/>
              </a:rPr>
              <a:t> </a:t>
            </a:r>
            <a:r>
              <a:rPr dirty="0" sz="2200" b="1">
                <a:latin typeface="맑은 고딕"/>
                <a:cs typeface="맑은 고딕"/>
              </a:rPr>
              <a:t>libraries…</a:t>
            </a:r>
            <a:r>
              <a:rPr dirty="0" sz="2200" spc="-30" b="1">
                <a:latin typeface="맑은 고딕"/>
                <a:cs typeface="맑은 고딕"/>
              </a:rPr>
              <a:t> </a:t>
            </a:r>
            <a:r>
              <a:rPr dirty="0" sz="2200" spc="-10" b="1">
                <a:latin typeface="맑은 고딕"/>
                <a:cs typeface="맑은 고딕"/>
              </a:rPr>
              <a:t>Click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66007" y="2287397"/>
            <a:ext cx="4831715" cy="4417695"/>
            <a:chOff x="3866007" y="2287397"/>
            <a:chExt cx="4831715" cy="44176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6007" y="2287397"/>
              <a:ext cx="4831529" cy="44175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02489" y="3620401"/>
              <a:ext cx="1767839" cy="278765"/>
            </a:xfrm>
            <a:custGeom>
              <a:avLst/>
              <a:gdLst/>
              <a:ahLst/>
              <a:cxnLst/>
              <a:rect l="l" t="t" r="r" b="b"/>
              <a:pathLst>
                <a:path w="1767840" h="278764">
                  <a:moveTo>
                    <a:pt x="0" y="0"/>
                  </a:moveTo>
                  <a:lnTo>
                    <a:pt x="1767243" y="0"/>
                  </a:lnTo>
                  <a:lnTo>
                    <a:pt x="1767243" y="278180"/>
                  </a:lnTo>
                  <a:lnTo>
                    <a:pt x="0" y="27818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76082" y="2539860"/>
            <a:ext cx="7011670" cy="4067810"/>
            <a:chOff x="2776082" y="2539860"/>
            <a:chExt cx="7011670" cy="4067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6082" y="2539860"/>
              <a:ext cx="7011362" cy="406773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62351" y="6044247"/>
              <a:ext cx="615315" cy="219075"/>
            </a:xfrm>
            <a:custGeom>
              <a:avLst/>
              <a:gdLst/>
              <a:ahLst/>
              <a:cxnLst/>
              <a:rect l="l" t="t" r="r" b="b"/>
              <a:pathLst>
                <a:path w="615315" h="219075">
                  <a:moveTo>
                    <a:pt x="0" y="0"/>
                  </a:moveTo>
                  <a:lnTo>
                    <a:pt x="615111" y="0"/>
                  </a:lnTo>
                  <a:lnTo>
                    <a:pt x="615111" y="219074"/>
                  </a:lnTo>
                  <a:lnTo>
                    <a:pt x="0" y="21907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53501"/>
            <a:ext cx="9425940" cy="133667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Add</a:t>
            </a:r>
            <a:r>
              <a:rPr dirty="0" sz="3000" spc="-4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Library</a:t>
            </a:r>
            <a:endParaRPr sz="3000">
              <a:latin typeface="맑은 고딕"/>
              <a:cs typeface="맑은 고딕"/>
            </a:endParaRPr>
          </a:p>
          <a:p>
            <a:pPr marL="337185" marR="508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When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window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appears,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select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"Car_Library"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compressed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file </a:t>
            </a:r>
            <a:r>
              <a:rPr dirty="0" sz="2200">
                <a:latin typeface="맑은 고딕"/>
                <a:cs typeface="맑은 고딕"/>
              </a:rPr>
              <a:t>downloaded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Github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"Open"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95409" y="2431021"/>
            <a:ext cx="6388100" cy="3763010"/>
            <a:chOff x="2895409" y="2431021"/>
            <a:chExt cx="6388100" cy="3763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8193" y="2440547"/>
              <a:ext cx="6348259" cy="3734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3430" y="2435783"/>
              <a:ext cx="6365240" cy="3753485"/>
            </a:xfrm>
            <a:custGeom>
              <a:avLst/>
              <a:gdLst/>
              <a:ahLst/>
              <a:cxnLst/>
              <a:rect l="l" t="t" r="r" b="b"/>
              <a:pathLst>
                <a:path w="6365240" h="3753485">
                  <a:moveTo>
                    <a:pt x="0" y="0"/>
                  </a:moveTo>
                  <a:lnTo>
                    <a:pt x="6365138" y="0"/>
                  </a:lnTo>
                  <a:lnTo>
                    <a:pt x="6365138" y="3753269"/>
                  </a:lnTo>
                  <a:lnTo>
                    <a:pt x="0" y="375326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933509" y="3532212"/>
              <a:ext cx="2074545" cy="219075"/>
            </a:xfrm>
            <a:custGeom>
              <a:avLst/>
              <a:gdLst/>
              <a:ahLst/>
              <a:cxnLst/>
              <a:rect l="l" t="t" r="r" b="b"/>
              <a:pathLst>
                <a:path w="2074545" h="219075">
                  <a:moveTo>
                    <a:pt x="0" y="0"/>
                  </a:moveTo>
                  <a:lnTo>
                    <a:pt x="2074176" y="0"/>
                  </a:lnTo>
                  <a:lnTo>
                    <a:pt x="2074176" y="219075"/>
                  </a:lnTo>
                  <a:lnTo>
                    <a:pt x="0" y="21907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259682"/>
            <a:ext cx="872807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Add</a:t>
            </a:r>
            <a:r>
              <a:rPr dirty="0" sz="3000" spc="-2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</a:t>
            </a:r>
            <a:r>
              <a:rPr dirty="0" sz="3000" spc="-2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library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"#include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&lt;Car_Library.h&gt;"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top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source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code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91308" y="2221490"/>
            <a:ext cx="5429250" cy="4351020"/>
            <a:chOff x="3691308" y="2221490"/>
            <a:chExt cx="5429250" cy="4351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1308" y="2221490"/>
              <a:ext cx="5429043" cy="43505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38294" y="2419362"/>
              <a:ext cx="291465" cy="219075"/>
            </a:xfrm>
            <a:custGeom>
              <a:avLst/>
              <a:gdLst/>
              <a:ahLst/>
              <a:cxnLst/>
              <a:rect l="l" t="t" r="r" b="b"/>
              <a:pathLst>
                <a:path w="291464" h="219075">
                  <a:moveTo>
                    <a:pt x="0" y="0"/>
                  </a:moveTo>
                  <a:lnTo>
                    <a:pt x="291084" y="0"/>
                  </a:lnTo>
                  <a:lnTo>
                    <a:pt x="291084" y="219075"/>
                  </a:lnTo>
                  <a:lnTo>
                    <a:pt x="0" y="21907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2"/>
            <a:ext cx="651827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Board</a:t>
            </a:r>
            <a:r>
              <a:rPr dirty="0" sz="3000" spc="-10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After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launching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app,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"Tools"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71660" y="2209500"/>
            <a:ext cx="5467985" cy="4573905"/>
            <a:chOff x="3071660" y="2209500"/>
            <a:chExt cx="5467985" cy="45739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1660" y="2209500"/>
              <a:ext cx="5467639" cy="457337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62422" y="4359655"/>
              <a:ext cx="1551305" cy="200025"/>
            </a:xfrm>
            <a:custGeom>
              <a:avLst/>
              <a:gdLst/>
              <a:ahLst/>
              <a:cxnLst/>
              <a:rect l="l" t="t" r="r" b="b"/>
              <a:pathLst>
                <a:path w="1551304" h="200025">
                  <a:moveTo>
                    <a:pt x="0" y="0"/>
                  </a:moveTo>
                  <a:lnTo>
                    <a:pt x="1551216" y="0"/>
                  </a:lnTo>
                  <a:lnTo>
                    <a:pt x="1551216" y="199745"/>
                  </a:lnTo>
                  <a:lnTo>
                    <a:pt x="0" y="19974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2"/>
            <a:ext cx="772604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Board</a:t>
            </a:r>
            <a:r>
              <a:rPr dirty="0" sz="3000" spc="-10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30">
                <a:latin typeface="맑은 고딕"/>
                <a:cs typeface="맑은 고딕"/>
              </a:rPr>
              <a:t>Tool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-</a:t>
            </a:r>
            <a:r>
              <a:rPr dirty="0" sz="2200">
                <a:latin typeface="맑은 고딕"/>
                <a:cs typeface="맑은 고딕"/>
              </a:rPr>
              <a:t>&gt;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Board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-</a:t>
            </a:r>
            <a:r>
              <a:rPr dirty="0" sz="2200">
                <a:latin typeface="맑은 고딕"/>
                <a:cs typeface="맑은 고딕"/>
              </a:rPr>
              <a:t>&gt;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Select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30">
                <a:latin typeface="맑은 고딕"/>
                <a:cs typeface="맑은 고딕"/>
              </a:rPr>
              <a:t>“Arduino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Mega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or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Mega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2560”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1"/>
            <a:ext cx="10328910" cy="167195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Connection</a:t>
            </a:r>
            <a:endParaRPr sz="3000">
              <a:latin typeface="맑은 고딕"/>
              <a:cs typeface="맑은 고딕"/>
            </a:endParaRPr>
          </a:p>
          <a:p>
            <a:pPr marL="337185" marR="508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"Win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key+q"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keyboard,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then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"Device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Manager"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click "Open"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Arduino</a:t>
            </a:r>
            <a:r>
              <a:rPr dirty="0" sz="22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and</a:t>
            </a:r>
            <a:r>
              <a:rPr dirty="0" sz="2200" spc="-3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PC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must</a:t>
            </a:r>
            <a:r>
              <a:rPr dirty="0" sz="2200" spc="-3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be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맑은 고딕"/>
                <a:cs typeface="맑은 고딕"/>
              </a:rPr>
              <a:t>connected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47831" y="2818587"/>
            <a:ext cx="4032885" cy="3974465"/>
            <a:chOff x="4547831" y="2818587"/>
            <a:chExt cx="4032885" cy="39744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7831" y="2818587"/>
              <a:ext cx="4032440" cy="39740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18516" y="4003535"/>
              <a:ext cx="2074545" cy="219075"/>
            </a:xfrm>
            <a:custGeom>
              <a:avLst/>
              <a:gdLst/>
              <a:ahLst/>
              <a:cxnLst/>
              <a:rect l="l" t="t" r="r" b="b"/>
              <a:pathLst>
                <a:path w="2074545" h="219075">
                  <a:moveTo>
                    <a:pt x="0" y="0"/>
                  </a:moveTo>
                  <a:lnTo>
                    <a:pt x="2074176" y="0"/>
                  </a:lnTo>
                  <a:lnTo>
                    <a:pt x="2074176" y="219074"/>
                  </a:lnTo>
                  <a:lnTo>
                    <a:pt x="0" y="21907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2"/>
            <a:ext cx="10528300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Check</a:t>
            </a:r>
            <a:r>
              <a:rPr dirty="0" sz="2800" spc="-1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the</a:t>
            </a:r>
            <a:r>
              <a:rPr dirty="0" sz="2800" spc="-2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serial</a:t>
            </a:r>
            <a:r>
              <a:rPr dirty="0" sz="2800" spc="-3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port</a:t>
            </a:r>
            <a:r>
              <a:rPr dirty="0" sz="2800" spc="-15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number</a:t>
            </a:r>
            <a:endParaRPr sz="28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Device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Manager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-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&gt;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Ports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(COM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&amp;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LPT)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-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&gt;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Check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USB-</a:t>
            </a:r>
            <a:r>
              <a:rPr dirty="0" sz="2000">
                <a:latin typeface="맑은 고딕"/>
                <a:cs typeface="맑은 고딕"/>
              </a:rPr>
              <a:t>SERIAL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Port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(COM*)</a:t>
            </a:r>
            <a:endParaRPr sz="2000">
              <a:latin typeface="맑은 고딕"/>
              <a:cs typeface="맑은 고딕"/>
            </a:endParaRPr>
          </a:p>
          <a:p>
            <a:pPr marL="336550" marR="267970">
              <a:lnSpc>
                <a:spcPct val="100000"/>
              </a:lnSpc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1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may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change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if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you</a:t>
            </a:r>
            <a:r>
              <a:rPr dirty="0" sz="2000" spc="-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plug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USB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cable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into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port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other</a:t>
            </a:r>
            <a:r>
              <a:rPr dirty="0" sz="2000" spc="-1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than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one </a:t>
            </a:r>
            <a:r>
              <a:rPr dirty="0" sz="2000">
                <a:latin typeface="맑은 고딕"/>
                <a:cs typeface="맑은 고딕"/>
              </a:rPr>
              <a:t>you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originally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plugged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it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in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30029" y="2602738"/>
            <a:ext cx="5304790" cy="3884929"/>
            <a:chOff x="3430029" y="2602738"/>
            <a:chExt cx="5304790" cy="38849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029" y="2602738"/>
              <a:ext cx="5304204" cy="38847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22458" y="5551716"/>
              <a:ext cx="1299210" cy="255270"/>
            </a:xfrm>
            <a:custGeom>
              <a:avLst/>
              <a:gdLst/>
              <a:ahLst/>
              <a:cxnLst/>
              <a:rect l="l" t="t" r="r" b="b"/>
              <a:pathLst>
                <a:path w="1299210" h="255270">
                  <a:moveTo>
                    <a:pt x="0" y="0"/>
                  </a:moveTo>
                  <a:lnTo>
                    <a:pt x="1299197" y="0"/>
                  </a:lnTo>
                  <a:lnTo>
                    <a:pt x="1299197" y="255079"/>
                  </a:lnTo>
                  <a:lnTo>
                    <a:pt x="0" y="255079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91308" y="2221490"/>
            <a:ext cx="5429250" cy="4351020"/>
            <a:chOff x="3691308" y="2221490"/>
            <a:chExt cx="5429250" cy="4351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1308" y="2221490"/>
              <a:ext cx="5429043" cy="43505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38294" y="2419362"/>
              <a:ext cx="291465" cy="219075"/>
            </a:xfrm>
            <a:custGeom>
              <a:avLst/>
              <a:gdLst/>
              <a:ahLst/>
              <a:cxnLst/>
              <a:rect l="l" t="t" r="r" b="b"/>
              <a:pathLst>
                <a:path w="291464" h="219075">
                  <a:moveTo>
                    <a:pt x="0" y="0"/>
                  </a:moveTo>
                  <a:lnTo>
                    <a:pt x="291084" y="0"/>
                  </a:lnTo>
                  <a:lnTo>
                    <a:pt x="291084" y="219075"/>
                  </a:lnTo>
                  <a:lnTo>
                    <a:pt x="0" y="21907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2"/>
            <a:ext cx="651827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1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communication</a:t>
            </a:r>
            <a:r>
              <a:rPr dirty="0" sz="3000" spc="-13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connection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After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launching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app,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"Tools"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0571" y="2256146"/>
            <a:ext cx="6111240" cy="4480560"/>
            <a:chOff x="2920571" y="2256146"/>
            <a:chExt cx="6111240" cy="4480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0571" y="2256146"/>
              <a:ext cx="6110798" cy="44800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18416" y="4202874"/>
              <a:ext cx="687705" cy="200025"/>
            </a:xfrm>
            <a:custGeom>
              <a:avLst/>
              <a:gdLst/>
              <a:ahLst/>
              <a:cxnLst/>
              <a:rect l="l" t="t" r="r" b="b"/>
              <a:pathLst>
                <a:path w="687704" h="200025">
                  <a:moveTo>
                    <a:pt x="0" y="0"/>
                  </a:moveTo>
                  <a:lnTo>
                    <a:pt x="687120" y="0"/>
                  </a:lnTo>
                  <a:lnTo>
                    <a:pt x="687120" y="199745"/>
                  </a:lnTo>
                  <a:lnTo>
                    <a:pt x="0" y="19974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2.</a:t>
            </a:r>
            <a:r>
              <a:rPr dirty="0" spc="310"/>
              <a:t> </a:t>
            </a:r>
            <a:r>
              <a:rPr dirty="0" spc="120"/>
              <a:t>Software</a:t>
            </a:r>
            <a:r>
              <a:rPr dirty="0" spc="320"/>
              <a:t> </a:t>
            </a:r>
            <a:r>
              <a:rPr dirty="0" spc="125"/>
              <a:t>Setting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2"/>
            <a:ext cx="8754110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4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Port</a:t>
            </a:r>
            <a:r>
              <a:rPr dirty="0" sz="3000" spc="-4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Tools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-</a:t>
            </a:r>
            <a:r>
              <a:rPr dirty="0" sz="2200">
                <a:latin typeface="맑은 고딕"/>
                <a:cs typeface="맑은 고딕"/>
              </a:rPr>
              <a:t>&gt;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Port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-</a:t>
            </a:r>
            <a:r>
              <a:rPr dirty="0" sz="2200">
                <a:latin typeface="맑은 고딕"/>
                <a:cs typeface="맑은 고딕"/>
              </a:rPr>
              <a:t>&gt;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Select</a:t>
            </a:r>
            <a:r>
              <a:rPr dirty="0" sz="2200" spc="-1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port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number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check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before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9648" y="2856992"/>
            <a:ext cx="3573779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120"/>
              <a:t>Exercise</a:t>
            </a:r>
            <a:r>
              <a:rPr dirty="0" sz="6600" spc="275"/>
              <a:t> </a:t>
            </a:r>
            <a:r>
              <a:rPr dirty="0" sz="6600" spc="-50"/>
              <a:t>1</a:t>
            </a:r>
            <a:endParaRPr sz="66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30140"/>
            <a:ext cx="8874125" cy="131508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12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Measuring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distances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with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ultrasonic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sensors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800">
                <a:latin typeface="맑은 고딕"/>
                <a:cs typeface="맑은 고딕"/>
              </a:rPr>
              <a:t>→</a:t>
            </a:r>
            <a:r>
              <a:rPr dirty="0" sz="1800" spc="-2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Uses</a:t>
            </a:r>
            <a:r>
              <a:rPr dirty="0" sz="1800" spc="-2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ultrasonic</a:t>
            </a:r>
            <a:r>
              <a:rPr dirty="0" sz="1800" spc="-6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sensors</a:t>
            </a:r>
            <a:r>
              <a:rPr dirty="0" sz="1800" spc="-4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to</a:t>
            </a:r>
            <a:r>
              <a:rPr dirty="0" sz="1800" spc="-2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measure</a:t>
            </a:r>
            <a:r>
              <a:rPr dirty="0" sz="1800" spc="-2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the</a:t>
            </a:r>
            <a:r>
              <a:rPr dirty="0" sz="1800" spc="-2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distance</a:t>
            </a:r>
            <a:r>
              <a:rPr dirty="0" sz="1800" spc="-4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to</a:t>
            </a:r>
            <a:r>
              <a:rPr dirty="0" sz="1800" spc="-2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objects</a:t>
            </a:r>
            <a:r>
              <a:rPr dirty="0" sz="1800" spc="-4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located</a:t>
            </a:r>
            <a:r>
              <a:rPr dirty="0" sz="1800" spc="-3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in</a:t>
            </a:r>
            <a:r>
              <a:rPr dirty="0" sz="1800" spc="-3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front</a:t>
            </a:r>
            <a:r>
              <a:rPr dirty="0" sz="1800" spc="-2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of</a:t>
            </a:r>
            <a:r>
              <a:rPr dirty="0" sz="1800" spc="-15">
                <a:latin typeface="맑은 고딕"/>
                <a:cs typeface="맑은 고딕"/>
              </a:rPr>
              <a:t> </a:t>
            </a:r>
            <a:r>
              <a:rPr dirty="0" sz="1800" spc="-25">
                <a:latin typeface="맑은 고딕"/>
                <a:cs typeface="맑은 고딕"/>
              </a:rPr>
              <a:t>you</a:t>
            </a:r>
            <a:endParaRPr sz="1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맑은 고딕"/>
                <a:cs typeface="맑은 고딕"/>
              </a:rPr>
              <a:t>→</a:t>
            </a:r>
            <a:r>
              <a:rPr dirty="0" sz="1800" spc="-3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Output</a:t>
            </a:r>
            <a:r>
              <a:rPr dirty="0" sz="1800" spc="-50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measured</a:t>
            </a:r>
            <a:r>
              <a:rPr dirty="0" sz="1800" spc="-2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distance</a:t>
            </a:r>
            <a:r>
              <a:rPr dirty="0" sz="1800" spc="-4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to</a:t>
            </a:r>
            <a:r>
              <a:rPr dirty="0" sz="1800" spc="-35">
                <a:latin typeface="맑은 고딕"/>
                <a:cs typeface="맑은 고딕"/>
              </a:rPr>
              <a:t> </a:t>
            </a:r>
            <a:r>
              <a:rPr dirty="0" sz="1800">
                <a:latin typeface="맑은 고딕"/>
                <a:cs typeface="맑은 고딕"/>
              </a:rPr>
              <a:t>serial</a:t>
            </a:r>
            <a:r>
              <a:rPr dirty="0" sz="1800" spc="-40">
                <a:latin typeface="맑은 고딕"/>
                <a:cs typeface="맑은 고딕"/>
              </a:rPr>
              <a:t> </a:t>
            </a:r>
            <a:r>
              <a:rPr dirty="0" sz="1800" spc="-10">
                <a:latin typeface="맑은 고딕"/>
                <a:cs typeface="맑은 고딕"/>
              </a:rPr>
              <a:t>communication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7138" y="2860310"/>
            <a:ext cx="5542428" cy="3221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7587" y="3873969"/>
            <a:ext cx="2700298" cy="16617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36402" y="5387543"/>
            <a:ext cx="12496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10" b="1" i="1">
                <a:latin typeface="맑은 고딕"/>
                <a:cs typeface="맑은 고딕"/>
              </a:rPr>
              <a:t>초음파</a:t>
            </a:r>
            <a:r>
              <a:rPr dirty="0" sz="1900" spc="-50" b="1" i="1">
                <a:latin typeface="맑은 고딕"/>
                <a:cs typeface="맑은 고딕"/>
              </a:rPr>
              <a:t> </a:t>
            </a:r>
            <a:r>
              <a:rPr dirty="0" sz="1900" spc="-55" b="1" i="1">
                <a:latin typeface="맑은 고딕"/>
                <a:cs typeface="맑은 고딕"/>
              </a:rPr>
              <a:t>센서</a:t>
            </a:r>
            <a:endParaRPr sz="19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7868414" y="6139735"/>
            <a:ext cx="10210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0" b="1" i="1">
                <a:latin typeface="맑은 고딕"/>
                <a:cs typeface="맑은 고딕"/>
              </a:rPr>
              <a:t>결과</a:t>
            </a:r>
            <a:r>
              <a:rPr dirty="0" sz="1900" spc="-65" b="1" i="1">
                <a:latin typeface="맑은 고딕"/>
                <a:cs typeface="맑은 고딕"/>
              </a:rPr>
              <a:t> </a:t>
            </a:r>
            <a:r>
              <a:rPr dirty="0" sz="1900" spc="-60" b="1" i="1">
                <a:latin typeface="맑은 고딕"/>
                <a:cs typeface="맑은 고딕"/>
              </a:rPr>
              <a:t>화면</a:t>
            </a:r>
            <a:endParaRPr sz="19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텍스트, 전자기기, 회로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3378" y="689419"/>
            <a:ext cx="2766885" cy="575739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3657" y="1259680"/>
            <a:ext cx="32245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Line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connection</a:t>
            </a:r>
            <a:endParaRPr sz="30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5205" y="1469034"/>
            <a:ext cx="9707245" cy="5336540"/>
            <a:chOff x="2485205" y="1469034"/>
            <a:chExt cx="9707245" cy="5336540"/>
          </a:xfrm>
        </p:grpSpPr>
        <p:pic>
          <p:nvPicPr>
            <p:cNvPr id="6" name="object 6" descr="텍스트, 전자기기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0134" y="1469034"/>
              <a:ext cx="3331865" cy="21460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2355" y="3140111"/>
              <a:ext cx="7743190" cy="3608070"/>
            </a:xfrm>
            <a:custGeom>
              <a:avLst/>
              <a:gdLst/>
              <a:ahLst/>
              <a:cxnLst/>
              <a:rect l="l" t="t" r="r" b="b"/>
              <a:pathLst>
                <a:path w="7743190" h="3608070">
                  <a:moveTo>
                    <a:pt x="7742669" y="134797"/>
                  </a:moveTo>
                  <a:lnTo>
                    <a:pt x="7742669" y="3607866"/>
                  </a:lnTo>
                  <a:lnTo>
                    <a:pt x="0" y="3607866"/>
                  </a:lnTo>
                  <a:lnTo>
                    <a:pt x="0" y="0"/>
                  </a:lnTo>
                  <a:lnTo>
                    <a:pt x="1209878" y="0"/>
                  </a:lnTo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9153" y="3348949"/>
              <a:ext cx="7689215" cy="3169920"/>
            </a:xfrm>
            <a:custGeom>
              <a:avLst/>
              <a:gdLst/>
              <a:ahLst/>
              <a:cxnLst/>
              <a:rect l="l" t="t" r="r" b="b"/>
              <a:pathLst>
                <a:path w="7689215" h="3169920">
                  <a:moveTo>
                    <a:pt x="7688668" y="2768"/>
                  </a:moveTo>
                  <a:lnTo>
                    <a:pt x="7688668" y="3169780"/>
                  </a:lnTo>
                  <a:lnTo>
                    <a:pt x="0" y="3169780"/>
                  </a:lnTo>
                  <a:lnTo>
                    <a:pt x="0" y="0"/>
                  </a:lnTo>
                  <a:lnTo>
                    <a:pt x="584923" y="0"/>
                  </a:lnTo>
                </a:path>
              </a:pathLst>
            </a:custGeom>
            <a:ln w="1143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95842" y="2723325"/>
            <a:ext cx="178053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Arduino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board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30703" y="1252015"/>
            <a:ext cx="22618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맑은 고딕"/>
                <a:cs typeface="맑은 고딕"/>
              </a:rPr>
              <a:t>Ultrasonic</a:t>
            </a:r>
            <a:r>
              <a:rPr dirty="0" sz="2000" spc="-8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Sensors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30710" y="1696211"/>
            <a:ext cx="5089525" cy="3465829"/>
            <a:chOff x="5630710" y="1696211"/>
            <a:chExt cx="5089525" cy="3465829"/>
          </a:xfrm>
        </p:grpSpPr>
        <p:pic>
          <p:nvPicPr>
            <p:cNvPr id="12" name="object 12" descr="텍스트, 전자기기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0044" y="1696211"/>
              <a:ext cx="1310638" cy="3465575"/>
            </a:xfrm>
            <a:prstGeom prst="rect">
              <a:avLst/>
            </a:prstGeom>
          </p:spPr>
        </p:pic>
        <p:pic>
          <p:nvPicPr>
            <p:cNvPr id="13" name="object 13" descr="텍스트, 전자기기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81" y="1813763"/>
              <a:ext cx="1119035" cy="32304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96556" y="1804225"/>
              <a:ext cx="1138555" cy="3249930"/>
            </a:xfrm>
            <a:custGeom>
              <a:avLst/>
              <a:gdLst/>
              <a:ahLst/>
              <a:cxnLst/>
              <a:rect l="l" t="t" r="r" b="b"/>
              <a:pathLst>
                <a:path w="1138554" h="3249929">
                  <a:moveTo>
                    <a:pt x="1138085" y="3249536"/>
                  </a:moveTo>
                  <a:lnTo>
                    <a:pt x="0" y="3249536"/>
                  </a:lnTo>
                  <a:lnTo>
                    <a:pt x="0" y="0"/>
                  </a:lnTo>
                  <a:lnTo>
                    <a:pt x="1138085" y="0"/>
                  </a:lnTo>
                  <a:lnTo>
                    <a:pt x="1138085" y="324953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687860" y="2389390"/>
              <a:ext cx="725805" cy="2229485"/>
            </a:xfrm>
            <a:custGeom>
              <a:avLst/>
              <a:gdLst/>
              <a:ahLst/>
              <a:cxnLst/>
              <a:rect l="l" t="t" r="r" b="b"/>
              <a:pathLst>
                <a:path w="725804" h="2229485">
                  <a:moveTo>
                    <a:pt x="0" y="0"/>
                  </a:moveTo>
                  <a:lnTo>
                    <a:pt x="725474" y="0"/>
                  </a:lnTo>
                  <a:lnTo>
                    <a:pt x="725474" y="2229269"/>
                  </a:lnTo>
                  <a:lnTo>
                    <a:pt x="0" y="2229269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79975" y="3439303"/>
              <a:ext cx="1236345" cy="67310"/>
            </a:xfrm>
            <a:custGeom>
              <a:avLst/>
              <a:gdLst/>
              <a:ahLst/>
              <a:cxnLst/>
              <a:rect l="l" t="t" r="r" b="b"/>
              <a:pathLst>
                <a:path w="1236345" h="67310">
                  <a:moveTo>
                    <a:pt x="0" y="66979"/>
                  </a:moveTo>
                  <a:lnTo>
                    <a:pt x="1235887" y="0"/>
                  </a:lnTo>
                </a:path>
              </a:pathLst>
            </a:custGeom>
            <a:ln w="761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71630" y="3327243"/>
              <a:ext cx="234950" cy="228600"/>
            </a:xfrm>
            <a:custGeom>
              <a:avLst/>
              <a:gdLst/>
              <a:ahLst/>
              <a:cxnLst/>
              <a:rect l="l" t="t" r="r" b="b"/>
              <a:pathLst>
                <a:path w="234950" h="228600">
                  <a:moveTo>
                    <a:pt x="0" y="0"/>
                  </a:moveTo>
                  <a:lnTo>
                    <a:pt x="12382" y="228269"/>
                  </a:lnTo>
                  <a:lnTo>
                    <a:pt x="234454" y="10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5675" y="3391983"/>
              <a:ext cx="228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32668" y="3260669"/>
              <a:ext cx="2378075" cy="1080135"/>
            </a:xfrm>
            <a:custGeom>
              <a:avLst/>
              <a:gdLst/>
              <a:ahLst/>
              <a:cxnLst/>
              <a:rect l="l" t="t" r="r" b="b"/>
              <a:pathLst>
                <a:path w="2378075" h="1080135">
                  <a:moveTo>
                    <a:pt x="0" y="1079665"/>
                  </a:moveTo>
                  <a:lnTo>
                    <a:pt x="2378024" y="1079665"/>
                  </a:lnTo>
                  <a:lnTo>
                    <a:pt x="2378024" y="0"/>
                  </a:lnTo>
                </a:path>
              </a:pathLst>
            </a:custGeom>
            <a:ln w="762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00364" y="3284128"/>
              <a:ext cx="2481580" cy="1228725"/>
            </a:xfrm>
            <a:custGeom>
              <a:avLst/>
              <a:gdLst/>
              <a:ahLst/>
              <a:cxnLst/>
              <a:rect l="l" t="t" r="r" b="b"/>
              <a:pathLst>
                <a:path w="2481579" h="1228725">
                  <a:moveTo>
                    <a:pt x="0" y="1228547"/>
                  </a:moveTo>
                  <a:lnTo>
                    <a:pt x="2481541" y="1228547"/>
                  </a:lnTo>
                  <a:lnTo>
                    <a:pt x="2481541" y="0"/>
                  </a:lnTo>
                </a:path>
              </a:pathLst>
            </a:custGeom>
            <a:ln w="762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334687" y="1327754"/>
            <a:ext cx="11588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맑은 고딕"/>
                <a:cs typeface="맑은 고딕"/>
              </a:rPr>
              <a:t>PWM</a:t>
            </a:r>
            <a:r>
              <a:rPr dirty="0" sz="2000" spc="10" b="1">
                <a:latin typeface="맑은 고딕"/>
                <a:cs typeface="맑은 고딕"/>
              </a:rPr>
              <a:t> </a:t>
            </a:r>
            <a:r>
              <a:rPr dirty="0" sz="2000" spc="-25" b="1">
                <a:latin typeface="맑은 고딕"/>
                <a:cs typeface="맑은 고딕"/>
              </a:rPr>
              <a:t>Pin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7915909" cy="20072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Line</a:t>
            </a:r>
            <a:r>
              <a:rPr dirty="0" sz="3000" spc="-12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connection</a:t>
            </a:r>
            <a:r>
              <a:rPr dirty="0" sz="3000" spc="-11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(Cont’d)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Ultrasonic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sensor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VCC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5V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Ultrasonic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sensor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GND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GND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Ultrasonic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sensor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Trig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50">
                <a:latin typeface="맑은 고딕"/>
                <a:cs typeface="맑은 고딕"/>
              </a:rPr>
              <a:t> 3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Ultrasonic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sensor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Echo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50">
                <a:latin typeface="맑은 고딕"/>
                <a:cs typeface="맑은 고딕"/>
              </a:rPr>
              <a:t>2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9972" y="2303348"/>
            <a:ext cx="7907655" cy="4153535"/>
            <a:chOff x="2419972" y="2303348"/>
            <a:chExt cx="7907655" cy="4153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9595" y="2378912"/>
              <a:ext cx="7858414" cy="39226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54833" y="2308110"/>
              <a:ext cx="7868284" cy="4144010"/>
            </a:xfrm>
            <a:custGeom>
              <a:avLst/>
              <a:gdLst/>
              <a:ahLst/>
              <a:cxnLst/>
              <a:rect l="l" t="t" r="r" b="b"/>
              <a:pathLst>
                <a:path w="7868284" h="4144010">
                  <a:moveTo>
                    <a:pt x="0" y="0"/>
                  </a:moveTo>
                  <a:lnTo>
                    <a:pt x="7867942" y="0"/>
                  </a:lnTo>
                  <a:lnTo>
                    <a:pt x="7867942" y="4143451"/>
                  </a:lnTo>
                  <a:lnTo>
                    <a:pt x="0" y="414345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58072" y="4219562"/>
              <a:ext cx="2919095" cy="688975"/>
            </a:xfrm>
            <a:custGeom>
              <a:avLst/>
              <a:gdLst/>
              <a:ahLst/>
              <a:cxnLst/>
              <a:rect l="l" t="t" r="r" b="b"/>
              <a:pathLst>
                <a:path w="2919095" h="688975">
                  <a:moveTo>
                    <a:pt x="0" y="0"/>
                  </a:moveTo>
                  <a:lnTo>
                    <a:pt x="2918574" y="0"/>
                  </a:lnTo>
                  <a:lnTo>
                    <a:pt x="2918574" y="688708"/>
                  </a:lnTo>
                  <a:lnTo>
                    <a:pt x="0" y="68870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0242"/>
            <a:ext cx="9818370" cy="114617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62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Declaring</a:t>
            </a:r>
            <a:r>
              <a:rPr dirty="0" sz="2800" spc="-7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a</a:t>
            </a:r>
            <a:r>
              <a:rPr dirty="0" sz="2800" spc="-4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Pin</a:t>
            </a:r>
            <a:r>
              <a:rPr dirty="0" sz="2800" spc="-3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Number</a:t>
            </a:r>
            <a:r>
              <a:rPr dirty="0" sz="2800" spc="-45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Variable</a:t>
            </a:r>
            <a:endParaRPr sz="2800">
              <a:latin typeface="맑은 고딕"/>
              <a:cs typeface="맑은 고딕"/>
            </a:endParaRPr>
          </a:p>
          <a:p>
            <a:pPr marL="12700" marR="5080">
              <a:lnSpc>
                <a:spcPts val="2160"/>
              </a:lnSpc>
              <a:spcBef>
                <a:spcPts val="65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Trig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ultrasonic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sensor,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declaration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9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variable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linked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to </a:t>
            </a:r>
            <a:r>
              <a:rPr dirty="0" sz="2000" spc="-20">
                <a:latin typeface="맑은 고딕"/>
                <a:cs typeface="맑은 고딕"/>
              </a:rPr>
              <a:t>echo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78633" y="2389098"/>
            <a:ext cx="7893050" cy="4175760"/>
            <a:chOff x="2578633" y="2389098"/>
            <a:chExt cx="7893050" cy="4175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8257" y="2464531"/>
              <a:ext cx="7843768" cy="39152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13494" y="2393861"/>
              <a:ext cx="7853680" cy="4135754"/>
            </a:xfrm>
            <a:custGeom>
              <a:avLst/>
              <a:gdLst/>
              <a:ahLst/>
              <a:cxnLst/>
              <a:rect l="l" t="t" r="r" b="b"/>
              <a:pathLst>
                <a:path w="7853680" h="4135754">
                  <a:moveTo>
                    <a:pt x="0" y="0"/>
                  </a:moveTo>
                  <a:lnTo>
                    <a:pt x="7853299" y="0"/>
                  </a:lnTo>
                  <a:lnTo>
                    <a:pt x="7853299" y="4135742"/>
                  </a:lnTo>
                  <a:lnTo>
                    <a:pt x="0" y="41357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16733" y="4974716"/>
              <a:ext cx="5908040" cy="1551940"/>
            </a:xfrm>
            <a:custGeom>
              <a:avLst/>
              <a:gdLst/>
              <a:ahLst/>
              <a:cxnLst/>
              <a:rect l="l" t="t" r="r" b="b"/>
              <a:pathLst>
                <a:path w="5908040" h="1551940">
                  <a:moveTo>
                    <a:pt x="0" y="0"/>
                  </a:moveTo>
                  <a:lnTo>
                    <a:pt x="5907709" y="0"/>
                  </a:lnTo>
                  <a:lnTo>
                    <a:pt x="5907709" y="1551647"/>
                  </a:lnTo>
                  <a:lnTo>
                    <a:pt x="0" y="1551647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891984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Communication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Pin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Mode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Start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communication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mode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pin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64430"/>
            <a:ext cx="9204325" cy="35369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85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Function</a:t>
            </a:r>
            <a:r>
              <a:rPr dirty="0" sz="3000" spc="-13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lvl="1" marL="659765" indent="-287655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spc="-10" b="1">
                <a:latin typeface="맑은 고딕"/>
                <a:cs typeface="맑은 고딕"/>
              </a:rPr>
              <a:t>Serial.begin(Communication</a:t>
            </a:r>
            <a:r>
              <a:rPr dirty="0" sz="2400" b="1">
                <a:latin typeface="맑은 고딕"/>
                <a:cs typeface="맑은 고딕"/>
              </a:rPr>
              <a:t> </a:t>
            </a:r>
            <a:r>
              <a:rPr dirty="0" sz="2400" spc="-10" b="1">
                <a:latin typeface="맑은 고딕"/>
                <a:cs typeface="맑은 고딕"/>
              </a:rPr>
              <a:t>speed)</a:t>
            </a:r>
            <a:endParaRPr sz="24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Start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communication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communication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speed</a:t>
            </a:r>
            <a:endParaRPr sz="2200">
              <a:latin typeface="맑은 고딕"/>
              <a:cs typeface="맑은 고딕"/>
            </a:endParaRPr>
          </a:p>
          <a:p>
            <a:pPr lvl="1" marL="659765" indent="-287655">
              <a:lnSpc>
                <a:spcPct val="100000"/>
              </a:lnSpc>
              <a:spcBef>
                <a:spcPts val="3475"/>
              </a:spcBef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b="1">
                <a:latin typeface="맑은 고딕"/>
                <a:cs typeface="맑은 고딕"/>
              </a:rPr>
              <a:t>pinMode(Pin</a:t>
            </a:r>
            <a:r>
              <a:rPr dirty="0" sz="2400" spc="-135" b="1">
                <a:latin typeface="맑은 고딕"/>
                <a:cs typeface="맑은 고딕"/>
              </a:rPr>
              <a:t> </a:t>
            </a:r>
            <a:r>
              <a:rPr dirty="0" sz="2400" spc="-10" b="1">
                <a:latin typeface="맑은 고딕"/>
                <a:cs typeface="맑은 고딕"/>
              </a:rPr>
              <a:t>Number,</a:t>
            </a:r>
            <a:r>
              <a:rPr dirty="0" sz="2400" spc="-150" b="1">
                <a:latin typeface="맑은 고딕"/>
                <a:cs typeface="맑은 고딕"/>
              </a:rPr>
              <a:t> </a:t>
            </a:r>
            <a:r>
              <a:rPr dirty="0" sz="2400" spc="-10" b="1">
                <a:latin typeface="맑은 고딕"/>
                <a:cs typeface="맑은 고딕"/>
              </a:rPr>
              <a:t>mode)</a:t>
            </a:r>
            <a:endParaRPr sz="2400">
              <a:latin typeface="맑은 고딕"/>
              <a:cs typeface="맑은 고딕"/>
            </a:endParaRPr>
          </a:p>
          <a:p>
            <a:pPr marL="958850">
              <a:lnSpc>
                <a:spcPct val="100000"/>
              </a:lnSpc>
              <a:spcBef>
                <a:spcPts val="615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Set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mode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you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entered.</a:t>
            </a:r>
            <a:endParaRPr sz="2000">
              <a:latin typeface="맑은 고딕"/>
              <a:cs typeface="맑은 고딕"/>
            </a:endParaRPr>
          </a:p>
          <a:p>
            <a:pPr marL="926465">
              <a:lnSpc>
                <a:spcPct val="100000"/>
              </a:lnSpc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Can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be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set</a:t>
            </a:r>
            <a:r>
              <a:rPr dirty="0" sz="2000" spc="-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or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INPUT</a:t>
            </a:r>
            <a:endParaRPr sz="2000">
              <a:latin typeface="맑은 고딕"/>
              <a:cs typeface="맑은 고딕"/>
            </a:endParaRPr>
          </a:p>
          <a:p>
            <a:pPr marL="1226820" marR="1200785" indent="-300355">
              <a:lnSpc>
                <a:spcPct val="100000"/>
              </a:lnSpc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that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example,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trig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sends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ultrasonic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waves,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so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OUTPUT, </a:t>
            </a:r>
            <a:r>
              <a:rPr dirty="0" sz="2000">
                <a:latin typeface="맑은 고딕"/>
                <a:cs typeface="맑은 고딕"/>
              </a:rPr>
              <a:t>Since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echo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receives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reflected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ultrasound,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it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is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set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INPUT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7880" y="1872945"/>
            <a:ext cx="5379085" cy="271145"/>
            <a:chOff x="6817880" y="1872945"/>
            <a:chExt cx="5379085" cy="2711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0586" y="1922268"/>
              <a:ext cx="5259147" cy="1591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22643" y="1877707"/>
              <a:ext cx="5369560" cy="261620"/>
            </a:xfrm>
            <a:custGeom>
              <a:avLst/>
              <a:gdLst/>
              <a:ahLst/>
              <a:cxnLst/>
              <a:rect l="l" t="t" r="r" b="b"/>
              <a:pathLst>
                <a:path w="5369559" h="261619">
                  <a:moveTo>
                    <a:pt x="5369356" y="261556"/>
                  </a:moveTo>
                  <a:lnTo>
                    <a:pt x="0" y="261556"/>
                  </a:lnTo>
                  <a:lnTo>
                    <a:pt x="0" y="0"/>
                  </a:lnTo>
                  <a:lnTo>
                    <a:pt x="536935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968591" y="2910535"/>
            <a:ext cx="4304030" cy="451484"/>
            <a:chOff x="6968591" y="2910535"/>
            <a:chExt cx="4304030" cy="45148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0397" y="2933152"/>
              <a:ext cx="4086727" cy="379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973354" y="2915297"/>
              <a:ext cx="4294505" cy="441959"/>
            </a:xfrm>
            <a:custGeom>
              <a:avLst/>
              <a:gdLst/>
              <a:ahLst/>
              <a:cxnLst/>
              <a:rect l="l" t="t" r="r" b="b"/>
              <a:pathLst>
                <a:path w="4294505" h="441960">
                  <a:moveTo>
                    <a:pt x="0" y="0"/>
                  </a:moveTo>
                  <a:lnTo>
                    <a:pt x="4293997" y="0"/>
                  </a:lnTo>
                  <a:lnTo>
                    <a:pt x="4293997" y="441578"/>
                  </a:lnTo>
                  <a:lnTo>
                    <a:pt x="0" y="44157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5369"/>
            <a:ext cx="10240010" cy="90360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37185" indent="-324485">
              <a:lnSpc>
                <a:spcPct val="100000"/>
              </a:lnSpc>
              <a:spcBef>
                <a:spcPts val="370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 sz="2300" spc="-10" b="1">
                <a:latin typeface="맑은 고딕"/>
                <a:cs typeface="맑은 고딕"/>
              </a:rPr>
              <a:t>Variable</a:t>
            </a:r>
            <a:r>
              <a:rPr dirty="0" sz="2300" spc="-75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declaration</a:t>
            </a:r>
            <a:r>
              <a:rPr dirty="0" sz="2300" spc="-7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and</a:t>
            </a:r>
            <a:r>
              <a:rPr dirty="0" sz="2300" spc="-45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running</a:t>
            </a:r>
            <a:r>
              <a:rPr dirty="0" sz="2300" spc="-6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distance</a:t>
            </a:r>
            <a:r>
              <a:rPr dirty="0" sz="2300" spc="-55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measurement</a:t>
            </a:r>
            <a:r>
              <a:rPr dirty="0" sz="2300" spc="-75" b="1">
                <a:latin typeface="맑은 고딕"/>
                <a:cs typeface="맑은 고딕"/>
              </a:rPr>
              <a:t> </a:t>
            </a:r>
            <a:r>
              <a:rPr dirty="0" sz="2300" spc="-10" b="1">
                <a:latin typeface="맑은 고딕"/>
                <a:cs typeface="맑은 고딕"/>
              </a:rPr>
              <a:t>functions</a:t>
            </a:r>
            <a:endParaRPr sz="2300">
              <a:latin typeface="맑은 고딕"/>
              <a:cs typeface="맑은 고딕"/>
            </a:endParaRPr>
          </a:p>
          <a:p>
            <a:pPr marL="12700" marR="5080">
              <a:lnSpc>
                <a:spcPts val="1630"/>
              </a:lnSpc>
              <a:spcBef>
                <a:spcPts val="600"/>
              </a:spcBef>
            </a:pPr>
            <a:r>
              <a:rPr dirty="0" sz="1700">
                <a:latin typeface="맑은 고딕"/>
                <a:cs typeface="맑은 고딕"/>
              </a:rPr>
              <a:t>→</a:t>
            </a:r>
            <a:r>
              <a:rPr dirty="0" sz="1700" spc="-5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Declaring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a</a:t>
            </a:r>
            <a:r>
              <a:rPr dirty="0" sz="1700" spc="-4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variable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to</a:t>
            </a:r>
            <a:r>
              <a:rPr dirty="0" sz="1700" spc="-5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store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the</a:t>
            </a:r>
            <a:r>
              <a:rPr dirty="0" sz="1700" spc="-4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distance</a:t>
            </a:r>
            <a:r>
              <a:rPr dirty="0" sz="1700" spc="-5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value,</a:t>
            </a:r>
            <a:r>
              <a:rPr dirty="0" sz="1700" spc="-3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running</a:t>
            </a:r>
            <a:r>
              <a:rPr dirty="0" sz="1700" spc="-3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the</a:t>
            </a:r>
            <a:r>
              <a:rPr dirty="0" sz="1700" spc="-4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ultrasonic</a:t>
            </a:r>
            <a:r>
              <a:rPr dirty="0" sz="1700" spc="-6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sensor</a:t>
            </a:r>
            <a:r>
              <a:rPr dirty="0" sz="1700" spc="-5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distance</a:t>
            </a:r>
            <a:r>
              <a:rPr dirty="0" sz="1700" spc="-50">
                <a:latin typeface="맑은 고딕"/>
                <a:cs typeface="맑은 고딕"/>
              </a:rPr>
              <a:t> </a:t>
            </a:r>
            <a:r>
              <a:rPr dirty="0" sz="1700" spc="-10">
                <a:latin typeface="맑은 고딕"/>
                <a:cs typeface="맑은 고딕"/>
              </a:rPr>
              <a:t>measurement function</a:t>
            </a:r>
            <a:endParaRPr sz="17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8067" y="2403132"/>
            <a:ext cx="5516245" cy="3324860"/>
            <a:chOff x="3338067" y="2403132"/>
            <a:chExt cx="5516245" cy="3324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7691" y="2564623"/>
              <a:ext cx="5436617" cy="31532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72929" y="2420061"/>
              <a:ext cx="5446395" cy="3302635"/>
            </a:xfrm>
            <a:custGeom>
              <a:avLst/>
              <a:gdLst/>
              <a:ahLst/>
              <a:cxnLst/>
              <a:rect l="l" t="t" r="r" b="b"/>
              <a:pathLst>
                <a:path w="5446395" h="3302635">
                  <a:moveTo>
                    <a:pt x="0" y="0"/>
                  </a:moveTo>
                  <a:lnTo>
                    <a:pt x="5446141" y="0"/>
                  </a:lnTo>
                  <a:lnTo>
                    <a:pt x="5446141" y="3302558"/>
                  </a:lnTo>
                  <a:lnTo>
                    <a:pt x="0" y="330255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376167" y="2441232"/>
              <a:ext cx="5440045" cy="1277620"/>
            </a:xfrm>
            <a:custGeom>
              <a:avLst/>
              <a:gdLst/>
              <a:ahLst/>
              <a:cxnLst/>
              <a:rect l="l" t="t" r="r" b="b"/>
              <a:pathLst>
                <a:path w="5440045" h="1277620">
                  <a:moveTo>
                    <a:pt x="0" y="0"/>
                  </a:moveTo>
                  <a:lnTo>
                    <a:pt x="5439664" y="0"/>
                  </a:lnTo>
                  <a:lnTo>
                    <a:pt x="5439664" y="1277327"/>
                  </a:lnTo>
                  <a:lnTo>
                    <a:pt x="0" y="1277327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81935" y="2531287"/>
            <a:ext cx="7247890" cy="543560"/>
            <a:chOff x="2481935" y="2531287"/>
            <a:chExt cx="7247890" cy="543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1935" y="2570915"/>
              <a:ext cx="7187549" cy="4637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86462" y="2569387"/>
              <a:ext cx="3705225" cy="467359"/>
            </a:xfrm>
            <a:custGeom>
              <a:avLst/>
              <a:gdLst/>
              <a:ahLst/>
              <a:cxnLst/>
              <a:rect l="l" t="t" r="r" b="b"/>
              <a:pathLst>
                <a:path w="3705225" h="467360">
                  <a:moveTo>
                    <a:pt x="0" y="0"/>
                  </a:moveTo>
                  <a:lnTo>
                    <a:pt x="3704831" y="0"/>
                  </a:lnTo>
                  <a:lnTo>
                    <a:pt x="3704831" y="466763"/>
                  </a:lnTo>
                  <a:lnTo>
                    <a:pt x="0" y="466763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93657" y="1150096"/>
            <a:ext cx="9452610" cy="143827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28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"ultrasonic_distance()"</a:t>
            </a:r>
            <a:r>
              <a:rPr dirty="0" sz="2800" spc="-170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explained</a:t>
            </a:r>
            <a:endParaRPr sz="2800">
              <a:latin typeface="맑은 고딕"/>
              <a:cs typeface="맑은 고딕"/>
            </a:endParaRPr>
          </a:p>
          <a:p>
            <a:pPr marL="12700" marR="5080">
              <a:lnSpc>
                <a:spcPct val="80000"/>
              </a:lnSpc>
              <a:spcBef>
                <a:spcPts val="62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Function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measure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time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taken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receive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and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calculate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distance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after </a:t>
            </a:r>
            <a:r>
              <a:rPr dirty="0" sz="2000">
                <a:latin typeface="맑은 고딕"/>
                <a:cs typeface="맑은 고딕"/>
              </a:rPr>
              <a:t>ultrasonic</a:t>
            </a:r>
            <a:r>
              <a:rPr dirty="0" sz="2000" spc="-9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transmission</a:t>
            </a:r>
            <a:endParaRPr sz="2000">
              <a:latin typeface="맑은 고딕"/>
              <a:cs typeface="맑은 고딕"/>
            </a:endParaRPr>
          </a:p>
          <a:p>
            <a:pPr algn="r" marR="2148205">
              <a:lnSpc>
                <a:spcPts val="3115"/>
              </a:lnSpc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①</a:t>
            </a:r>
            <a:endParaRPr sz="3000">
              <a:latin typeface="맑은 고딕"/>
              <a:cs typeface="맑은 고딕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42146" y="3203359"/>
            <a:ext cx="7227570" cy="1171575"/>
            <a:chOff x="2442146" y="3203359"/>
            <a:chExt cx="7227570" cy="11715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1765" y="3203359"/>
              <a:ext cx="7187554" cy="11318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80246" y="3845572"/>
              <a:ext cx="2625090" cy="491490"/>
            </a:xfrm>
            <a:custGeom>
              <a:avLst/>
              <a:gdLst/>
              <a:ahLst/>
              <a:cxnLst/>
              <a:rect l="l" t="t" r="r" b="b"/>
              <a:pathLst>
                <a:path w="2625090" h="491489">
                  <a:moveTo>
                    <a:pt x="0" y="491210"/>
                  </a:moveTo>
                  <a:lnTo>
                    <a:pt x="2624467" y="491210"/>
                  </a:lnTo>
                  <a:lnTo>
                    <a:pt x="2624467" y="0"/>
                  </a:lnTo>
                  <a:lnTo>
                    <a:pt x="0" y="0"/>
                  </a:lnTo>
                  <a:lnTo>
                    <a:pt x="0" y="49121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18269" y="4106962"/>
            <a:ext cx="8542655" cy="1665605"/>
          </a:xfrm>
          <a:prstGeom prst="rect">
            <a:avLst/>
          </a:prstGeom>
        </p:spPr>
        <p:txBody>
          <a:bodyPr wrap="square" lIns="0" tIns="264795" rIns="0" bIns="0" rtlCol="0" vert="horz">
            <a:spAutoFit/>
          </a:bodyPr>
          <a:lstStyle/>
          <a:p>
            <a:pPr marL="2460625">
              <a:lnSpc>
                <a:spcPct val="100000"/>
              </a:lnSpc>
              <a:spcBef>
                <a:spcPts val="2085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②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2200">
                <a:latin typeface="맑은 고딕"/>
                <a:cs typeface="맑은 고딕"/>
              </a:rPr>
              <a:t>①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Input:</a:t>
            </a:r>
            <a:r>
              <a:rPr dirty="0" sz="2200" spc="-1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number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trig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echo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pin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200">
                <a:latin typeface="맑은 고딕"/>
                <a:cs typeface="맑은 고딕"/>
              </a:rPr>
              <a:t>②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Output: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calculated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distance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(mm)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697357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Output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of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measurements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measured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distance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monitors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8067" y="2415298"/>
            <a:ext cx="5516245" cy="3312160"/>
            <a:chOff x="3338067" y="2415298"/>
            <a:chExt cx="5516245" cy="3312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7691" y="2564623"/>
              <a:ext cx="5436617" cy="31532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72929" y="2420061"/>
              <a:ext cx="5446395" cy="3302635"/>
            </a:xfrm>
            <a:custGeom>
              <a:avLst/>
              <a:gdLst/>
              <a:ahLst/>
              <a:cxnLst/>
              <a:rect l="l" t="t" r="r" b="b"/>
              <a:pathLst>
                <a:path w="5446395" h="3302635">
                  <a:moveTo>
                    <a:pt x="0" y="0"/>
                  </a:moveTo>
                  <a:lnTo>
                    <a:pt x="5446141" y="0"/>
                  </a:lnTo>
                  <a:lnTo>
                    <a:pt x="5446141" y="3302558"/>
                  </a:lnTo>
                  <a:lnTo>
                    <a:pt x="0" y="330255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376167" y="3715511"/>
              <a:ext cx="5440045" cy="1695450"/>
            </a:xfrm>
            <a:custGeom>
              <a:avLst/>
              <a:gdLst/>
              <a:ahLst/>
              <a:cxnLst/>
              <a:rect l="l" t="t" r="r" b="b"/>
              <a:pathLst>
                <a:path w="5440045" h="1695450">
                  <a:moveTo>
                    <a:pt x="0" y="0"/>
                  </a:moveTo>
                  <a:lnTo>
                    <a:pt x="5439664" y="0"/>
                  </a:lnTo>
                  <a:lnTo>
                    <a:pt x="5439664" y="1695234"/>
                  </a:lnTo>
                  <a:lnTo>
                    <a:pt x="0" y="169523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27852"/>
            <a:ext cx="10993120" cy="372427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82905" indent="-373380">
              <a:lnSpc>
                <a:spcPct val="100000"/>
              </a:lnSpc>
              <a:spcBef>
                <a:spcPts val="1115"/>
              </a:spcBef>
              <a:buClr>
                <a:srgbClr val="555248"/>
              </a:buClr>
              <a:buSzPct val="97435"/>
              <a:buFont typeface="Wingdings"/>
              <a:buChar char=""/>
              <a:tabLst>
                <a:tab pos="382905" algn="l"/>
              </a:tabLst>
            </a:pPr>
            <a:r>
              <a:rPr dirty="0" sz="3900" b="1">
                <a:latin typeface="맑은 고딕"/>
                <a:cs typeface="맑은 고딕"/>
              </a:rPr>
              <a:t>Function</a:t>
            </a:r>
            <a:r>
              <a:rPr dirty="0" sz="3900" spc="-145" b="1">
                <a:latin typeface="맑은 고딕"/>
                <a:cs typeface="맑은 고딕"/>
              </a:rPr>
              <a:t> </a:t>
            </a:r>
            <a:r>
              <a:rPr dirty="0" sz="3900" spc="-10" b="1">
                <a:latin typeface="맑은 고딕"/>
                <a:cs typeface="맑은 고딕"/>
              </a:rPr>
              <a:t>Description</a:t>
            </a:r>
            <a:endParaRPr sz="3900">
              <a:latin typeface="맑은 고딕"/>
              <a:cs typeface="맑은 고딕"/>
            </a:endParaRPr>
          </a:p>
          <a:p>
            <a:pPr lvl="1" marL="659765" indent="-287655">
              <a:lnSpc>
                <a:spcPct val="100000"/>
              </a:lnSpc>
              <a:spcBef>
                <a:spcPts val="620"/>
              </a:spcBef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spc="-10" b="1">
                <a:latin typeface="맑은 고딕"/>
                <a:cs typeface="맑은 고딕"/>
              </a:rPr>
              <a:t>Serial.print(data)</a:t>
            </a:r>
            <a:endParaRPr sz="2400">
              <a:latin typeface="맑은 고딕"/>
              <a:cs typeface="맑은 고딕"/>
            </a:endParaRPr>
          </a:p>
          <a:p>
            <a:pPr marL="337185" marR="5080" indent="58928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data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via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monitor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if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want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string,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use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double </a:t>
            </a:r>
            <a:r>
              <a:rPr dirty="0" sz="2200">
                <a:latin typeface="맑은 고딕"/>
                <a:cs typeface="맑은 고딕"/>
              </a:rPr>
              <a:t>quotes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("")</a:t>
            </a:r>
            <a:endParaRPr sz="2200">
              <a:latin typeface="맑은 고딕"/>
              <a:cs typeface="맑은 고딕"/>
            </a:endParaRPr>
          </a:p>
          <a:p>
            <a:pPr marL="927100">
              <a:lnSpc>
                <a:spcPts val="2635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Serial.println()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wraps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line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after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outputting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data.</a:t>
            </a:r>
            <a:endParaRPr sz="2200">
              <a:latin typeface="맑은 고딕"/>
              <a:cs typeface="맑은 고딕"/>
            </a:endParaRPr>
          </a:p>
          <a:p>
            <a:pPr lvl="1" marL="659765" indent="-287655">
              <a:lnSpc>
                <a:spcPts val="2875"/>
              </a:lnSpc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spc="-10" b="1">
                <a:latin typeface="맑은 고딕"/>
                <a:cs typeface="맑은 고딕"/>
              </a:rPr>
              <a:t>Delay(time)</a:t>
            </a:r>
            <a:endParaRPr sz="2400">
              <a:latin typeface="맑은 고딕"/>
              <a:cs typeface="맑은 고딕"/>
            </a:endParaRPr>
          </a:p>
          <a:p>
            <a:pPr marL="337185" marR="1029335" indent="58928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stops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operation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long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is </a:t>
            </a:r>
            <a:r>
              <a:rPr dirty="0" sz="2200" spc="-10">
                <a:latin typeface="맑은 고딕"/>
                <a:cs typeface="맑은 고딕"/>
              </a:rPr>
              <a:t>received</a:t>
            </a:r>
            <a:endParaRPr sz="22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units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milliseconds,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(1/100th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second)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97494" y="1422920"/>
            <a:ext cx="2791460" cy="955675"/>
            <a:chOff x="8197494" y="1422920"/>
            <a:chExt cx="2791460" cy="9556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7019" y="1432445"/>
              <a:ext cx="2772308" cy="9361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02256" y="1427683"/>
              <a:ext cx="2781935" cy="946150"/>
            </a:xfrm>
            <a:custGeom>
              <a:avLst/>
              <a:gdLst/>
              <a:ahLst/>
              <a:cxnLst/>
              <a:rect l="l" t="t" r="r" b="b"/>
              <a:pathLst>
                <a:path w="2781934" h="946150">
                  <a:moveTo>
                    <a:pt x="0" y="0"/>
                  </a:moveTo>
                  <a:lnTo>
                    <a:pt x="2781833" y="0"/>
                  </a:lnTo>
                  <a:lnTo>
                    <a:pt x="2781833" y="945629"/>
                  </a:lnTo>
                  <a:lnTo>
                    <a:pt x="0" y="94562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8539530" y="4430915"/>
            <a:ext cx="2107565" cy="647065"/>
            <a:chOff x="8539530" y="4430915"/>
            <a:chExt cx="2107565" cy="6470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1647" y="4581623"/>
              <a:ext cx="1449296" cy="4549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544293" y="4435678"/>
              <a:ext cx="2098040" cy="637540"/>
            </a:xfrm>
            <a:custGeom>
              <a:avLst/>
              <a:gdLst/>
              <a:ahLst/>
              <a:cxnLst/>
              <a:rect l="l" t="t" r="r" b="b"/>
              <a:pathLst>
                <a:path w="2098040" h="637539">
                  <a:moveTo>
                    <a:pt x="0" y="0"/>
                  </a:moveTo>
                  <a:lnTo>
                    <a:pt x="2097760" y="0"/>
                  </a:lnTo>
                  <a:lnTo>
                    <a:pt x="2097760" y="636981"/>
                  </a:lnTo>
                  <a:lnTo>
                    <a:pt x="0" y="6369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76092" y="2570915"/>
            <a:ext cx="6205855" cy="3876040"/>
            <a:chOff x="3176092" y="2570915"/>
            <a:chExt cx="6205855" cy="3876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5716" y="2570915"/>
              <a:ext cx="6166167" cy="38758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14192" y="3003169"/>
              <a:ext cx="1148080" cy="2667635"/>
            </a:xfrm>
            <a:custGeom>
              <a:avLst/>
              <a:gdLst/>
              <a:ahLst/>
              <a:cxnLst/>
              <a:rect l="l" t="t" r="r" b="b"/>
              <a:pathLst>
                <a:path w="1148079" h="2667635">
                  <a:moveTo>
                    <a:pt x="0" y="0"/>
                  </a:moveTo>
                  <a:lnTo>
                    <a:pt x="339915" y="0"/>
                  </a:lnTo>
                  <a:lnTo>
                    <a:pt x="339915" y="297103"/>
                  </a:lnTo>
                  <a:lnTo>
                    <a:pt x="0" y="297103"/>
                  </a:lnTo>
                  <a:lnTo>
                    <a:pt x="0" y="0"/>
                  </a:lnTo>
                  <a:close/>
                </a:path>
                <a:path w="1148079" h="2667635">
                  <a:moveTo>
                    <a:pt x="0" y="2370378"/>
                  </a:moveTo>
                  <a:lnTo>
                    <a:pt x="1148029" y="2370378"/>
                  </a:lnTo>
                  <a:lnTo>
                    <a:pt x="1148029" y="2667482"/>
                  </a:lnTo>
                  <a:lnTo>
                    <a:pt x="0" y="2667482"/>
                  </a:lnTo>
                  <a:lnTo>
                    <a:pt x="0" y="2370378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80431"/>
            <a:ext cx="10328275" cy="1119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6550" indent="-323850">
              <a:lnSpc>
                <a:spcPts val="2900"/>
              </a:lnSpc>
              <a:spcBef>
                <a:spcPts val="10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600" b="1">
                <a:latin typeface="맑은 고딕"/>
                <a:cs typeface="맑은 고딕"/>
              </a:rPr>
              <a:t>Compile</a:t>
            </a:r>
            <a:r>
              <a:rPr dirty="0" sz="2600" spc="-45" b="1">
                <a:latin typeface="맑은 고딕"/>
                <a:cs typeface="맑은 고딕"/>
              </a:rPr>
              <a:t> </a:t>
            </a:r>
            <a:r>
              <a:rPr dirty="0" sz="2600" b="1">
                <a:latin typeface="맑은 고딕"/>
                <a:cs typeface="맑은 고딕"/>
              </a:rPr>
              <a:t>and</a:t>
            </a:r>
            <a:r>
              <a:rPr dirty="0" sz="2600" spc="-30" b="1">
                <a:latin typeface="맑은 고딕"/>
                <a:cs typeface="맑은 고딕"/>
              </a:rPr>
              <a:t> </a:t>
            </a:r>
            <a:r>
              <a:rPr dirty="0" sz="2600" spc="-10" b="1">
                <a:latin typeface="맑은 고딕"/>
                <a:cs typeface="맑은 고딕"/>
              </a:rPr>
              <a:t>Upload</a:t>
            </a:r>
            <a:endParaRPr sz="2600">
              <a:latin typeface="맑은 고딕"/>
              <a:cs typeface="맑은 고딕"/>
            </a:endParaRPr>
          </a:p>
          <a:p>
            <a:pPr marL="337185" marR="5080">
              <a:lnSpc>
                <a:spcPct val="80000"/>
              </a:lnSpc>
              <a:spcBef>
                <a:spcPts val="235"/>
              </a:spcBef>
            </a:pPr>
            <a:r>
              <a:rPr dirty="0" sz="1900">
                <a:latin typeface="맑은 고딕"/>
                <a:cs typeface="맑은 고딕"/>
              </a:rPr>
              <a:t>→</a:t>
            </a:r>
            <a:r>
              <a:rPr dirty="0" sz="1900" spc="-5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After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you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finish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writing</a:t>
            </a:r>
            <a:r>
              <a:rPr dirty="0" sz="1900" spc="-3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the</a:t>
            </a:r>
            <a:r>
              <a:rPr dirty="0" sz="1900" spc="-3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source</a:t>
            </a:r>
            <a:r>
              <a:rPr dirty="0" sz="1900" spc="-3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code,</a:t>
            </a:r>
            <a:r>
              <a:rPr dirty="0" sz="1900" spc="-5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click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the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OK</a:t>
            </a:r>
            <a:r>
              <a:rPr dirty="0" sz="1900" spc="-2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button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to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confirm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the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 spc="-10">
                <a:latin typeface="맑은 고딕"/>
                <a:cs typeface="맑은 고딕"/>
              </a:rPr>
              <a:t>compilation </a:t>
            </a:r>
            <a:r>
              <a:rPr dirty="0" sz="1900">
                <a:latin typeface="맑은 고딕"/>
                <a:cs typeface="맑은 고딕"/>
              </a:rPr>
              <a:t>and</a:t>
            </a:r>
            <a:r>
              <a:rPr dirty="0" sz="1900" spc="-5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compilation</a:t>
            </a:r>
            <a:r>
              <a:rPr dirty="0" sz="1900" spc="-70">
                <a:latin typeface="맑은 고딕"/>
                <a:cs typeface="맑은 고딕"/>
              </a:rPr>
              <a:t> </a:t>
            </a:r>
            <a:r>
              <a:rPr dirty="0" sz="1900" spc="-10">
                <a:latin typeface="맑은 고딕"/>
                <a:cs typeface="맑은 고딕"/>
              </a:rPr>
              <a:t>completion.</a:t>
            </a:r>
            <a:endParaRPr sz="1900">
              <a:latin typeface="맑은 고딕"/>
              <a:cs typeface="맑은 고딕"/>
            </a:endParaRPr>
          </a:p>
          <a:p>
            <a:pPr marL="337185">
              <a:lnSpc>
                <a:spcPts val="1825"/>
              </a:lnSpc>
            </a:pPr>
            <a:r>
              <a:rPr dirty="0" sz="1900">
                <a:latin typeface="맑은 고딕"/>
                <a:cs typeface="맑은 고딕"/>
              </a:rPr>
              <a:t>→</a:t>
            </a:r>
            <a:r>
              <a:rPr dirty="0" sz="1900" spc="-5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If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you</a:t>
            </a:r>
            <a:r>
              <a:rPr dirty="0" sz="1900" spc="-3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get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a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window</a:t>
            </a:r>
            <a:r>
              <a:rPr dirty="0" sz="1900" spc="-1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asking</a:t>
            </a:r>
            <a:r>
              <a:rPr dirty="0" sz="1900" spc="-3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you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to</a:t>
            </a:r>
            <a:r>
              <a:rPr dirty="0" sz="1900" spc="-40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save,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you</a:t>
            </a:r>
            <a:r>
              <a:rPr dirty="0" sz="1900" spc="-3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can</a:t>
            </a:r>
            <a:r>
              <a:rPr dirty="0" sz="1900" spc="-3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save</a:t>
            </a:r>
            <a:r>
              <a:rPr dirty="0" sz="1900" spc="-3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or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>
                <a:latin typeface="맑은 고딕"/>
                <a:cs typeface="맑은 고딕"/>
              </a:rPr>
              <a:t>cancel</a:t>
            </a:r>
            <a:r>
              <a:rPr dirty="0" sz="1900" spc="-45">
                <a:latin typeface="맑은 고딕"/>
                <a:cs typeface="맑은 고딕"/>
              </a:rPr>
              <a:t> </a:t>
            </a:r>
            <a:r>
              <a:rPr dirty="0" sz="1900" spc="-25">
                <a:latin typeface="맑은 고딕"/>
                <a:cs typeface="맑은 고딕"/>
              </a:rPr>
              <a:t>it</a:t>
            </a:r>
            <a:endParaRPr sz="19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614" y="2270973"/>
            <a:ext cx="7522032" cy="42957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3657" y="1213960"/>
            <a:ext cx="9971405" cy="108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ts val="347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Compile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Upload</a:t>
            </a:r>
            <a:endParaRPr sz="3000">
              <a:latin typeface="맑은 고딕"/>
              <a:cs typeface="맑은 고딕"/>
            </a:endParaRPr>
          </a:p>
          <a:p>
            <a:pPr marL="337185" marR="5080">
              <a:lnSpc>
                <a:spcPts val="2380"/>
              </a:lnSpc>
              <a:spcBef>
                <a:spcPts val="16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upload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button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upload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board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confirm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upload completion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73223" y="2706027"/>
            <a:ext cx="1148080" cy="2557780"/>
          </a:xfrm>
          <a:custGeom>
            <a:avLst/>
            <a:gdLst/>
            <a:ahLst/>
            <a:cxnLst/>
            <a:rect l="l" t="t" r="r" b="b"/>
            <a:pathLst>
              <a:path w="1148079" h="2557779">
                <a:moveTo>
                  <a:pt x="244894" y="0"/>
                </a:moveTo>
                <a:lnTo>
                  <a:pt x="579488" y="0"/>
                </a:lnTo>
                <a:lnTo>
                  <a:pt x="579488" y="297103"/>
                </a:lnTo>
                <a:lnTo>
                  <a:pt x="244894" y="297103"/>
                </a:lnTo>
                <a:lnTo>
                  <a:pt x="244894" y="0"/>
                </a:lnTo>
                <a:close/>
              </a:path>
              <a:path w="1148079" h="2557779">
                <a:moveTo>
                  <a:pt x="0" y="2260320"/>
                </a:moveTo>
                <a:lnTo>
                  <a:pt x="1148029" y="2260320"/>
                </a:lnTo>
                <a:lnTo>
                  <a:pt x="1148029" y="2557424"/>
                </a:lnTo>
                <a:lnTo>
                  <a:pt x="0" y="2557424"/>
                </a:lnTo>
                <a:lnTo>
                  <a:pt x="0" y="2260320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03614" y="2270973"/>
            <a:ext cx="7522209" cy="4295775"/>
            <a:chOff x="2603614" y="2270973"/>
            <a:chExt cx="7522209" cy="4295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3614" y="2270973"/>
              <a:ext cx="7522032" cy="42957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694875" y="2699981"/>
              <a:ext cx="327660" cy="349250"/>
            </a:xfrm>
            <a:custGeom>
              <a:avLst/>
              <a:gdLst/>
              <a:ahLst/>
              <a:cxnLst/>
              <a:rect l="l" t="t" r="r" b="b"/>
              <a:pathLst>
                <a:path w="327659" h="349250">
                  <a:moveTo>
                    <a:pt x="0" y="0"/>
                  </a:moveTo>
                  <a:lnTo>
                    <a:pt x="327088" y="0"/>
                  </a:lnTo>
                  <a:lnTo>
                    <a:pt x="327088" y="348843"/>
                  </a:lnTo>
                  <a:lnTo>
                    <a:pt x="0" y="348843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0"/>
            <a:ext cx="8027034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Check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results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with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monitor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Monitor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button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"Ctrl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+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Shift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+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m"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0"/>
            <a:ext cx="45758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Monitor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Window</a:t>
            </a:r>
            <a:endParaRPr sz="30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388" y="1900386"/>
            <a:ext cx="6028678" cy="47296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779272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Check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results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with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monitor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Check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distance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output</a:t>
            </a:r>
            <a:endParaRPr sz="22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541" y="2390914"/>
            <a:ext cx="8766802" cy="37567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49356" y="2856992"/>
            <a:ext cx="3675379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120"/>
              <a:t>Exercise</a:t>
            </a:r>
            <a:r>
              <a:rPr dirty="0" sz="6600" spc="275"/>
              <a:t> </a:t>
            </a:r>
            <a:r>
              <a:rPr dirty="0" sz="6600" spc="-50"/>
              <a:t>2</a:t>
            </a:r>
            <a:endParaRPr sz="66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891667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LED</a:t>
            </a:r>
            <a:r>
              <a:rPr dirty="0" sz="3000" spc="-10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brightness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control</a:t>
            </a:r>
            <a:r>
              <a:rPr dirty="0" sz="3000" spc="-9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using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variable</a:t>
            </a:r>
            <a:r>
              <a:rPr dirty="0" sz="3000" spc="-10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resistors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Adjustable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LED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brightness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analog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using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variable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resistor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7487" y="2845003"/>
            <a:ext cx="5757545" cy="3245485"/>
            <a:chOff x="1487487" y="2845003"/>
            <a:chExt cx="5757545" cy="3245485"/>
          </a:xfrm>
        </p:grpSpPr>
        <p:pic>
          <p:nvPicPr>
            <p:cNvPr id="5" name="object 5" descr="텍스트, 전자기기, 회로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7487" y="2845003"/>
              <a:ext cx="5757379" cy="27668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22167" y="4316938"/>
              <a:ext cx="471170" cy="486409"/>
            </a:xfrm>
            <a:custGeom>
              <a:avLst/>
              <a:gdLst/>
              <a:ahLst/>
              <a:cxnLst/>
              <a:rect l="l" t="t" r="r" b="b"/>
              <a:pathLst>
                <a:path w="471170" h="486410">
                  <a:moveTo>
                    <a:pt x="0" y="243205"/>
                  </a:moveTo>
                  <a:lnTo>
                    <a:pt x="4785" y="194191"/>
                  </a:lnTo>
                  <a:lnTo>
                    <a:pt x="18510" y="148539"/>
                  </a:lnTo>
                  <a:lnTo>
                    <a:pt x="40228" y="107228"/>
                  </a:lnTo>
                  <a:lnTo>
                    <a:pt x="68991" y="71234"/>
                  </a:lnTo>
                  <a:lnTo>
                    <a:pt x="103851" y="41536"/>
                  </a:lnTo>
                  <a:lnTo>
                    <a:pt x="143862" y="19112"/>
                  </a:lnTo>
                  <a:lnTo>
                    <a:pt x="188076" y="4941"/>
                  </a:lnTo>
                  <a:lnTo>
                    <a:pt x="235546" y="0"/>
                  </a:lnTo>
                  <a:lnTo>
                    <a:pt x="283020" y="4941"/>
                  </a:lnTo>
                  <a:lnTo>
                    <a:pt x="327236" y="19112"/>
                  </a:lnTo>
                  <a:lnTo>
                    <a:pt x="367247" y="41536"/>
                  </a:lnTo>
                  <a:lnTo>
                    <a:pt x="402107" y="71234"/>
                  </a:lnTo>
                  <a:lnTo>
                    <a:pt x="430868" y="107228"/>
                  </a:lnTo>
                  <a:lnTo>
                    <a:pt x="452584" y="148539"/>
                  </a:lnTo>
                  <a:lnTo>
                    <a:pt x="466308" y="194191"/>
                  </a:lnTo>
                  <a:lnTo>
                    <a:pt x="471093" y="243205"/>
                  </a:lnTo>
                  <a:lnTo>
                    <a:pt x="466308" y="292218"/>
                  </a:lnTo>
                  <a:lnTo>
                    <a:pt x="452584" y="337870"/>
                  </a:lnTo>
                  <a:lnTo>
                    <a:pt x="430868" y="379181"/>
                  </a:lnTo>
                  <a:lnTo>
                    <a:pt x="402107" y="415175"/>
                  </a:lnTo>
                  <a:lnTo>
                    <a:pt x="367247" y="444873"/>
                  </a:lnTo>
                  <a:lnTo>
                    <a:pt x="327236" y="467297"/>
                  </a:lnTo>
                  <a:lnTo>
                    <a:pt x="283020" y="481468"/>
                  </a:lnTo>
                  <a:lnTo>
                    <a:pt x="235546" y="486410"/>
                  </a:lnTo>
                  <a:lnTo>
                    <a:pt x="188076" y="481468"/>
                  </a:lnTo>
                  <a:lnTo>
                    <a:pt x="143862" y="467297"/>
                  </a:lnTo>
                  <a:lnTo>
                    <a:pt x="103851" y="444873"/>
                  </a:lnTo>
                  <a:lnTo>
                    <a:pt x="68991" y="415175"/>
                  </a:lnTo>
                  <a:lnTo>
                    <a:pt x="40228" y="379181"/>
                  </a:lnTo>
                  <a:lnTo>
                    <a:pt x="18510" y="337870"/>
                  </a:lnTo>
                  <a:lnTo>
                    <a:pt x="4785" y="292218"/>
                  </a:lnTo>
                  <a:lnTo>
                    <a:pt x="0" y="243205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21590" y="4976901"/>
              <a:ext cx="461645" cy="1075055"/>
            </a:xfrm>
            <a:custGeom>
              <a:avLst/>
              <a:gdLst/>
              <a:ahLst/>
              <a:cxnLst/>
              <a:rect l="l" t="t" r="r" b="b"/>
              <a:pathLst>
                <a:path w="461645" h="1075054">
                  <a:moveTo>
                    <a:pt x="0" y="1074966"/>
                  </a:moveTo>
                  <a:lnTo>
                    <a:pt x="461035" y="0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362574" y="4801820"/>
              <a:ext cx="210185" cy="255270"/>
            </a:xfrm>
            <a:custGeom>
              <a:avLst/>
              <a:gdLst/>
              <a:ahLst/>
              <a:cxnLst/>
              <a:rect l="l" t="t" r="r" b="b"/>
              <a:pathLst>
                <a:path w="210185" h="255270">
                  <a:moveTo>
                    <a:pt x="195148" y="0"/>
                  </a:moveTo>
                  <a:lnTo>
                    <a:pt x="0" y="165049"/>
                  </a:lnTo>
                  <a:lnTo>
                    <a:pt x="210096" y="255143"/>
                  </a:lnTo>
                  <a:lnTo>
                    <a:pt x="19514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368397" y="6067949"/>
            <a:ext cx="12992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0" b="1" i="1">
                <a:latin typeface="맑은 고딕"/>
                <a:cs typeface="맑은 고딕"/>
              </a:rPr>
              <a:t>Built-</a:t>
            </a:r>
            <a:r>
              <a:rPr dirty="0" sz="1900" b="1" i="1">
                <a:latin typeface="맑은 고딕"/>
                <a:cs typeface="맑은 고딕"/>
              </a:rPr>
              <a:t>in</a:t>
            </a:r>
            <a:r>
              <a:rPr dirty="0" sz="1900" spc="-70" b="1" i="1">
                <a:latin typeface="맑은 고딕"/>
                <a:cs typeface="맑은 고딕"/>
              </a:rPr>
              <a:t> </a:t>
            </a:r>
            <a:r>
              <a:rPr dirty="0" sz="1900" spc="-45" b="1" i="1">
                <a:latin typeface="맑은 고딕"/>
                <a:cs typeface="맑은 고딕"/>
              </a:rPr>
              <a:t>LED</a:t>
            </a:r>
            <a:endParaRPr sz="1900">
              <a:latin typeface="맑은 고딕"/>
              <a:cs typeface="맑은 고딕"/>
            </a:endParaRPr>
          </a:p>
        </p:txBody>
      </p:sp>
      <p:pic>
        <p:nvPicPr>
          <p:cNvPr id="10" name="object 10" descr="텍스트, 전자기기, 회로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6975" y="3038411"/>
            <a:ext cx="2556268" cy="255628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248121" y="5258647"/>
            <a:ext cx="1151255" cy="5892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130810">
              <a:lnSpc>
                <a:spcPts val="2160"/>
              </a:lnSpc>
              <a:spcBef>
                <a:spcPts val="270"/>
              </a:spcBef>
            </a:pPr>
            <a:r>
              <a:rPr dirty="0" sz="1900" spc="-10" b="1" i="1">
                <a:latin typeface="맑은 고딕"/>
                <a:cs typeface="맑은 고딕"/>
              </a:rPr>
              <a:t>Variable </a:t>
            </a:r>
            <a:r>
              <a:rPr dirty="0" sz="1900" spc="-70" b="1" i="1">
                <a:latin typeface="맑은 고딕"/>
                <a:cs typeface="맑은 고딕"/>
              </a:rPr>
              <a:t>Resistance</a:t>
            </a:r>
            <a:endParaRPr sz="19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1677" y="689419"/>
            <a:ext cx="8211820" cy="6022340"/>
            <a:chOff x="2671677" y="689419"/>
            <a:chExt cx="8211820" cy="6022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6609" y="1453006"/>
              <a:ext cx="2556274" cy="2556268"/>
            </a:xfrm>
            <a:prstGeom prst="rect">
              <a:avLst/>
            </a:prstGeom>
          </p:spPr>
        </p:pic>
        <p:pic>
          <p:nvPicPr>
            <p:cNvPr id="4" name="object 4" descr="텍스트, 전자기기, 회로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3378" y="689419"/>
              <a:ext cx="2766885" cy="57573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28827" y="3156014"/>
              <a:ext cx="6756400" cy="3498850"/>
            </a:xfrm>
            <a:custGeom>
              <a:avLst/>
              <a:gdLst/>
              <a:ahLst/>
              <a:cxnLst/>
              <a:rect l="l" t="t" r="r" b="b"/>
              <a:pathLst>
                <a:path w="6756400" h="3498850">
                  <a:moveTo>
                    <a:pt x="6755917" y="355193"/>
                  </a:moveTo>
                  <a:lnTo>
                    <a:pt x="6755917" y="3498443"/>
                  </a:lnTo>
                  <a:lnTo>
                    <a:pt x="0" y="3498443"/>
                  </a:lnTo>
                  <a:lnTo>
                    <a:pt x="0" y="0"/>
                  </a:lnTo>
                  <a:lnTo>
                    <a:pt x="1000125" y="0"/>
                  </a:lnTo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59544" y="3217397"/>
              <a:ext cx="5928995" cy="3293745"/>
            </a:xfrm>
            <a:custGeom>
              <a:avLst/>
              <a:gdLst/>
              <a:ahLst/>
              <a:cxnLst/>
              <a:rect l="l" t="t" r="r" b="b"/>
              <a:pathLst>
                <a:path w="5928995" h="3293745">
                  <a:moveTo>
                    <a:pt x="5928728" y="0"/>
                  </a:moveTo>
                  <a:lnTo>
                    <a:pt x="5928728" y="3293211"/>
                  </a:lnTo>
                  <a:lnTo>
                    <a:pt x="0" y="3293211"/>
                  </a:lnTo>
                  <a:lnTo>
                    <a:pt x="0" y="7937"/>
                  </a:lnTo>
                  <a:lnTo>
                    <a:pt x="685774" y="7937"/>
                  </a:lnTo>
                </a:path>
              </a:pathLst>
            </a:custGeom>
            <a:ln w="1143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3657" y="1259680"/>
            <a:ext cx="16256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선</a:t>
            </a:r>
            <a:r>
              <a:rPr dirty="0" sz="3000" spc="-15" b="1">
                <a:latin typeface="맑은 고딕"/>
                <a:cs typeface="맑은 고딕"/>
              </a:rPr>
              <a:t> </a:t>
            </a:r>
            <a:r>
              <a:rPr dirty="0" sz="3000" spc="-25" b="1">
                <a:latin typeface="맑은 고딕"/>
                <a:cs typeface="맑은 고딕"/>
              </a:rPr>
              <a:t>연결</a:t>
            </a:r>
            <a:endParaRPr sz="3000">
              <a:latin typeface="맑은 고딕"/>
              <a:cs typeface="맑은 고딕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1048" y="2629438"/>
            <a:ext cx="178053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Arduino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board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99140" y="1456920"/>
            <a:ext cx="23374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맑은 고딕"/>
                <a:cs typeface="맑은 고딕"/>
              </a:rPr>
              <a:t>Variable</a:t>
            </a:r>
            <a:r>
              <a:rPr dirty="0" sz="2000" spc="-12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Resistance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45040" y="1539239"/>
            <a:ext cx="5834380" cy="4377690"/>
            <a:chOff x="3445040" y="1539239"/>
            <a:chExt cx="5834380" cy="4377690"/>
          </a:xfrm>
        </p:grpSpPr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2112" y="1539239"/>
              <a:ext cx="957071" cy="3826763"/>
            </a:xfrm>
            <a:prstGeom prst="rect">
              <a:avLst/>
            </a:prstGeom>
          </p:spPr>
        </p:pic>
        <p:pic>
          <p:nvPicPr>
            <p:cNvPr id="13" name="object 13" descr="텍스트, 전자기기, 회로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3597" y="1669659"/>
              <a:ext cx="753275" cy="35654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79322" y="1655368"/>
              <a:ext cx="782320" cy="3594100"/>
            </a:xfrm>
            <a:custGeom>
              <a:avLst/>
              <a:gdLst/>
              <a:ahLst/>
              <a:cxnLst/>
              <a:rect l="l" t="t" r="r" b="b"/>
              <a:pathLst>
                <a:path w="782320" h="3594100">
                  <a:moveTo>
                    <a:pt x="781837" y="3594036"/>
                  </a:moveTo>
                  <a:lnTo>
                    <a:pt x="0" y="3594036"/>
                  </a:lnTo>
                  <a:lnTo>
                    <a:pt x="0" y="0"/>
                  </a:lnTo>
                  <a:lnTo>
                    <a:pt x="781837" y="0"/>
                  </a:lnTo>
                  <a:lnTo>
                    <a:pt x="781837" y="3594036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06810" y="2770883"/>
              <a:ext cx="2615565" cy="3088640"/>
            </a:xfrm>
            <a:custGeom>
              <a:avLst/>
              <a:gdLst/>
              <a:ahLst/>
              <a:cxnLst/>
              <a:rect l="l" t="t" r="r" b="b"/>
              <a:pathLst>
                <a:path w="2615565" h="3088640">
                  <a:moveTo>
                    <a:pt x="2615260" y="592734"/>
                  </a:moveTo>
                  <a:lnTo>
                    <a:pt x="2615260" y="3088284"/>
                  </a:lnTo>
                  <a:lnTo>
                    <a:pt x="0" y="3088284"/>
                  </a:lnTo>
                  <a:lnTo>
                    <a:pt x="0" y="0"/>
                  </a:lnTo>
                  <a:lnTo>
                    <a:pt x="619112" y="0"/>
                  </a:lnTo>
                </a:path>
              </a:pathLst>
            </a:custGeom>
            <a:ln w="1143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02190" y="3621468"/>
              <a:ext cx="725805" cy="2229485"/>
            </a:xfrm>
            <a:custGeom>
              <a:avLst/>
              <a:gdLst/>
              <a:ahLst/>
              <a:cxnLst/>
              <a:rect l="l" t="t" r="r" b="b"/>
              <a:pathLst>
                <a:path w="725804" h="2229485">
                  <a:moveTo>
                    <a:pt x="0" y="0"/>
                  </a:moveTo>
                  <a:lnTo>
                    <a:pt x="725474" y="0"/>
                  </a:lnTo>
                  <a:lnTo>
                    <a:pt x="725474" y="2229269"/>
                  </a:lnTo>
                  <a:lnTo>
                    <a:pt x="0" y="2229269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35760" y="3528714"/>
              <a:ext cx="2983865" cy="1304925"/>
            </a:xfrm>
            <a:custGeom>
              <a:avLst/>
              <a:gdLst/>
              <a:ahLst/>
              <a:cxnLst/>
              <a:rect l="l" t="t" r="r" b="b"/>
              <a:pathLst>
                <a:path w="2983865" h="1304925">
                  <a:moveTo>
                    <a:pt x="0" y="1304442"/>
                  </a:moveTo>
                  <a:lnTo>
                    <a:pt x="2983306" y="0"/>
                  </a:lnTo>
                </a:path>
              </a:pathLst>
            </a:custGeom>
            <a:ln w="762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38365" y="3439260"/>
              <a:ext cx="255270" cy="209550"/>
            </a:xfrm>
            <a:custGeom>
              <a:avLst/>
              <a:gdLst/>
              <a:ahLst/>
              <a:cxnLst/>
              <a:rect l="l" t="t" r="r" b="b"/>
              <a:pathLst>
                <a:path w="255270" h="209550">
                  <a:moveTo>
                    <a:pt x="0" y="0"/>
                  </a:moveTo>
                  <a:lnTo>
                    <a:pt x="91592" y="209448"/>
                  </a:lnTo>
                  <a:lnTo>
                    <a:pt x="255244" y="13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1460" y="4718856"/>
              <a:ext cx="228600" cy="2286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568654" y="1218510"/>
            <a:ext cx="22034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맑은 고딕"/>
                <a:cs typeface="맑은 고딕"/>
              </a:rPr>
              <a:t>Analog</a:t>
            </a:r>
            <a:r>
              <a:rPr dirty="0" sz="2000" spc="-45" b="1">
                <a:latin typeface="맑은 고딕"/>
                <a:cs typeface="맑은 고딕"/>
              </a:rPr>
              <a:t> </a:t>
            </a:r>
            <a:r>
              <a:rPr dirty="0" sz="2000" b="1">
                <a:latin typeface="맑은 고딕"/>
                <a:cs typeface="맑은 고딕"/>
              </a:rPr>
              <a:t>Input</a:t>
            </a:r>
            <a:r>
              <a:rPr dirty="0" sz="2000" spc="-65" b="1">
                <a:latin typeface="맑은 고딕"/>
                <a:cs typeface="맑은 고딕"/>
              </a:rPr>
              <a:t> </a:t>
            </a:r>
            <a:r>
              <a:rPr dirty="0" sz="2000" spc="-20" b="1">
                <a:latin typeface="맑은 고딕"/>
                <a:cs typeface="맑은 고딕"/>
              </a:rPr>
              <a:t>Pins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46627" y="2967048"/>
            <a:ext cx="1049020" cy="728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맑은 고딕"/>
                <a:cs typeface="맑은 고딕"/>
              </a:rPr>
              <a:t>①</a:t>
            </a:r>
            <a:endParaRPr sz="1600">
              <a:latin typeface="맑은 고딕"/>
              <a:cs typeface="맑은 고딕"/>
            </a:endParaRPr>
          </a:p>
          <a:p>
            <a:pPr algn="r" marR="5080">
              <a:lnSpc>
                <a:spcPct val="100000"/>
              </a:lnSpc>
              <a:spcBef>
                <a:spcPts val="1705"/>
              </a:spcBef>
            </a:pPr>
            <a:r>
              <a:rPr dirty="0" sz="1600" spc="-50" b="1">
                <a:latin typeface="맑은 고딕"/>
                <a:cs typeface="맑은 고딕"/>
              </a:rPr>
              <a:t>③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26579" y="2639701"/>
            <a:ext cx="711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맑은 고딕"/>
                <a:cs typeface="맑은 고딕"/>
              </a:rPr>
              <a:t>Output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354387" y="2712091"/>
            <a:ext cx="1548130" cy="622300"/>
            <a:chOff x="9354387" y="2712091"/>
            <a:chExt cx="1548130" cy="622300"/>
          </a:xfrm>
        </p:grpSpPr>
        <p:sp>
          <p:nvSpPr>
            <p:cNvPr id="24" name="object 24"/>
            <p:cNvSpPr/>
            <p:nvPr/>
          </p:nvSpPr>
          <p:spPr>
            <a:xfrm>
              <a:off x="9449646" y="2731141"/>
              <a:ext cx="1433830" cy="546100"/>
            </a:xfrm>
            <a:custGeom>
              <a:avLst/>
              <a:gdLst/>
              <a:ahLst/>
              <a:cxnLst/>
              <a:rect l="l" t="t" r="r" b="b"/>
              <a:pathLst>
                <a:path w="1433829" h="546100">
                  <a:moveTo>
                    <a:pt x="1433245" y="0"/>
                  </a:moveTo>
                  <a:lnTo>
                    <a:pt x="1076223" y="0"/>
                  </a:lnTo>
                  <a:lnTo>
                    <a:pt x="1076223" y="546011"/>
                  </a:lnTo>
                  <a:lnTo>
                    <a:pt x="0" y="54601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354387" y="3220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93657" y="1259680"/>
            <a:ext cx="8874760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Line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connection(Cont’d)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Variable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Resistor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1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GND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Variable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Resistance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3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5V</a:t>
            </a:r>
            <a:endParaRPr sz="2200">
              <a:latin typeface="맑은 고딕"/>
              <a:cs typeface="맑은 고딕"/>
            </a:endParaRPr>
          </a:p>
          <a:p>
            <a:pPr marL="33655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Variable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Resistor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Analog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A5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Pin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67940" y="2361336"/>
            <a:ext cx="8197215" cy="4027804"/>
            <a:chOff x="2167940" y="2361336"/>
            <a:chExt cx="8197215" cy="40278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7567" y="2414589"/>
              <a:ext cx="8147885" cy="38334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02802" y="2366098"/>
              <a:ext cx="8157845" cy="4018279"/>
            </a:xfrm>
            <a:custGeom>
              <a:avLst/>
              <a:gdLst/>
              <a:ahLst/>
              <a:cxnLst/>
              <a:rect l="l" t="t" r="r" b="b"/>
              <a:pathLst>
                <a:path w="8157845" h="4018279">
                  <a:moveTo>
                    <a:pt x="0" y="0"/>
                  </a:moveTo>
                  <a:lnTo>
                    <a:pt x="8157413" y="0"/>
                  </a:lnTo>
                  <a:lnTo>
                    <a:pt x="8157413" y="4017886"/>
                  </a:lnTo>
                  <a:lnTo>
                    <a:pt x="0" y="40178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06040" y="4465561"/>
              <a:ext cx="4575810" cy="477520"/>
            </a:xfrm>
            <a:custGeom>
              <a:avLst/>
              <a:gdLst/>
              <a:ahLst/>
              <a:cxnLst/>
              <a:rect l="l" t="t" r="r" b="b"/>
              <a:pathLst>
                <a:path w="4575809" h="477520">
                  <a:moveTo>
                    <a:pt x="0" y="0"/>
                  </a:moveTo>
                  <a:lnTo>
                    <a:pt x="4575555" y="0"/>
                  </a:lnTo>
                  <a:lnTo>
                    <a:pt x="4575555" y="477126"/>
                  </a:lnTo>
                  <a:lnTo>
                    <a:pt x="0" y="47712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0388"/>
            <a:ext cx="9944735" cy="9448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5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Declaring</a:t>
            </a:r>
            <a:r>
              <a:rPr dirty="0" sz="2800" spc="-7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a</a:t>
            </a:r>
            <a:r>
              <a:rPr dirty="0" sz="2800" spc="-4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Pin</a:t>
            </a:r>
            <a:r>
              <a:rPr dirty="0" sz="2800" spc="-3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Number</a:t>
            </a:r>
            <a:r>
              <a:rPr dirty="0" sz="2800" spc="-45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Variable</a:t>
            </a:r>
            <a:endParaRPr sz="2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Declaration</a:t>
            </a:r>
            <a:r>
              <a:rPr dirty="0" sz="2000" spc="-8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8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Linked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Variable</a:t>
            </a:r>
            <a:r>
              <a:rPr dirty="0" sz="2000" spc="-9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Resistor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Pin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75954" y="2381072"/>
            <a:ext cx="8197215" cy="4057650"/>
            <a:chOff x="2275954" y="2381072"/>
            <a:chExt cx="8197215" cy="4057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5578" y="2434325"/>
              <a:ext cx="8147874" cy="38334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10815" y="2385834"/>
              <a:ext cx="8157845" cy="4018279"/>
            </a:xfrm>
            <a:custGeom>
              <a:avLst/>
              <a:gdLst/>
              <a:ahLst/>
              <a:cxnLst/>
              <a:rect l="l" t="t" r="r" b="b"/>
              <a:pathLst>
                <a:path w="8157845" h="4018279">
                  <a:moveTo>
                    <a:pt x="0" y="0"/>
                  </a:moveTo>
                  <a:lnTo>
                    <a:pt x="8157425" y="0"/>
                  </a:lnTo>
                  <a:lnTo>
                    <a:pt x="8157425" y="4017886"/>
                  </a:lnTo>
                  <a:lnTo>
                    <a:pt x="0" y="40178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14054" y="5064645"/>
              <a:ext cx="6339840" cy="1336040"/>
            </a:xfrm>
            <a:custGeom>
              <a:avLst/>
              <a:gdLst/>
              <a:ahLst/>
              <a:cxnLst/>
              <a:rect l="l" t="t" r="r" b="b"/>
              <a:pathLst>
                <a:path w="6339840" h="1336039">
                  <a:moveTo>
                    <a:pt x="0" y="0"/>
                  </a:moveTo>
                  <a:lnTo>
                    <a:pt x="6339751" y="0"/>
                  </a:lnTo>
                  <a:lnTo>
                    <a:pt x="6339751" y="1335824"/>
                  </a:lnTo>
                  <a:lnTo>
                    <a:pt x="0" y="133582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871855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LED</a:t>
            </a:r>
            <a:r>
              <a:rPr dirty="0" sz="3000" spc="-4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Pin</a:t>
            </a:r>
            <a:r>
              <a:rPr dirty="0" sz="3000" spc="-3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Mode</a:t>
            </a:r>
            <a:r>
              <a:rPr dirty="0" sz="3000" spc="-3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Setting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Variable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Resistor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Mode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Arduino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4752" y="2455697"/>
            <a:ext cx="7524750" cy="4248150"/>
            <a:chOff x="2564752" y="2455697"/>
            <a:chExt cx="7524750" cy="4248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4113" y="2648287"/>
              <a:ext cx="6132266" cy="39173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69514" y="2460459"/>
              <a:ext cx="7515225" cy="4238625"/>
            </a:xfrm>
            <a:custGeom>
              <a:avLst/>
              <a:gdLst/>
              <a:ahLst/>
              <a:cxnLst/>
              <a:rect l="l" t="t" r="r" b="b"/>
              <a:pathLst>
                <a:path w="7515225" h="4238625">
                  <a:moveTo>
                    <a:pt x="0" y="0"/>
                  </a:moveTo>
                  <a:lnTo>
                    <a:pt x="7514704" y="0"/>
                  </a:lnTo>
                  <a:lnTo>
                    <a:pt x="7514704" y="4238053"/>
                  </a:lnTo>
                  <a:lnTo>
                    <a:pt x="0" y="423805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49613" y="3170377"/>
              <a:ext cx="6019165" cy="1407795"/>
            </a:xfrm>
            <a:custGeom>
              <a:avLst/>
              <a:gdLst/>
              <a:ahLst/>
              <a:cxnLst/>
              <a:rect l="l" t="t" r="r" b="b"/>
              <a:pathLst>
                <a:path w="6019165" h="1407795">
                  <a:moveTo>
                    <a:pt x="0" y="0"/>
                  </a:moveTo>
                  <a:lnTo>
                    <a:pt x="6018885" y="0"/>
                  </a:lnTo>
                  <a:lnTo>
                    <a:pt x="6018885" y="1407198"/>
                  </a:lnTo>
                  <a:lnTo>
                    <a:pt x="0" y="140719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89575"/>
            <a:ext cx="10356850" cy="11493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337185" marR="725170" indent="-325120">
              <a:lnSpc>
                <a:spcPct val="80000"/>
              </a:lnSpc>
              <a:spcBef>
                <a:spcPts val="655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 sz="2300" b="1">
                <a:latin typeface="맑은 고딕"/>
                <a:cs typeface="맑은 고딕"/>
              </a:rPr>
              <a:t>Running</a:t>
            </a:r>
            <a:r>
              <a:rPr dirty="0" sz="2300" spc="-7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a</a:t>
            </a:r>
            <a:r>
              <a:rPr dirty="0" sz="2300" spc="-2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function</a:t>
            </a:r>
            <a:r>
              <a:rPr dirty="0" sz="2300" spc="-55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that</a:t>
            </a:r>
            <a:r>
              <a:rPr dirty="0" sz="2300" spc="-1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reads</a:t>
            </a:r>
            <a:r>
              <a:rPr dirty="0" sz="2300" spc="-5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variable</a:t>
            </a:r>
            <a:r>
              <a:rPr dirty="0" sz="2300" spc="-6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declarations</a:t>
            </a:r>
            <a:r>
              <a:rPr dirty="0" sz="2300" spc="-60" b="1">
                <a:latin typeface="맑은 고딕"/>
                <a:cs typeface="맑은 고딕"/>
              </a:rPr>
              <a:t> </a:t>
            </a:r>
            <a:r>
              <a:rPr dirty="0" sz="2300" b="1">
                <a:latin typeface="맑은 고딕"/>
                <a:cs typeface="맑은 고딕"/>
              </a:rPr>
              <a:t>and</a:t>
            </a:r>
            <a:r>
              <a:rPr dirty="0" sz="2300" spc="-35" b="1">
                <a:latin typeface="맑은 고딕"/>
                <a:cs typeface="맑은 고딕"/>
              </a:rPr>
              <a:t> </a:t>
            </a:r>
            <a:r>
              <a:rPr dirty="0" sz="2300" spc="-10" b="1">
                <a:latin typeface="맑은 고딕"/>
                <a:cs typeface="맑은 고딕"/>
              </a:rPr>
              <a:t>resistance values</a:t>
            </a:r>
            <a:endParaRPr sz="2300">
              <a:latin typeface="맑은 고딕"/>
              <a:cs typeface="맑은 고딕"/>
            </a:endParaRPr>
          </a:p>
          <a:p>
            <a:pPr marL="12700" marR="5080">
              <a:lnSpc>
                <a:spcPts val="1630"/>
              </a:lnSpc>
              <a:spcBef>
                <a:spcPts val="600"/>
              </a:spcBef>
            </a:pPr>
            <a:r>
              <a:rPr dirty="0" sz="1700">
                <a:latin typeface="맑은 고딕"/>
                <a:cs typeface="맑은 고딕"/>
              </a:rPr>
              <a:t>→</a:t>
            </a:r>
            <a:r>
              <a:rPr dirty="0" sz="1700" spc="-6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Declare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a</a:t>
            </a:r>
            <a:r>
              <a:rPr dirty="0" sz="1700" spc="-5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variable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to</a:t>
            </a:r>
            <a:r>
              <a:rPr dirty="0" sz="1700" spc="-6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store</a:t>
            </a:r>
            <a:r>
              <a:rPr dirty="0" sz="1700" spc="-6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the</a:t>
            </a:r>
            <a:r>
              <a:rPr dirty="0" sz="1700" spc="-4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resistance</a:t>
            </a:r>
            <a:r>
              <a:rPr dirty="0" sz="1700" spc="-7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value,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and</a:t>
            </a:r>
            <a:r>
              <a:rPr dirty="0" sz="1700" spc="-4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execute</a:t>
            </a:r>
            <a:r>
              <a:rPr dirty="0" sz="1700" spc="-6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a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function</a:t>
            </a:r>
            <a:r>
              <a:rPr dirty="0" sz="1700" spc="-6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that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reads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the</a:t>
            </a:r>
            <a:r>
              <a:rPr dirty="0" sz="1700" spc="-45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resistance</a:t>
            </a:r>
            <a:r>
              <a:rPr dirty="0" sz="1700" spc="-55">
                <a:latin typeface="맑은 고딕"/>
                <a:cs typeface="맑은 고딕"/>
              </a:rPr>
              <a:t> </a:t>
            </a:r>
            <a:r>
              <a:rPr dirty="0" sz="1700" spc="-10">
                <a:latin typeface="맑은 고딕"/>
                <a:cs typeface="맑은 고딕"/>
              </a:rPr>
              <a:t>value </a:t>
            </a:r>
            <a:r>
              <a:rPr dirty="0" sz="1700">
                <a:latin typeface="맑은 고딕"/>
                <a:cs typeface="맑은 고딕"/>
              </a:rPr>
              <a:t>of</a:t>
            </a:r>
            <a:r>
              <a:rPr dirty="0" sz="1700" spc="-6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the</a:t>
            </a:r>
            <a:r>
              <a:rPr dirty="0" sz="1700" spc="-40">
                <a:latin typeface="맑은 고딕"/>
                <a:cs typeface="맑은 고딕"/>
              </a:rPr>
              <a:t> </a:t>
            </a:r>
            <a:r>
              <a:rPr dirty="0" sz="1700">
                <a:latin typeface="맑은 고딕"/>
                <a:cs typeface="맑은 고딕"/>
              </a:rPr>
              <a:t>variable</a:t>
            </a:r>
            <a:r>
              <a:rPr dirty="0" sz="1700" spc="-55">
                <a:latin typeface="맑은 고딕"/>
                <a:cs typeface="맑은 고딕"/>
              </a:rPr>
              <a:t> </a:t>
            </a:r>
            <a:r>
              <a:rPr dirty="0" sz="1700" spc="-10">
                <a:latin typeface="맑은 고딕"/>
                <a:cs typeface="맑은 고딕"/>
              </a:rPr>
              <a:t>resistor</a:t>
            </a:r>
            <a:endParaRPr sz="17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1749" y="2390914"/>
            <a:ext cx="4392481" cy="4782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3657" y="1153500"/>
            <a:ext cx="8688070" cy="166814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spc="-10" b="1">
                <a:latin typeface="맑은 고딕"/>
                <a:cs typeface="맑은 고딕"/>
              </a:rPr>
              <a:t>“potentiometer_Read()”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reads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resistance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variable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resistor</a:t>
            </a:r>
            <a:endParaRPr sz="2200">
              <a:latin typeface="맑은 고딕"/>
              <a:cs typeface="맑은 고딕"/>
            </a:endParaRPr>
          </a:p>
          <a:p>
            <a:pPr algn="r" marR="916940">
              <a:lnSpc>
                <a:spcPct val="100000"/>
              </a:lnSpc>
              <a:spcBef>
                <a:spcPts val="1650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①</a:t>
            </a:r>
            <a:endParaRPr sz="30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41889" y="3065538"/>
            <a:ext cx="4200525" cy="1149350"/>
            <a:chOff x="3741889" y="3065538"/>
            <a:chExt cx="4200525" cy="11493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1750" y="3065538"/>
              <a:ext cx="4150520" cy="11418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79989" y="3768864"/>
              <a:ext cx="2138045" cy="407670"/>
            </a:xfrm>
            <a:custGeom>
              <a:avLst/>
              <a:gdLst/>
              <a:ahLst/>
              <a:cxnLst/>
              <a:rect l="l" t="t" r="r" b="b"/>
              <a:pathLst>
                <a:path w="2138045" h="407670">
                  <a:moveTo>
                    <a:pt x="0" y="407428"/>
                  </a:moveTo>
                  <a:lnTo>
                    <a:pt x="2137511" y="407428"/>
                  </a:lnTo>
                  <a:lnTo>
                    <a:pt x="2137511" y="0"/>
                  </a:lnTo>
                  <a:lnTo>
                    <a:pt x="0" y="0"/>
                  </a:lnTo>
                  <a:lnTo>
                    <a:pt x="0" y="407428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312257" y="3739181"/>
            <a:ext cx="40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②</a:t>
            </a:r>
            <a:endParaRPr sz="3000">
              <a:latin typeface="맑은 고딕"/>
              <a:cs typeface="맑은 고딕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86562" y="2389657"/>
            <a:ext cx="1299210" cy="491490"/>
          </a:xfrm>
          <a:custGeom>
            <a:avLst/>
            <a:gdLst/>
            <a:ahLst/>
            <a:cxnLst/>
            <a:rect l="l" t="t" r="r" b="b"/>
            <a:pathLst>
              <a:path w="1299209" h="491489">
                <a:moveTo>
                  <a:pt x="0" y="491210"/>
                </a:moveTo>
                <a:lnTo>
                  <a:pt x="1299197" y="491210"/>
                </a:lnTo>
                <a:lnTo>
                  <a:pt x="1299197" y="0"/>
                </a:lnTo>
                <a:lnTo>
                  <a:pt x="0" y="0"/>
                </a:lnTo>
                <a:lnTo>
                  <a:pt x="0" y="491210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34954" y="4674868"/>
            <a:ext cx="9922510" cy="787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000">
                <a:latin typeface="맑은 고딕"/>
                <a:cs typeface="맑은 고딕"/>
              </a:rPr>
              <a:t>①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Input: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associated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with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variable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resistor</a:t>
            </a:r>
            <a:endParaRPr sz="2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>
                <a:latin typeface="맑은 고딕"/>
                <a:cs typeface="맑은 고딕"/>
              </a:rPr>
              <a:t>②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Output: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Output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resistance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value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mapped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255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3923" y="2773641"/>
            <a:ext cx="6804659" cy="3842385"/>
            <a:chOff x="2693923" y="2773641"/>
            <a:chExt cx="6804659" cy="38423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2755" y="2948662"/>
              <a:ext cx="5543910" cy="35414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98686" y="2778404"/>
              <a:ext cx="6795134" cy="3832860"/>
            </a:xfrm>
            <a:custGeom>
              <a:avLst/>
              <a:gdLst/>
              <a:ahLst/>
              <a:cxnLst/>
              <a:rect l="l" t="t" r="r" b="b"/>
              <a:pathLst>
                <a:path w="6795134" h="3832859">
                  <a:moveTo>
                    <a:pt x="0" y="0"/>
                  </a:moveTo>
                  <a:lnTo>
                    <a:pt x="6794614" y="0"/>
                  </a:lnTo>
                  <a:lnTo>
                    <a:pt x="6794614" y="3832352"/>
                  </a:lnTo>
                  <a:lnTo>
                    <a:pt x="0" y="383235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889770" y="4693056"/>
              <a:ext cx="5188585" cy="1659255"/>
            </a:xfrm>
            <a:custGeom>
              <a:avLst/>
              <a:gdLst/>
              <a:ahLst/>
              <a:cxnLst/>
              <a:rect l="l" t="t" r="r" b="b"/>
              <a:pathLst>
                <a:path w="5188584" h="1659254">
                  <a:moveTo>
                    <a:pt x="0" y="0"/>
                  </a:moveTo>
                  <a:lnTo>
                    <a:pt x="5187975" y="0"/>
                  </a:lnTo>
                  <a:lnTo>
                    <a:pt x="5187975" y="1659229"/>
                  </a:lnTo>
                  <a:lnTo>
                    <a:pt x="0" y="1659229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9544050" cy="141287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Resistive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value</a:t>
            </a:r>
            <a:r>
              <a:rPr dirty="0" sz="3000" spc="-10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9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output</a:t>
            </a:r>
            <a:r>
              <a:rPr dirty="0" sz="3000" spc="-9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10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LED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output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resistance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variable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resistor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monitor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Send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resistor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LED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adjust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brightness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39180" y="1522742"/>
            <a:ext cx="3655695" cy="631190"/>
            <a:chOff x="5939180" y="1522742"/>
            <a:chExt cx="3655695" cy="631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4409" y="1648066"/>
              <a:ext cx="3438054" cy="4962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43943" y="1527505"/>
              <a:ext cx="3646170" cy="621665"/>
            </a:xfrm>
            <a:custGeom>
              <a:avLst/>
              <a:gdLst/>
              <a:ahLst/>
              <a:cxnLst/>
              <a:rect l="l" t="t" r="r" b="b"/>
              <a:pathLst>
                <a:path w="3646170" h="621664">
                  <a:moveTo>
                    <a:pt x="0" y="0"/>
                  </a:moveTo>
                  <a:lnTo>
                    <a:pt x="3645928" y="0"/>
                  </a:lnTo>
                  <a:lnTo>
                    <a:pt x="3645928" y="621588"/>
                  </a:lnTo>
                  <a:lnTo>
                    <a:pt x="0" y="6215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64430"/>
            <a:ext cx="8994140" cy="143256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85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Function</a:t>
            </a:r>
            <a:r>
              <a:rPr dirty="0" sz="3000" spc="-13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lvl="1" marL="659765" indent="-287655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b="1">
                <a:latin typeface="맑은 고딕"/>
                <a:cs typeface="맑은 고딕"/>
              </a:rPr>
              <a:t>analogWrite(Pin</a:t>
            </a:r>
            <a:r>
              <a:rPr dirty="0" sz="2400" spc="-55" b="1">
                <a:latin typeface="맑은 고딕"/>
                <a:cs typeface="맑은 고딕"/>
              </a:rPr>
              <a:t> </a:t>
            </a:r>
            <a:r>
              <a:rPr dirty="0" sz="2400" b="1">
                <a:latin typeface="맑은 고딕"/>
                <a:cs typeface="맑은 고딕"/>
              </a:rPr>
              <a:t>num,</a:t>
            </a:r>
            <a:r>
              <a:rPr dirty="0" sz="2400" spc="-65" b="1">
                <a:latin typeface="맑은 고딕"/>
                <a:cs typeface="맑은 고딕"/>
              </a:rPr>
              <a:t> </a:t>
            </a:r>
            <a:r>
              <a:rPr dirty="0" sz="2400" spc="-10" b="1">
                <a:latin typeface="맑은 고딕"/>
                <a:cs typeface="맑은 고딕"/>
              </a:rPr>
              <a:t>value)</a:t>
            </a:r>
            <a:endParaRPr sz="24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voltage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(0~255)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0"/>
            <a:ext cx="728916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Check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LED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Brightness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Control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Check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LED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brightness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variable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resistors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91550" y="2370543"/>
            <a:ext cx="8650605" cy="3707129"/>
            <a:chOff x="1991550" y="2370543"/>
            <a:chExt cx="8650605" cy="37071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1550" y="2370543"/>
              <a:ext cx="8650262" cy="37067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30678" y="4147553"/>
              <a:ext cx="507365" cy="435609"/>
            </a:xfrm>
            <a:custGeom>
              <a:avLst/>
              <a:gdLst/>
              <a:ahLst/>
              <a:cxnLst/>
              <a:rect l="l" t="t" r="r" b="b"/>
              <a:pathLst>
                <a:path w="507365" h="435610">
                  <a:moveTo>
                    <a:pt x="0" y="217550"/>
                  </a:moveTo>
                  <a:lnTo>
                    <a:pt x="5151" y="173705"/>
                  </a:lnTo>
                  <a:lnTo>
                    <a:pt x="19926" y="132868"/>
                  </a:lnTo>
                  <a:lnTo>
                    <a:pt x="43304" y="95914"/>
                  </a:lnTo>
                  <a:lnTo>
                    <a:pt x="74266" y="63717"/>
                  </a:lnTo>
                  <a:lnTo>
                    <a:pt x="111792" y="37153"/>
                  </a:lnTo>
                  <a:lnTo>
                    <a:pt x="154862" y="17095"/>
                  </a:lnTo>
                  <a:lnTo>
                    <a:pt x="202456" y="4419"/>
                  </a:lnTo>
                  <a:lnTo>
                    <a:pt x="253555" y="0"/>
                  </a:lnTo>
                  <a:lnTo>
                    <a:pt x="304654" y="4419"/>
                  </a:lnTo>
                  <a:lnTo>
                    <a:pt x="352248" y="17095"/>
                  </a:lnTo>
                  <a:lnTo>
                    <a:pt x="395318" y="37153"/>
                  </a:lnTo>
                  <a:lnTo>
                    <a:pt x="432844" y="63717"/>
                  </a:lnTo>
                  <a:lnTo>
                    <a:pt x="463806" y="95914"/>
                  </a:lnTo>
                  <a:lnTo>
                    <a:pt x="487184" y="132868"/>
                  </a:lnTo>
                  <a:lnTo>
                    <a:pt x="501959" y="173705"/>
                  </a:lnTo>
                  <a:lnTo>
                    <a:pt x="507111" y="217550"/>
                  </a:lnTo>
                  <a:lnTo>
                    <a:pt x="501959" y="261396"/>
                  </a:lnTo>
                  <a:lnTo>
                    <a:pt x="487184" y="302233"/>
                  </a:lnTo>
                  <a:lnTo>
                    <a:pt x="463806" y="339187"/>
                  </a:lnTo>
                  <a:lnTo>
                    <a:pt x="432844" y="371384"/>
                  </a:lnTo>
                  <a:lnTo>
                    <a:pt x="395318" y="397948"/>
                  </a:lnTo>
                  <a:lnTo>
                    <a:pt x="352248" y="418006"/>
                  </a:lnTo>
                  <a:lnTo>
                    <a:pt x="304654" y="430682"/>
                  </a:lnTo>
                  <a:lnTo>
                    <a:pt x="253555" y="435101"/>
                  </a:lnTo>
                  <a:lnTo>
                    <a:pt x="202456" y="430682"/>
                  </a:lnTo>
                  <a:lnTo>
                    <a:pt x="154862" y="418006"/>
                  </a:lnTo>
                  <a:lnTo>
                    <a:pt x="111792" y="397948"/>
                  </a:lnTo>
                  <a:lnTo>
                    <a:pt x="74266" y="371384"/>
                  </a:lnTo>
                  <a:lnTo>
                    <a:pt x="43304" y="339187"/>
                  </a:lnTo>
                  <a:lnTo>
                    <a:pt x="19926" y="302233"/>
                  </a:lnTo>
                  <a:lnTo>
                    <a:pt x="5151" y="261396"/>
                  </a:lnTo>
                  <a:lnTo>
                    <a:pt x="0" y="21755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37131" y="2856992"/>
            <a:ext cx="369887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120"/>
              <a:t>Exercise</a:t>
            </a:r>
            <a:r>
              <a:rPr dirty="0" sz="6600" spc="275"/>
              <a:t> </a:t>
            </a:r>
            <a:r>
              <a:rPr dirty="0" sz="6600" spc="-50"/>
              <a:t>3</a:t>
            </a:r>
            <a:endParaRPr sz="66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1042543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Motor</a:t>
            </a:r>
            <a:r>
              <a:rPr dirty="0" sz="3000" spc="-4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Control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gear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motor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2850" y="5246227"/>
            <a:ext cx="1605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Motor</a:t>
            </a:r>
            <a:r>
              <a:rPr dirty="0" sz="2000" spc="-6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pic>
        <p:nvPicPr>
          <p:cNvPr id="5" name="object 5" descr="검은색, 어두운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663" y="3068942"/>
            <a:ext cx="2448264" cy="2170315"/>
          </a:xfrm>
          <a:prstGeom prst="rect">
            <a:avLst/>
          </a:prstGeom>
        </p:spPr>
      </p:pic>
      <p:pic>
        <p:nvPicPr>
          <p:cNvPr id="6" name="object 6" descr="전자기기, 회로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2027" y="2408065"/>
            <a:ext cx="3312363" cy="27208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26468" y="5254015"/>
            <a:ext cx="1431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Gear</a:t>
            </a:r>
            <a:r>
              <a:rPr dirty="0" sz="2000" spc="-35" b="1">
                <a:latin typeface="맑은 고딕"/>
                <a:cs typeface="맑은 고딕"/>
              </a:rPr>
              <a:t> </a:t>
            </a:r>
            <a:r>
              <a:rPr dirty="0" sz="2000" spc="-20" b="1">
                <a:latin typeface="맑은 고딕"/>
                <a:cs typeface="맑은 고딕"/>
              </a:rPr>
              <a:t>Motor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0"/>
            <a:ext cx="8853805" cy="115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Line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connection–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①Motor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Driver:Gear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Motor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Gear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marked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part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OUT1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Gear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Unmarked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Part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–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Connected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OUT2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8711" y="1232763"/>
            <a:ext cx="9997440" cy="5625465"/>
            <a:chOff x="1778711" y="1232763"/>
            <a:chExt cx="9997440" cy="5625465"/>
          </a:xfrm>
        </p:grpSpPr>
        <p:pic>
          <p:nvPicPr>
            <p:cNvPr id="5" name="object 5" descr="텍스트, 전자기기, 회로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8623" y="1232763"/>
              <a:ext cx="4447514" cy="5625236"/>
            </a:xfrm>
            <a:prstGeom prst="rect">
              <a:avLst/>
            </a:prstGeom>
          </p:spPr>
        </p:pic>
        <p:pic>
          <p:nvPicPr>
            <p:cNvPr id="6" name="object 6" descr="어두운, 옅은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8711" y="3059480"/>
              <a:ext cx="1782165" cy="24603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91432" y="6078403"/>
            <a:ext cx="1431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Gear</a:t>
            </a:r>
            <a:r>
              <a:rPr dirty="0" sz="2000" spc="-35" b="1">
                <a:latin typeface="맑은 고딕"/>
                <a:cs typeface="맑은 고딕"/>
              </a:rPr>
              <a:t> </a:t>
            </a:r>
            <a:r>
              <a:rPr dirty="0" sz="2000" spc="-20" b="1">
                <a:latin typeface="맑은 고딕"/>
                <a:cs typeface="맑은 고딕"/>
              </a:rPr>
              <a:t>Motor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2098" y="5656937"/>
            <a:ext cx="1605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Motor</a:t>
            </a:r>
            <a:r>
              <a:rPr dirty="0" sz="2000" spc="-6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75276" y="3337039"/>
            <a:ext cx="4324985" cy="1644014"/>
            <a:chOff x="4875276" y="3337039"/>
            <a:chExt cx="4324985" cy="1644014"/>
          </a:xfrm>
        </p:grpSpPr>
        <p:pic>
          <p:nvPicPr>
            <p:cNvPr id="10" name="object 10" descr="텍스트, 전자기기, 회로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5276" y="3860292"/>
              <a:ext cx="2339339" cy="1120139"/>
            </a:xfrm>
            <a:prstGeom prst="rect">
              <a:avLst/>
            </a:prstGeom>
          </p:spPr>
        </p:pic>
        <p:pic>
          <p:nvPicPr>
            <p:cNvPr id="11" name="object 11" descr="텍스트, 전자기기, 회로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031" y="3974326"/>
              <a:ext cx="2088222" cy="8932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81968" y="3955275"/>
              <a:ext cx="2126615" cy="931544"/>
            </a:xfrm>
            <a:custGeom>
              <a:avLst/>
              <a:gdLst/>
              <a:ahLst/>
              <a:cxnLst/>
              <a:rect l="l" t="t" r="r" b="b"/>
              <a:pathLst>
                <a:path w="2126615" h="931545">
                  <a:moveTo>
                    <a:pt x="0" y="0"/>
                  </a:moveTo>
                  <a:lnTo>
                    <a:pt x="2126335" y="0"/>
                  </a:lnTo>
                  <a:lnTo>
                    <a:pt x="2126335" y="931341"/>
                  </a:lnTo>
                  <a:lnTo>
                    <a:pt x="0" y="931341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558455" y="3394189"/>
              <a:ext cx="1584960" cy="871219"/>
            </a:xfrm>
            <a:custGeom>
              <a:avLst/>
              <a:gdLst/>
              <a:ahLst/>
              <a:cxnLst/>
              <a:rect l="l" t="t" r="r" b="b"/>
              <a:pathLst>
                <a:path w="1584959" h="871220">
                  <a:moveTo>
                    <a:pt x="0" y="0"/>
                  </a:moveTo>
                  <a:lnTo>
                    <a:pt x="1584553" y="0"/>
                  </a:lnTo>
                  <a:lnTo>
                    <a:pt x="1584553" y="871156"/>
                  </a:lnTo>
                  <a:lnTo>
                    <a:pt x="0" y="871156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19312" y="3864314"/>
              <a:ext cx="1094105" cy="497840"/>
            </a:xfrm>
            <a:custGeom>
              <a:avLst/>
              <a:gdLst/>
              <a:ahLst/>
              <a:cxnLst/>
              <a:rect l="l" t="t" r="r" b="b"/>
              <a:pathLst>
                <a:path w="1094104" h="497839">
                  <a:moveTo>
                    <a:pt x="1094079" y="0"/>
                  </a:moveTo>
                  <a:lnTo>
                    <a:pt x="0" y="497497"/>
                  </a:lnTo>
                </a:path>
              </a:pathLst>
            </a:custGeom>
            <a:ln w="571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089250" y="4271937"/>
              <a:ext cx="191770" cy="156210"/>
            </a:xfrm>
            <a:custGeom>
              <a:avLst/>
              <a:gdLst/>
              <a:ahLst/>
              <a:cxnLst/>
              <a:rect l="l" t="t" r="r" b="b"/>
              <a:pathLst>
                <a:path w="191770" h="156210">
                  <a:moveTo>
                    <a:pt x="120586" y="0"/>
                  </a:moveTo>
                  <a:lnTo>
                    <a:pt x="0" y="149009"/>
                  </a:lnTo>
                  <a:lnTo>
                    <a:pt x="191566" y="156070"/>
                  </a:lnTo>
                  <a:lnTo>
                    <a:pt x="1205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7667" y="3778589"/>
              <a:ext cx="171450" cy="1714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48140" y="3499421"/>
            <a:ext cx="17214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65" b="1" i="1">
                <a:latin typeface="맑은 고딕"/>
                <a:cs typeface="맑은 고딕"/>
              </a:rPr>
              <a:t>Motor</a:t>
            </a:r>
            <a:r>
              <a:rPr dirty="0" sz="2100" spc="-95" b="1" i="1">
                <a:latin typeface="맑은 고딕"/>
                <a:cs typeface="맑은 고딕"/>
              </a:rPr>
              <a:t> </a:t>
            </a:r>
            <a:r>
              <a:rPr dirty="0" sz="2100" spc="-55" b="1" i="1">
                <a:latin typeface="맑은 고딕"/>
                <a:cs typeface="맑은 고딕"/>
              </a:rPr>
              <a:t>Output</a:t>
            </a:r>
            <a:endParaRPr sz="2100">
              <a:latin typeface="맑은 고딕"/>
              <a:cs typeface="맑은 고딕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27186" y="3763731"/>
            <a:ext cx="3218815" cy="2105025"/>
            <a:chOff x="2027186" y="3763731"/>
            <a:chExt cx="3218815" cy="2105025"/>
          </a:xfrm>
        </p:grpSpPr>
        <p:sp>
          <p:nvSpPr>
            <p:cNvPr id="19" name="object 19"/>
            <p:cNvSpPr/>
            <p:nvPr/>
          </p:nvSpPr>
          <p:spPr>
            <a:xfrm>
              <a:off x="3206085" y="4153283"/>
              <a:ext cx="2001520" cy="1367155"/>
            </a:xfrm>
            <a:custGeom>
              <a:avLst/>
              <a:gdLst/>
              <a:ahLst/>
              <a:cxnLst/>
              <a:rect l="l" t="t" r="r" b="b"/>
              <a:pathLst>
                <a:path w="2001520" h="1367154">
                  <a:moveTo>
                    <a:pt x="0" y="654951"/>
                  </a:moveTo>
                  <a:lnTo>
                    <a:pt x="0" y="1366634"/>
                  </a:lnTo>
                  <a:lnTo>
                    <a:pt x="1074966" y="1366634"/>
                  </a:lnTo>
                  <a:lnTo>
                    <a:pt x="1074966" y="0"/>
                  </a:lnTo>
                  <a:lnTo>
                    <a:pt x="2001418" y="0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65286" y="4522039"/>
              <a:ext cx="3128010" cy="1308735"/>
            </a:xfrm>
            <a:custGeom>
              <a:avLst/>
              <a:gdLst/>
              <a:ahLst/>
              <a:cxnLst/>
              <a:rect l="l" t="t" r="r" b="b"/>
              <a:pathLst>
                <a:path w="3128010" h="1308735">
                  <a:moveTo>
                    <a:pt x="0" y="286194"/>
                  </a:moveTo>
                  <a:lnTo>
                    <a:pt x="0" y="1308430"/>
                  </a:lnTo>
                  <a:lnTo>
                    <a:pt x="2630017" y="1308430"/>
                  </a:lnTo>
                  <a:lnTo>
                    <a:pt x="2630017" y="0"/>
                  </a:lnTo>
                  <a:lnTo>
                    <a:pt x="3127425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16813" y="3792306"/>
              <a:ext cx="784225" cy="639445"/>
            </a:xfrm>
            <a:custGeom>
              <a:avLst/>
              <a:gdLst/>
              <a:ahLst/>
              <a:cxnLst/>
              <a:rect l="l" t="t" r="r" b="b"/>
              <a:pathLst>
                <a:path w="784225" h="639445">
                  <a:moveTo>
                    <a:pt x="784110" y="0"/>
                  </a:moveTo>
                  <a:lnTo>
                    <a:pt x="0" y="639432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06080" y="4347245"/>
              <a:ext cx="187325" cy="175260"/>
            </a:xfrm>
            <a:custGeom>
              <a:avLst/>
              <a:gdLst/>
              <a:ahLst/>
              <a:cxnLst/>
              <a:rect l="l" t="t" r="r" b="b"/>
              <a:pathLst>
                <a:path w="187325" h="175260">
                  <a:moveTo>
                    <a:pt x="78689" y="0"/>
                  </a:moveTo>
                  <a:lnTo>
                    <a:pt x="0" y="174790"/>
                  </a:lnTo>
                  <a:lnTo>
                    <a:pt x="187045" y="132867"/>
                  </a:lnTo>
                  <a:lnTo>
                    <a:pt x="7868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281670" cy="6858000"/>
            <a:chOff x="0" y="0"/>
            <a:chExt cx="828167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텍스트, 전자기기, 회로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511" y="3254251"/>
              <a:ext cx="4447510" cy="27087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92475" y="3661346"/>
              <a:ext cx="1695450" cy="807085"/>
            </a:xfrm>
            <a:custGeom>
              <a:avLst/>
              <a:gdLst/>
              <a:ahLst/>
              <a:cxnLst/>
              <a:rect l="l" t="t" r="r" b="b"/>
              <a:pathLst>
                <a:path w="1695450" h="807085">
                  <a:moveTo>
                    <a:pt x="0" y="0"/>
                  </a:moveTo>
                  <a:lnTo>
                    <a:pt x="1695043" y="0"/>
                  </a:lnTo>
                  <a:lnTo>
                    <a:pt x="1695043" y="806907"/>
                  </a:lnTo>
                  <a:lnTo>
                    <a:pt x="0" y="806907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텍스트, 전자기기, 회로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6632" y="3014471"/>
              <a:ext cx="3224783" cy="1639823"/>
            </a:xfrm>
            <a:prstGeom prst="rect">
              <a:avLst/>
            </a:prstGeom>
          </p:spPr>
        </p:pic>
        <p:pic>
          <p:nvPicPr>
            <p:cNvPr id="7" name="object 7" descr="텍스트, 전자기기, 회로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0807" y="3133551"/>
              <a:ext cx="2956038" cy="14021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71757" y="3114497"/>
              <a:ext cx="2994660" cy="1440815"/>
            </a:xfrm>
            <a:custGeom>
              <a:avLst/>
              <a:gdLst/>
              <a:ahLst/>
              <a:cxnLst/>
              <a:rect l="l" t="t" r="r" b="b"/>
              <a:pathLst>
                <a:path w="2994659" h="1440814">
                  <a:moveTo>
                    <a:pt x="0" y="0"/>
                  </a:moveTo>
                  <a:lnTo>
                    <a:pt x="2994139" y="0"/>
                  </a:lnTo>
                  <a:lnTo>
                    <a:pt x="2994139" y="1440230"/>
                  </a:lnTo>
                  <a:lnTo>
                    <a:pt x="0" y="144023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190" y="6396583"/>
            <a:ext cx="488226" cy="366166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68870" y="4112608"/>
            <a:ext cx="1982470" cy="76898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316355">
              <a:lnSpc>
                <a:spcPct val="100000"/>
              </a:lnSpc>
              <a:spcBef>
                <a:spcPts val="565"/>
              </a:spcBef>
            </a:pPr>
            <a:r>
              <a:rPr dirty="0" sz="2400" b="1">
                <a:solidFill>
                  <a:srgbClr val="FF0000"/>
                </a:solidFill>
                <a:latin typeface="맑은 고딕"/>
                <a:cs typeface="맑은 고딕"/>
              </a:rPr>
              <a:t>(</a:t>
            </a:r>
            <a:r>
              <a:rPr dirty="0" sz="2400" spc="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400" b="1">
                <a:solidFill>
                  <a:srgbClr val="FF0000"/>
                </a:solidFill>
                <a:latin typeface="맑은 고딕"/>
                <a:cs typeface="맑은 고딕"/>
              </a:rPr>
              <a:t>+</a:t>
            </a:r>
            <a:r>
              <a:rPr dirty="0" sz="2400" spc="-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400" spc="-50" b="1">
                <a:solidFill>
                  <a:srgbClr val="FF0000"/>
                </a:solidFill>
                <a:latin typeface="맑은 고딕"/>
                <a:cs typeface="맑은 고딕"/>
              </a:rPr>
              <a:t>)</a:t>
            </a:r>
            <a:endParaRPr sz="24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800" spc="-10" b="1">
                <a:latin typeface="맑은 고딕"/>
                <a:cs typeface="맑은 고딕"/>
              </a:rPr>
              <a:t>Power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3657" y="1217010"/>
            <a:ext cx="10125075" cy="201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6550" indent="-323850">
              <a:lnSpc>
                <a:spcPts val="3250"/>
              </a:lnSpc>
              <a:spcBef>
                <a:spcPts val="9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Line</a:t>
            </a:r>
            <a:r>
              <a:rPr dirty="0" sz="2800" spc="-8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connection-</a:t>
            </a:r>
            <a:r>
              <a:rPr dirty="0" sz="2800" spc="-7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②</a:t>
            </a:r>
            <a:r>
              <a:rPr dirty="0" sz="2800" spc="-7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Motor</a:t>
            </a:r>
            <a:r>
              <a:rPr dirty="0" sz="2800" spc="-6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Driver:Power</a:t>
            </a:r>
            <a:r>
              <a:rPr dirty="0" sz="2800" spc="-60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Supply</a:t>
            </a:r>
            <a:endParaRPr sz="2800">
              <a:latin typeface="맑은 고딕"/>
              <a:cs typeface="맑은 고딕"/>
            </a:endParaRPr>
          </a:p>
          <a:p>
            <a:pPr algn="just" marL="337185">
              <a:lnSpc>
                <a:spcPts val="2170"/>
              </a:lnSpc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Requires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12V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power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because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it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uses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12V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motor</a:t>
            </a:r>
            <a:endParaRPr sz="2000">
              <a:latin typeface="맑은 고딕"/>
              <a:cs typeface="맑은 고딕"/>
            </a:endParaRPr>
          </a:p>
          <a:p>
            <a:pPr algn="just" marL="336550" marR="508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Power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supply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positive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(+)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power</a:t>
            </a:r>
            <a:r>
              <a:rPr dirty="0" sz="2000" spc="-1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portion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9-</a:t>
            </a:r>
            <a:r>
              <a:rPr dirty="0" sz="2000">
                <a:latin typeface="맑은 고딕"/>
                <a:cs typeface="맑은 고딕"/>
              </a:rPr>
              <a:t>36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 spc="-50">
                <a:latin typeface="맑은 고딕"/>
                <a:cs typeface="맑은 고딕"/>
              </a:rPr>
              <a:t>V </a:t>
            </a:r>
            <a:r>
              <a:rPr dirty="0" sz="2000">
                <a:latin typeface="맑은 고딕"/>
                <a:cs typeface="맑은 고딕"/>
              </a:rPr>
              <a:t>portion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power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supply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cathode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 spc="-20">
                <a:latin typeface="맑은 고딕"/>
                <a:cs typeface="맑은 고딕"/>
              </a:rPr>
              <a:t>(-</a:t>
            </a:r>
            <a:r>
              <a:rPr dirty="0" sz="2000">
                <a:latin typeface="맑은 고딕"/>
                <a:cs typeface="맑은 고딕"/>
              </a:rPr>
              <a:t>)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–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connected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power</a:t>
            </a:r>
            <a:r>
              <a:rPr dirty="0" sz="2000" spc="-10">
                <a:latin typeface="맑은 고딕"/>
                <a:cs typeface="맑은 고딕"/>
              </a:rPr>
              <a:t> portion </a:t>
            </a:r>
            <a:r>
              <a:rPr dirty="0" sz="2000">
                <a:latin typeface="맑은 고딕"/>
                <a:cs typeface="맑은 고딕"/>
              </a:rPr>
              <a:t>PGND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portion</a:t>
            </a:r>
            <a:endParaRPr sz="2000">
              <a:latin typeface="맑은 고딕"/>
              <a:cs typeface="맑은 고딕"/>
            </a:endParaRPr>
          </a:p>
          <a:p>
            <a:pPr marL="6343015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latin typeface="맑은 고딕"/>
                <a:cs typeface="맑은 고딕"/>
              </a:rPr>
              <a:t>(</a:t>
            </a:r>
            <a:r>
              <a:rPr dirty="0" sz="2400" spc="5" b="1">
                <a:latin typeface="맑은 고딕"/>
                <a:cs typeface="맑은 고딕"/>
              </a:rPr>
              <a:t> </a:t>
            </a:r>
            <a:r>
              <a:rPr dirty="0" sz="2400" b="1">
                <a:latin typeface="맑은 고딕"/>
                <a:cs typeface="맑은 고딕"/>
              </a:rPr>
              <a:t>-</a:t>
            </a:r>
            <a:r>
              <a:rPr dirty="0" sz="2400" spc="-10" b="1">
                <a:latin typeface="맑은 고딕"/>
                <a:cs typeface="맑은 고딕"/>
              </a:rPr>
              <a:t> </a:t>
            </a:r>
            <a:r>
              <a:rPr dirty="0" sz="2400" spc="-50" b="1">
                <a:latin typeface="맑은 고딕"/>
                <a:cs typeface="맑은 고딕"/>
              </a:rPr>
              <a:t>)</a:t>
            </a:r>
            <a:endParaRPr sz="2400">
              <a:latin typeface="맑은 고딕"/>
              <a:cs typeface="맑은 고딕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54850" y="3459669"/>
            <a:ext cx="8383270" cy="2519045"/>
            <a:chOff x="3554850" y="3459669"/>
            <a:chExt cx="8383270" cy="2519045"/>
          </a:xfrm>
        </p:grpSpPr>
        <p:sp>
          <p:nvSpPr>
            <p:cNvPr id="14" name="object 14"/>
            <p:cNvSpPr/>
            <p:nvPr/>
          </p:nvSpPr>
          <p:spPr>
            <a:xfrm>
              <a:off x="7928645" y="3994593"/>
              <a:ext cx="1484630" cy="1683385"/>
            </a:xfrm>
            <a:custGeom>
              <a:avLst/>
              <a:gdLst/>
              <a:ahLst/>
              <a:cxnLst/>
              <a:rect l="l" t="t" r="r" b="b"/>
              <a:pathLst>
                <a:path w="1484629" h="1683385">
                  <a:moveTo>
                    <a:pt x="1484033" y="1454162"/>
                  </a:moveTo>
                  <a:lnTo>
                    <a:pt x="1484033" y="1682762"/>
                  </a:lnTo>
                  <a:lnTo>
                    <a:pt x="475056" y="1682762"/>
                  </a:lnTo>
                  <a:lnTo>
                    <a:pt x="475056" y="0"/>
                  </a:lnTo>
                  <a:lnTo>
                    <a:pt x="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전자기기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28063" y="3735425"/>
              <a:ext cx="3109943" cy="22428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40575" y="3855408"/>
              <a:ext cx="1409065" cy="207645"/>
            </a:xfrm>
            <a:custGeom>
              <a:avLst/>
              <a:gdLst/>
              <a:ahLst/>
              <a:cxnLst/>
              <a:rect l="l" t="t" r="r" b="b"/>
              <a:pathLst>
                <a:path w="1409064" h="207645">
                  <a:moveTo>
                    <a:pt x="0" y="207187"/>
                  </a:moveTo>
                  <a:lnTo>
                    <a:pt x="1408874" y="0"/>
                  </a:lnTo>
                </a:path>
              </a:pathLst>
            </a:custGeom>
            <a:ln w="571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08704" y="3774759"/>
              <a:ext cx="182245" cy="170180"/>
            </a:xfrm>
            <a:custGeom>
              <a:avLst/>
              <a:gdLst/>
              <a:ahLst/>
              <a:cxnLst/>
              <a:rect l="l" t="t" r="r" b="b"/>
              <a:pathLst>
                <a:path w="182245" h="170179">
                  <a:moveTo>
                    <a:pt x="0" y="0"/>
                  </a:moveTo>
                  <a:lnTo>
                    <a:pt x="24955" y="169621"/>
                  </a:lnTo>
                  <a:lnTo>
                    <a:pt x="182105" y="59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4850" y="3976871"/>
              <a:ext cx="171450" cy="1714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64547" y="3497769"/>
              <a:ext cx="1289050" cy="1971039"/>
            </a:xfrm>
            <a:custGeom>
              <a:avLst/>
              <a:gdLst/>
              <a:ahLst/>
              <a:cxnLst/>
              <a:rect l="l" t="t" r="r" b="b"/>
              <a:pathLst>
                <a:path w="1289050" h="1971039">
                  <a:moveTo>
                    <a:pt x="1288681" y="1742236"/>
                  </a:moveTo>
                  <a:lnTo>
                    <a:pt x="1288681" y="1970836"/>
                  </a:lnTo>
                  <a:lnTo>
                    <a:pt x="798614" y="1970836"/>
                  </a:lnTo>
                  <a:lnTo>
                    <a:pt x="798614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01393" y="5900507"/>
            <a:ext cx="2332355" cy="79311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739140">
              <a:lnSpc>
                <a:spcPct val="100000"/>
              </a:lnSpc>
              <a:spcBef>
                <a:spcPts val="280"/>
              </a:spcBef>
            </a:pPr>
            <a:r>
              <a:rPr dirty="0" sz="2000" b="1">
                <a:latin typeface="맑은 고딕"/>
                <a:cs typeface="맑은 고딕"/>
              </a:rPr>
              <a:t>Motor</a:t>
            </a:r>
            <a:r>
              <a:rPr dirty="0" sz="2000" spc="-6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dirty="0" sz="120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200" spc="-60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200" spc="-25" b="1" i="1">
                <a:solidFill>
                  <a:srgbClr val="404040"/>
                </a:solidFill>
                <a:latin typeface="Arial"/>
                <a:cs typeface="Arial"/>
              </a:rPr>
              <a:t>Lab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55116" y="6018440"/>
            <a:ext cx="1685925" cy="36449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 b="1">
                <a:latin typeface="맑은 고딕"/>
                <a:cs typeface="맑은 고딕"/>
              </a:rPr>
              <a:t>Power</a:t>
            </a:r>
            <a:r>
              <a:rPr dirty="0" sz="2000" spc="-11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Supply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55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8DC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393" y="6483475"/>
            <a:ext cx="1186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solidFill>
                  <a:srgbClr val="404040"/>
                </a:solidFill>
                <a:latin typeface="Arial"/>
                <a:cs typeface="Arial"/>
              </a:rPr>
              <a:t>Automation</a:t>
            </a:r>
            <a:r>
              <a:rPr dirty="0" sz="1200" spc="-60" b="1" i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200" spc="-25" b="1" i="1">
                <a:solidFill>
                  <a:srgbClr val="404040"/>
                </a:solidFill>
                <a:latin typeface="Arial"/>
                <a:cs typeface="Arial"/>
              </a:rPr>
              <a:t>Lab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90" y="6396583"/>
            <a:ext cx="488226" cy="36616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93880" y="652774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585858"/>
                </a:solidFill>
                <a:latin typeface="Arial"/>
                <a:cs typeface="Arial"/>
              </a:rPr>
              <a:t>56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 descr="텍스트, 전자기기, 회로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4390" y="4260418"/>
            <a:ext cx="3677608" cy="22397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525275" y="6395573"/>
            <a:ext cx="1605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맑은 고딕"/>
                <a:cs typeface="맑은 고딕"/>
              </a:rPr>
              <a:t>Motor</a:t>
            </a:r>
            <a:r>
              <a:rPr dirty="0" sz="2000" spc="-60" b="1">
                <a:latin typeface="맑은 고딕"/>
                <a:cs typeface="맑은 고딕"/>
              </a:rPr>
              <a:t> </a:t>
            </a:r>
            <a:r>
              <a:rPr dirty="0" sz="2000" spc="-10" b="1">
                <a:latin typeface="맑은 고딕"/>
                <a:cs typeface="맑은 고딕"/>
              </a:rPr>
              <a:t>Driver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48674" y="1799526"/>
            <a:ext cx="7905115" cy="4473575"/>
            <a:chOff x="2148674" y="1799526"/>
            <a:chExt cx="7905115" cy="4473575"/>
          </a:xfrm>
        </p:grpSpPr>
        <p:sp>
          <p:nvSpPr>
            <p:cNvPr id="10" name="object 10"/>
            <p:cNvSpPr/>
            <p:nvPr/>
          </p:nvSpPr>
          <p:spPr>
            <a:xfrm>
              <a:off x="8878658" y="5237213"/>
              <a:ext cx="1118235" cy="865505"/>
            </a:xfrm>
            <a:custGeom>
              <a:avLst/>
              <a:gdLst/>
              <a:ahLst/>
              <a:cxnLst/>
              <a:rect l="l" t="t" r="r" b="b"/>
              <a:pathLst>
                <a:path w="1118234" h="865504">
                  <a:moveTo>
                    <a:pt x="0" y="0"/>
                  </a:moveTo>
                  <a:lnTo>
                    <a:pt x="1117879" y="0"/>
                  </a:lnTo>
                  <a:lnTo>
                    <a:pt x="1117879" y="865327"/>
                  </a:lnTo>
                  <a:lnTo>
                    <a:pt x="0" y="865327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텍스트, 전자기기, 회로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1504" y="3153156"/>
              <a:ext cx="2316479" cy="1766315"/>
            </a:xfrm>
            <a:prstGeom prst="rect">
              <a:avLst/>
            </a:prstGeom>
          </p:spPr>
        </p:pic>
        <p:pic>
          <p:nvPicPr>
            <p:cNvPr id="12" name="object 12" descr="텍스트, 전자기기, 회로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6992" y="3273058"/>
              <a:ext cx="2065845" cy="15260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67942" y="3254006"/>
              <a:ext cx="2104390" cy="1564640"/>
            </a:xfrm>
            <a:custGeom>
              <a:avLst/>
              <a:gdLst/>
              <a:ahLst/>
              <a:cxnLst/>
              <a:rect l="l" t="t" r="r" b="b"/>
              <a:pathLst>
                <a:path w="2104390" h="1564639">
                  <a:moveTo>
                    <a:pt x="0" y="0"/>
                  </a:moveTo>
                  <a:lnTo>
                    <a:pt x="2103932" y="0"/>
                  </a:lnTo>
                  <a:lnTo>
                    <a:pt x="2103932" y="1564144"/>
                  </a:lnTo>
                  <a:lnTo>
                    <a:pt x="0" y="1564144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04852" y="4913980"/>
              <a:ext cx="595630" cy="805815"/>
            </a:xfrm>
            <a:custGeom>
              <a:avLst/>
              <a:gdLst/>
              <a:ahLst/>
              <a:cxnLst/>
              <a:rect l="l" t="t" r="r" b="b"/>
              <a:pathLst>
                <a:path w="595629" h="805814">
                  <a:moveTo>
                    <a:pt x="595502" y="805421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19905" y="4799101"/>
              <a:ext cx="171450" cy="189230"/>
            </a:xfrm>
            <a:custGeom>
              <a:avLst/>
              <a:gdLst/>
              <a:ahLst/>
              <a:cxnLst/>
              <a:rect l="l" t="t" r="r" b="b"/>
              <a:pathLst>
                <a:path w="171450" h="189229">
                  <a:moveTo>
                    <a:pt x="0" y="0"/>
                  </a:moveTo>
                  <a:lnTo>
                    <a:pt x="32994" y="188823"/>
                  </a:lnTo>
                  <a:lnTo>
                    <a:pt x="170853" y="86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4631" y="5633677"/>
              <a:ext cx="171450" cy="171450"/>
            </a:xfrm>
            <a:prstGeom prst="rect">
              <a:avLst/>
            </a:prstGeom>
          </p:spPr>
        </p:pic>
        <p:pic>
          <p:nvPicPr>
            <p:cNvPr id="17" name="object 17" descr="텍스트, 전자기기, 회로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48674" y="1799526"/>
              <a:ext cx="2149703" cy="4473105"/>
            </a:xfrm>
            <a:prstGeom prst="rect">
              <a:avLst/>
            </a:prstGeom>
          </p:spPr>
        </p:pic>
        <p:pic>
          <p:nvPicPr>
            <p:cNvPr id="18" name="object 18" descr="텍스트, 전자기기, 회로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8616" y="2362200"/>
              <a:ext cx="1147571" cy="3180587"/>
            </a:xfrm>
            <a:prstGeom prst="rect">
              <a:avLst/>
            </a:prstGeom>
          </p:spPr>
        </p:pic>
        <p:pic>
          <p:nvPicPr>
            <p:cNvPr id="19" name="object 19" descr="텍스트, 전자기기, 회로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2827" y="2496477"/>
              <a:ext cx="920445" cy="291275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23764" y="2477414"/>
              <a:ext cx="958850" cy="2951480"/>
            </a:xfrm>
            <a:custGeom>
              <a:avLst/>
              <a:gdLst/>
              <a:ahLst/>
              <a:cxnLst/>
              <a:rect l="l" t="t" r="r" b="b"/>
              <a:pathLst>
                <a:path w="958850" h="2951479">
                  <a:moveTo>
                    <a:pt x="958557" y="2950857"/>
                  </a:moveTo>
                  <a:lnTo>
                    <a:pt x="0" y="2950857"/>
                  </a:lnTo>
                  <a:lnTo>
                    <a:pt x="0" y="0"/>
                  </a:lnTo>
                  <a:lnTo>
                    <a:pt x="958557" y="0"/>
                  </a:lnTo>
                  <a:lnTo>
                    <a:pt x="958557" y="295085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899755" y="3952839"/>
              <a:ext cx="1000760" cy="0"/>
            </a:xfrm>
            <a:custGeom>
              <a:avLst/>
              <a:gdLst/>
              <a:ahLst/>
              <a:cxnLst/>
              <a:rect l="l" t="t" r="r" b="b"/>
              <a:pathLst>
                <a:path w="1000760" h="0">
                  <a:moveTo>
                    <a:pt x="0" y="0"/>
                  </a:moveTo>
                  <a:lnTo>
                    <a:pt x="1000188" y="0"/>
                  </a:lnTo>
                </a:path>
              </a:pathLst>
            </a:custGeom>
            <a:ln w="571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71361" y="3867106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4030" y="3867114"/>
              <a:ext cx="171450" cy="1714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82212" y="3271532"/>
              <a:ext cx="617855" cy="1529715"/>
            </a:xfrm>
            <a:custGeom>
              <a:avLst/>
              <a:gdLst/>
              <a:ahLst/>
              <a:cxnLst/>
              <a:rect l="l" t="t" r="r" b="b"/>
              <a:pathLst>
                <a:path w="617854" h="1529714">
                  <a:moveTo>
                    <a:pt x="0" y="0"/>
                  </a:moveTo>
                  <a:lnTo>
                    <a:pt x="617689" y="0"/>
                  </a:lnTo>
                  <a:lnTo>
                    <a:pt x="617689" y="1529092"/>
                  </a:lnTo>
                  <a:lnTo>
                    <a:pt x="0" y="1529092"/>
                  </a:lnTo>
                  <a:lnTo>
                    <a:pt x="0" y="0"/>
                  </a:lnTo>
                  <a:close/>
                </a:path>
              </a:pathLst>
            </a:custGeom>
            <a:ln w="1143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93657" y="1259682"/>
            <a:ext cx="8792210" cy="183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Line</a:t>
            </a:r>
            <a:r>
              <a:rPr dirty="0" sz="3000" spc="-10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connection-</a:t>
            </a:r>
            <a:r>
              <a:rPr dirty="0" sz="3000" spc="-9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③</a:t>
            </a:r>
            <a:r>
              <a:rPr dirty="0" sz="3000" spc="-9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Arduino:Motor</a:t>
            </a:r>
            <a:r>
              <a:rPr dirty="0" sz="3000" spc="-9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Driver</a:t>
            </a:r>
            <a:endParaRPr sz="3000">
              <a:latin typeface="맑은 고딕"/>
              <a:cs typeface="맑은 고딕"/>
            </a:endParaRPr>
          </a:p>
          <a:p>
            <a:pPr algn="ctr" marL="367030">
              <a:lnSpc>
                <a:spcPct val="100000"/>
              </a:lnSpc>
              <a:spcBef>
                <a:spcPts val="3060"/>
              </a:spcBef>
            </a:pPr>
            <a:r>
              <a:rPr dirty="0" sz="1800" b="1">
                <a:latin typeface="맑은 고딕"/>
                <a:cs typeface="맑은 고딕"/>
              </a:rPr>
              <a:t>PWM</a:t>
            </a:r>
            <a:r>
              <a:rPr dirty="0" sz="1800" spc="20" b="1">
                <a:latin typeface="맑은 고딕"/>
                <a:cs typeface="맑은 고딕"/>
              </a:rPr>
              <a:t> </a:t>
            </a:r>
            <a:r>
              <a:rPr dirty="0" sz="1800" spc="-25" b="1">
                <a:latin typeface="맑은 고딕"/>
                <a:cs typeface="맑은 고딕"/>
              </a:rPr>
              <a:t>pin</a:t>
            </a:r>
            <a:endParaRPr sz="18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맑은 고딕"/>
              <a:cs typeface="맑은 고딕"/>
            </a:endParaRPr>
          </a:p>
          <a:p>
            <a:pPr algn="r" marR="5080">
              <a:lnSpc>
                <a:spcPct val="100000"/>
              </a:lnSpc>
            </a:pPr>
            <a:r>
              <a:rPr dirty="0" sz="1800" b="1">
                <a:latin typeface="맑은 고딕"/>
                <a:cs typeface="맑은 고딕"/>
              </a:rPr>
              <a:t>Motor</a:t>
            </a:r>
            <a:r>
              <a:rPr dirty="0" sz="1800" spc="-80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Control</a:t>
            </a:r>
            <a:r>
              <a:rPr dirty="0" sz="1800" spc="-60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Unit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65115" y="3651379"/>
            <a:ext cx="6149975" cy="2788285"/>
            <a:chOff x="1865115" y="3651379"/>
            <a:chExt cx="6149975" cy="2788285"/>
          </a:xfrm>
        </p:grpSpPr>
        <p:sp>
          <p:nvSpPr>
            <p:cNvPr id="27" name="object 27"/>
            <p:cNvSpPr/>
            <p:nvPr/>
          </p:nvSpPr>
          <p:spPr>
            <a:xfrm>
              <a:off x="1903215" y="3710021"/>
              <a:ext cx="6062980" cy="2691130"/>
            </a:xfrm>
            <a:custGeom>
              <a:avLst/>
              <a:gdLst/>
              <a:ahLst/>
              <a:cxnLst/>
              <a:rect l="l" t="t" r="r" b="b"/>
              <a:pathLst>
                <a:path w="6062980" h="2691129">
                  <a:moveTo>
                    <a:pt x="6062370" y="0"/>
                  </a:moveTo>
                  <a:lnTo>
                    <a:pt x="5427929" y="0"/>
                  </a:lnTo>
                  <a:lnTo>
                    <a:pt x="5427929" y="2691003"/>
                  </a:lnTo>
                  <a:lnTo>
                    <a:pt x="0" y="2691003"/>
                  </a:lnTo>
                  <a:lnTo>
                    <a:pt x="0" y="196113"/>
                  </a:lnTo>
                  <a:lnTo>
                    <a:pt x="362140" y="196113"/>
                  </a:lnTo>
                </a:path>
              </a:pathLst>
            </a:custGeom>
            <a:ln w="761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01221" y="3689479"/>
              <a:ext cx="5975985" cy="2625090"/>
            </a:xfrm>
            <a:custGeom>
              <a:avLst/>
              <a:gdLst/>
              <a:ahLst/>
              <a:cxnLst/>
              <a:rect l="l" t="t" r="r" b="b"/>
              <a:pathLst>
                <a:path w="5975984" h="2625090">
                  <a:moveTo>
                    <a:pt x="5975502" y="996518"/>
                  </a:moveTo>
                  <a:lnTo>
                    <a:pt x="5125313" y="996518"/>
                  </a:lnTo>
                  <a:lnTo>
                    <a:pt x="5125313" y="2625013"/>
                  </a:lnTo>
                  <a:lnTo>
                    <a:pt x="0" y="2625013"/>
                  </a:lnTo>
                  <a:lnTo>
                    <a:pt x="0" y="0"/>
                  </a:lnTo>
                  <a:lnTo>
                    <a:pt x="228612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843976" y="4401107"/>
              <a:ext cx="2132965" cy="285115"/>
            </a:xfrm>
            <a:custGeom>
              <a:avLst/>
              <a:gdLst/>
              <a:ahLst/>
              <a:cxnLst/>
              <a:rect l="l" t="t" r="r" b="b"/>
              <a:pathLst>
                <a:path w="2132965" h="285114">
                  <a:moveTo>
                    <a:pt x="2132749" y="0"/>
                  </a:moveTo>
                  <a:lnTo>
                    <a:pt x="1066368" y="0"/>
                  </a:lnTo>
                  <a:lnTo>
                    <a:pt x="1066368" y="284886"/>
                  </a:lnTo>
                  <a:lnTo>
                    <a:pt x="0" y="284886"/>
                  </a:lnTo>
                </a:path>
              </a:pathLst>
            </a:custGeom>
            <a:ln w="762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843976" y="4041066"/>
              <a:ext cx="2132965" cy="432434"/>
            </a:xfrm>
            <a:custGeom>
              <a:avLst/>
              <a:gdLst/>
              <a:ahLst/>
              <a:cxnLst/>
              <a:rect l="l" t="t" r="r" b="b"/>
              <a:pathLst>
                <a:path w="2132965" h="432435">
                  <a:moveTo>
                    <a:pt x="2132749" y="0"/>
                  </a:moveTo>
                  <a:lnTo>
                    <a:pt x="768426" y="0"/>
                  </a:lnTo>
                  <a:lnTo>
                    <a:pt x="768426" y="432053"/>
                  </a:lnTo>
                  <a:lnTo>
                    <a:pt x="0" y="432053"/>
                  </a:lnTo>
                </a:path>
              </a:pathLst>
            </a:custGeom>
            <a:ln w="7619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93657" y="1259682"/>
            <a:ext cx="9648825" cy="18249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Line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connection-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③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아두이노:모터</a:t>
            </a:r>
            <a:r>
              <a:rPr dirty="0" sz="3000" spc="-5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드라이버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(Cont’d)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unit–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GND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Pin</a:t>
            </a:r>
            <a:endParaRPr sz="2200">
              <a:latin typeface="맑은 고딕"/>
              <a:cs typeface="맑은 고딕"/>
            </a:endParaRPr>
          </a:p>
          <a:p>
            <a:pPr marL="33655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unit–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5V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Pin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IN1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unit–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50">
                <a:latin typeface="맑은 고딕"/>
                <a:cs typeface="맑은 고딕"/>
              </a:rPr>
              <a:t>3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IN2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unit–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Arduino's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PWM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50">
                <a:latin typeface="맑은 고딕"/>
                <a:cs typeface="맑은 고딕"/>
              </a:rPr>
              <a:t>4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27985" y="2375865"/>
            <a:ext cx="6809740" cy="3784600"/>
            <a:chOff x="2527985" y="2375865"/>
            <a:chExt cx="6809740" cy="3784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609" y="2385390"/>
              <a:ext cx="6754609" cy="37538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62847" y="2380627"/>
              <a:ext cx="6770370" cy="3775075"/>
            </a:xfrm>
            <a:custGeom>
              <a:avLst/>
              <a:gdLst/>
              <a:ahLst/>
              <a:cxnLst/>
              <a:rect l="l" t="t" r="r" b="b"/>
              <a:pathLst>
                <a:path w="6770370" h="3775075">
                  <a:moveTo>
                    <a:pt x="0" y="0"/>
                  </a:moveTo>
                  <a:lnTo>
                    <a:pt x="6770090" y="0"/>
                  </a:lnTo>
                  <a:lnTo>
                    <a:pt x="6770090" y="3774884"/>
                  </a:lnTo>
                  <a:lnTo>
                    <a:pt x="0" y="377488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66085" y="4125036"/>
              <a:ext cx="3676015" cy="494030"/>
            </a:xfrm>
            <a:custGeom>
              <a:avLst/>
              <a:gdLst/>
              <a:ahLst/>
              <a:cxnLst/>
              <a:rect l="l" t="t" r="r" b="b"/>
              <a:pathLst>
                <a:path w="3676015" h="494029">
                  <a:moveTo>
                    <a:pt x="0" y="0"/>
                  </a:moveTo>
                  <a:lnTo>
                    <a:pt x="3675456" y="0"/>
                  </a:lnTo>
                  <a:lnTo>
                    <a:pt x="3675456" y="493610"/>
                  </a:lnTo>
                  <a:lnTo>
                    <a:pt x="0" y="49361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0388"/>
            <a:ext cx="10421620" cy="9448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5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Declaring</a:t>
            </a:r>
            <a:r>
              <a:rPr dirty="0" sz="2800" spc="-5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Pin</a:t>
            </a:r>
            <a:r>
              <a:rPr dirty="0" sz="2800" spc="-25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Variables</a:t>
            </a:r>
            <a:endParaRPr sz="2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Declaration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Arduino</a:t>
            </a:r>
            <a:r>
              <a:rPr dirty="0" sz="2000" spc="-7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variable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associated</a:t>
            </a:r>
            <a:r>
              <a:rPr dirty="0" sz="2000" spc="-8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with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driver's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control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pin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2199" y="2375865"/>
            <a:ext cx="6825615" cy="3827779"/>
            <a:chOff x="2512199" y="2375865"/>
            <a:chExt cx="6825615" cy="38277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609" y="2385390"/>
              <a:ext cx="6754609" cy="37538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62847" y="2380627"/>
              <a:ext cx="6770370" cy="3775075"/>
            </a:xfrm>
            <a:custGeom>
              <a:avLst/>
              <a:gdLst/>
              <a:ahLst/>
              <a:cxnLst/>
              <a:rect l="l" t="t" r="r" b="b"/>
              <a:pathLst>
                <a:path w="6770370" h="3775075">
                  <a:moveTo>
                    <a:pt x="0" y="0"/>
                  </a:moveTo>
                  <a:lnTo>
                    <a:pt x="6770090" y="0"/>
                  </a:lnTo>
                  <a:lnTo>
                    <a:pt x="6770090" y="3774884"/>
                  </a:lnTo>
                  <a:lnTo>
                    <a:pt x="0" y="377488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50299" y="4809172"/>
              <a:ext cx="5167630" cy="1356360"/>
            </a:xfrm>
            <a:custGeom>
              <a:avLst/>
              <a:gdLst/>
              <a:ahLst/>
              <a:cxnLst/>
              <a:rect l="l" t="t" r="r" b="b"/>
              <a:pathLst>
                <a:path w="5167630" h="1356360">
                  <a:moveTo>
                    <a:pt x="0" y="0"/>
                  </a:moveTo>
                  <a:lnTo>
                    <a:pt x="5167414" y="0"/>
                  </a:lnTo>
                  <a:lnTo>
                    <a:pt x="5167414" y="1356245"/>
                  </a:lnTo>
                  <a:lnTo>
                    <a:pt x="0" y="135624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463740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Pin</a:t>
            </a:r>
            <a:r>
              <a:rPr dirty="0" sz="3000" spc="-4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Mode</a:t>
            </a:r>
            <a:r>
              <a:rPr dirty="0" sz="3000" spc="-2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Mode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Settings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4756" y="1907311"/>
            <a:ext cx="5997575" cy="4039235"/>
            <a:chOff x="2804756" y="1907311"/>
            <a:chExt cx="5997575" cy="40392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4470" y="2045678"/>
              <a:ext cx="4316371" cy="385252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09519" y="1912073"/>
              <a:ext cx="5988050" cy="4029710"/>
            </a:xfrm>
            <a:custGeom>
              <a:avLst/>
              <a:gdLst/>
              <a:ahLst/>
              <a:cxnLst/>
              <a:rect l="l" t="t" r="r" b="b"/>
              <a:pathLst>
                <a:path w="5988050" h="4029710">
                  <a:moveTo>
                    <a:pt x="0" y="0"/>
                  </a:moveTo>
                  <a:lnTo>
                    <a:pt x="5988024" y="0"/>
                  </a:lnTo>
                  <a:lnTo>
                    <a:pt x="5988024" y="4029544"/>
                  </a:lnTo>
                  <a:lnTo>
                    <a:pt x="0" y="402954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0"/>
            <a:ext cx="24415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loop()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spc="-20" b="1">
                <a:latin typeface="맑은 고딕"/>
                <a:cs typeface="맑은 고딕"/>
              </a:rPr>
              <a:t>code</a:t>
            </a:r>
            <a:endParaRPr sz="3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5331" y="2320061"/>
            <a:ext cx="5878830" cy="4208780"/>
            <a:chOff x="2675331" y="2320061"/>
            <a:chExt cx="5878830" cy="420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3777" y="2398044"/>
              <a:ext cx="4586700" cy="40938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06865" y="2324823"/>
              <a:ext cx="5842635" cy="4199255"/>
            </a:xfrm>
            <a:custGeom>
              <a:avLst/>
              <a:gdLst/>
              <a:ahLst/>
              <a:cxnLst/>
              <a:rect l="l" t="t" r="r" b="b"/>
              <a:pathLst>
                <a:path w="5842634" h="4199255">
                  <a:moveTo>
                    <a:pt x="0" y="0"/>
                  </a:moveTo>
                  <a:lnTo>
                    <a:pt x="5842177" y="0"/>
                  </a:lnTo>
                  <a:lnTo>
                    <a:pt x="5842177" y="4199178"/>
                  </a:lnTo>
                  <a:lnTo>
                    <a:pt x="0" y="419917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13431" y="2907131"/>
              <a:ext cx="4575810" cy="1161415"/>
            </a:xfrm>
            <a:custGeom>
              <a:avLst/>
              <a:gdLst/>
              <a:ahLst/>
              <a:cxnLst/>
              <a:rect l="l" t="t" r="r" b="b"/>
              <a:pathLst>
                <a:path w="4575809" h="1161414">
                  <a:moveTo>
                    <a:pt x="0" y="0"/>
                  </a:moveTo>
                  <a:lnTo>
                    <a:pt x="4575555" y="0"/>
                  </a:lnTo>
                  <a:lnTo>
                    <a:pt x="4575555" y="1161199"/>
                  </a:lnTo>
                  <a:lnTo>
                    <a:pt x="0" y="1161199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0388"/>
            <a:ext cx="10079355" cy="9448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5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Motor</a:t>
            </a:r>
            <a:r>
              <a:rPr dirty="0" sz="2800" spc="-2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Forward</a:t>
            </a:r>
            <a:r>
              <a:rPr dirty="0" sz="2800" spc="-35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Rotation</a:t>
            </a:r>
            <a:endParaRPr sz="2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Run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"motor_forward()"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function,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enter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control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and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speed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585533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“motor_forward()”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rotate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forward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82156" y="2175950"/>
            <a:ext cx="2185670" cy="1581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①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055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②</a:t>
            </a:r>
            <a:endParaRPr sz="30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4954" y="4719977"/>
            <a:ext cx="9436735" cy="9556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latin typeface="맑은 고딕"/>
                <a:cs typeface="맑은 고딕"/>
              </a:rPr>
              <a:t>①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Input: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IN1,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associated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with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IN2,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rotation </a:t>
            </a:r>
            <a:r>
              <a:rPr dirty="0" sz="2000">
                <a:latin typeface="맑은 고딕"/>
                <a:cs typeface="맑은 고딕"/>
              </a:rPr>
              <a:t>speed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(0~255)</a:t>
            </a:r>
            <a:endParaRPr sz="2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000">
                <a:latin typeface="맑은 고딕"/>
                <a:cs typeface="맑은 고딕"/>
              </a:rPr>
              <a:t>②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rotates</a:t>
            </a:r>
            <a:r>
              <a:rPr dirty="0" sz="2000" spc="-5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at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rotational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speed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forward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direction</a:t>
            </a:r>
            <a:endParaRPr sz="2000">
              <a:latin typeface="맑은 고딕"/>
              <a:cs typeface="맑은 고딕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00185" y="2179447"/>
            <a:ext cx="7026909" cy="499745"/>
            <a:chOff x="2600185" y="2179447"/>
            <a:chExt cx="7026909" cy="4997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0185" y="2219083"/>
              <a:ext cx="6987006" cy="4199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38394" y="2217547"/>
              <a:ext cx="4250690" cy="423545"/>
            </a:xfrm>
            <a:custGeom>
              <a:avLst/>
              <a:gdLst/>
              <a:ahLst/>
              <a:cxnLst/>
              <a:rect l="l" t="t" r="r" b="b"/>
              <a:pathLst>
                <a:path w="4250690" h="423544">
                  <a:moveTo>
                    <a:pt x="0" y="423037"/>
                  </a:moveTo>
                  <a:lnTo>
                    <a:pt x="4250334" y="423037"/>
                  </a:lnTo>
                  <a:lnTo>
                    <a:pt x="4250334" y="0"/>
                  </a:lnTo>
                  <a:lnTo>
                    <a:pt x="0" y="0"/>
                  </a:lnTo>
                  <a:lnTo>
                    <a:pt x="0" y="423037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054870" y="2906869"/>
            <a:ext cx="3722370" cy="1231265"/>
            <a:chOff x="4054870" y="2906869"/>
            <a:chExt cx="3722370" cy="12312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870" y="2906869"/>
              <a:ext cx="3722215" cy="12307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8294" y="3219488"/>
              <a:ext cx="2991485" cy="607695"/>
            </a:xfrm>
            <a:custGeom>
              <a:avLst/>
              <a:gdLst/>
              <a:ahLst/>
              <a:cxnLst/>
              <a:rect l="l" t="t" r="r" b="b"/>
              <a:pathLst>
                <a:path w="2991484" h="607695">
                  <a:moveTo>
                    <a:pt x="0" y="607085"/>
                  </a:moveTo>
                  <a:lnTo>
                    <a:pt x="2991383" y="607085"/>
                  </a:lnTo>
                  <a:lnTo>
                    <a:pt x="2991383" y="0"/>
                  </a:lnTo>
                  <a:lnTo>
                    <a:pt x="0" y="0"/>
                  </a:lnTo>
                  <a:lnTo>
                    <a:pt x="0" y="607085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02102" y="2320061"/>
            <a:ext cx="5852160" cy="4208780"/>
            <a:chOff x="2702102" y="2320061"/>
            <a:chExt cx="5852160" cy="420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3777" y="2398044"/>
              <a:ext cx="4586700" cy="40938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06865" y="2324823"/>
              <a:ext cx="5842635" cy="4199255"/>
            </a:xfrm>
            <a:custGeom>
              <a:avLst/>
              <a:gdLst/>
              <a:ahLst/>
              <a:cxnLst/>
              <a:rect l="l" t="t" r="r" b="b"/>
              <a:pathLst>
                <a:path w="5842634" h="4199255">
                  <a:moveTo>
                    <a:pt x="0" y="0"/>
                  </a:moveTo>
                  <a:lnTo>
                    <a:pt x="5842177" y="0"/>
                  </a:lnTo>
                  <a:lnTo>
                    <a:pt x="5842177" y="4199178"/>
                  </a:lnTo>
                  <a:lnTo>
                    <a:pt x="0" y="419917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890113" y="4075544"/>
              <a:ext cx="4575810" cy="1161415"/>
            </a:xfrm>
            <a:custGeom>
              <a:avLst/>
              <a:gdLst/>
              <a:ahLst/>
              <a:cxnLst/>
              <a:rect l="l" t="t" r="r" b="b"/>
              <a:pathLst>
                <a:path w="4575809" h="1161414">
                  <a:moveTo>
                    <a:pt x="0" y="0"/>
                  </a:moveTo>
                  <a:lnTo>
                    <a:pt x="4575556" y="0"/>
                  </a:lnTo>
                  <a:lnTo>
                    <a:pt x="4575556" y="1161199"/>
                  </a:lnTo>
                  <a:lnTo>
                    <a:pt x="0" y="1161199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0242"/>
            <a:ext cx="9917430" cy="114617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62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Motor</a:t>
            </a:r>
            <a:r>
              <a:rPr dirty="0" sz="2800" spc="-11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Reverse</a:t>
            </a:r>
            <a:r>
              <a:rPr dirty="0" sz="2800" spc="-135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Rotation</a:t>
            </a:r>
            <a:endParaRPr sz="2800">
              <a:latin typeface="맑은 고딕"/>
              <a:cs typeface="맑은 고딕"/>
            </a:endParaRPr>
          </a:p>
          <a:p>
            <a:pPr marL="12700" marR="5080">
              <a:lnSpc>
                <a:spcPts val="2160"/>
              </a:lnSpc>
              <a:spcBef>
                <a:spcPts val="65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“motor_backward()”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Execute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function,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enter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control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and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motor speed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06684" y="2958173"/>
            <a:ext cx="3462654" cy="1130300"/>
            <a:chOff x="4006684" y="2958173"/>
            <a:chExt cx="3462654" cy="1130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6684" y="2958173"/>
              <a:ext cx="3462451" cy="11296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38294" y="3219488"/>
              <a:ext cx="2991485" cy="607695"/>
            </a:xfrm>
            <a:custGeom>
              <a:avLst/>
              <a:gdLst/>
              <a:ahLst/>
              <a:cxnLst/>
              <a:rect l="l" t="t" r="r" b="b"/>
              <a:pathLst>
                <a:path w="2991484" h="607695">
                  <a:moveTo>
                    <a:pt x="0" y="607085"/>
                  </a:moveTo>
                  <a:lnTo>
                    <a:pt x="2991383" y="607085"/>
                  </a:lnTo>
                  <a:lnTo>
                    <a:pt x="2991383" y="0"/>
                  </a:lnTo>
                  <a:lnTo>
                    <a:pt x="0" y="0"/>
                  </a:lnTo>
                  <a:lnTo>
                    <a:pt x="0" y="607085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0414" y="2208903"/>
            <a:ext cx="7307133" cy="44697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691324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“motor_backward()”</a:t>
            </a:r>
            <a:r>
              <a:rPr dirty="0" sz="3000" spc="-21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rotate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reverse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direction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2156" y="2175950"/>
            <a:ext cx="2185670" cy="1581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①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055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②</a:t>
            </a:r>
            <a:endParaRPr sz="3000">
              <a:latin typeface="맑은 고딕"/>
              <a:cs typeface="맑은 고딕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4954" y="4719977"/>
            <a:ext cx="10053320" cy="9556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latin typeface="맑은 고딕"/>
                <a:cs typeface="맑은 고딕"/>
              </a:rPr>
              <a:t>①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Input: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number</a:t>
            </a:r>
            <a:r>
              <a:rPr dirty="0" sz="2000" spc="-2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and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speed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associated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with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driver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IN1 </a:t>
            </a:r>
            <a:r>
              <a:rPr dirty="0" sz="2000">
                <a:latin typeface="맑은 고딕"/>
                <a:cs typeface="맑은 고딕"/>
              </a:rPr>
              <a:t>and</a:t>
            </a:r>
            <a:r>
              <a:rPr dirty="0" sz="2000" spc="-10">
                <a:latin typeface="맑은 고딕"/>
                <a:cs typeface="맑은 고딕"/>
              </a:rPr>
              <a:t> </a:t>
            </a:r>
            <a:r>
              <a:rPr dirty="0" sz="2000" spc="-25">
                <a:latin typeface="맑은 고딕"/>
                <a:cs typeface="맑은 고딕"/>
              </a:rPr>
              <a:t>IN2</a:t>
            </a:r>
            <a:endParaRPr sz="2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000">
                <a:latin typeface="맑은 고딕"/>
                <a:cs typeface="맑은 고딕"/>
              </a:rPr>
              <a:t>②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motor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rotates</a:t>
            </a:r>
            <a:r>
              <a:rPr dirty="0" sz="2000" spc="-6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at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input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rotational</a:t>
            </a:r>
            <a:r>
              <a:rPr dirty="0" sz="2000" spc="-7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speed</a:t>
            </a:r>
            <a:r>
              <a:rPr dirty="0" sz="2000" spc="-1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reverse</a:t>
            </a:r>
            <a:r>
              <a:rPr dirty="0" sz="2000" spc="-2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direction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8394" y="2217547"/>
            <a:ext cx="4250690" cy="423545"/>
          </a:xfrm>
          <a:custGeom>
            <a:avLst/>
            <a:gdLst/>
            <a:ahLst/>
            <a:cxnLst/>
            <a:rect l="l" t="t" r="r" b="b"/>
            <a:pathLst>
              <a:path w="4250690" h="423544">
                <a:moveTo>
                  <a:pt x="0" y="423037"/>
                </a:moveTo>
                <a:lnTo>
                  <a:pt x="4250334" y="423037"/>
                </a:lnTo>
                <a:lnTo>
                  <a:pt x="4250334" y="0"/>
                </a:lnTo>
                <a:lnTo>
                  <a:pt x="0" y="0"/>
                </a:lnTo>
                <a:lnTo>
                  <a:pt x="0" y="423037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02102" y="2320061"/>
            <a:ext cx="5852160" cy="4208780"/>
            <a:chOff x="2702102" y="2320061"/>
            <a:chExt cx="5852160" cy="420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3777" y="2398044"/>
              <a:ext cx="4586700" cy="40938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06865" y="2324823"/>
              <a:ext cx="5842635" cy="4199255"/>
            </a:xfrm>
            <a:custGeom>
              <a:avLst/>
              <a:gdLst/>
              <a:ahLst/>
              <a:cxnLst/>
              <a:rect l="l" t="t" r="r" b="b"/>
              <a:pathLst>
                <a:path w="5842634" h="4199255">
                  <a:moveTo>
                    <a:pt x="0" y="0"/>
                  </a:moveTo>
                  <a:lnTo>
                    <a:pt x="5842177" y="0"/>
                  </a:lnTo>
                  <a:lnTo>
                    <a:pt x="5842177" y="4199178"/>
                  </a:lnTo>
                  <a:lnTo>
                    <a:pt x="0" y="419917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818117" y="5191671"/>
              <a:ext cx="4575810" cy="1161415"/>
            </a:xfrm>
            <a:custGeom>
              <a:avLst/>
              <a:gdLst/>
              <a:ahLst/>
              <a:cxnLst/>
              <a:rect l="l" t="t" r="r" b="b"/>
              <a:pathLst>
                <a:path w="4575809" h="1161414">
                  <a:moveTo>
                    <a:pt x="0" y="0"/>
                  </a:moveTo>
                  <a:lnTo>
                    <a:pt x="4575556" y="0"/>
                  </a:lnTo>
                  <a:lnTo>
                    <a:pt x="4575556" y="1161199"/>
                  </a:lnTo>
                  <a:lnTo>
                    <a:pt x="0" y="1161199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834961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Motor</a:t>
            </a:r>
            <a:r>
              <a:rPr dirty="0" sz="3000" spc="-45" b="1">
                <a:latin typeface="맑은 고딕"/>
                <a:cs typeface="맑은 고딕"/>
              </a:rPr>
              <a:t> </a:t>
            </a:r>
            <a:r>
              <a:rPr dirty="0" sz="3000" spc="-20" b="1">
                <a:latin typeface="맑은 고딕"/>
                <a:cs typeface="맑은 고딕"/>
              </a:rPr>
              <a:t>Stop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“motor_hold()”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Run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function,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control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number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490" y="2906369"/>
            <a:ext cx="3405297" cy="13001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1801" y="2295321"/>
            <a:ext cx="4252295" cy="3584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3657" y="1153500"/>
            <a:ext cx="7331075" cy="258826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“motor_hold()”</a:t>
            </a:r>
            <a:r>
              <a:rPr dirty="0" sz="3000" spc="-15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stop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motor</a:t>
            </a:r>
            <a:endParaRPr sz="2200">
              <a:latin typeface="맑은 고딕"/>
              <a:cs typeface="맑은 고딕"/>
            </a:endParaRPr>
          </a:p>
          <a:p>
            <a:pPr algn="r" marR="5080">
              <a:lnSpc>
                <a:spcPct val="100000"/>
              </a:lnSpc>
              <a:spcBef>
                <a:spcPts val="365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①</a:t>
            </a:r>
            <a:endParaRPr sz="3000">
              <a:latin typeface="맑은 고딕"/>
              <a:cs typeface="맑은 고딕"/>
            </a:endParaRPr>
          </a:p>
          <a:p>
            <a:pPr algn="r" marR="364490">
              <a:lnSpc>
                <a:spcPct val="100000"/>
              </a:lnSpc>
              <a:spcBef>
                <a:spcPts val="4930"/>
              </a:spcBef>
            </a:pPr>
            <a:r>
              <a:rPr dirty="0" sz="3000" spc="-50" b="1">
                <a:solidFill>
                  <a:srgbClr val="FF0000"/>
                </a:solidFill>
                <a:latin typeface="맑은 고딕"/>
                <a:cs typeface="맑은 고딕"/>
              </a:rPr>
              <a:t>②</a:t>
            </a:r>
            <a:endParaRPr sz="300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4954" y="4673762"/>
            <a:ext cx="9344025" cy="8483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200">
                <a:latin typeface="맑은 고딕"/>
                <a:cs typeface="맑은 고딕"/>
              </a:rPr>
              <a:t>①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Input: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number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associated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driver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IN1,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IN2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200">
                <a:latin typeface="맑은 고딕"/>
                <a:cs typeface="맑은 고딕"/>
              </a:rPr>
              <a:t>②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Motor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rotation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stop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2412" y="2279103"/>
            <a:ext cx="2263775" cy="361950"/>
          </a:xfrm>
          <a:custGeom>
            <a:avLst/>
            <a:gdLst/>
            <a:ahLst/>
            <a:cxnLst/>
            <a:rect l="l" t="t" r="r" b="b"/>
            <a:pathLst>
              <a:path w="2263775" h="361950">
                <a:moveTo>
                  <a:pt x="0" y="361480"/>
                </a:moveTo>
                <a:lnTo>
                  <a:pt x="2263216" y="361480"/>
                </a:lnTo>
                <a:lnTo>
                  <a:pt x="2263216" y="0"/>
                </a:lnTo>
                <a:lnTo>
                  <a:pt x="0" y="0"/>
                </a:lnTo>
                <a:lnTo>
                  <a:pt x="0" y="361480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38294" y="3167672"/>
            <a:ext cx="2811780" cy="659130"/>
          </a:xfrm>
          <a:custGeom>
            <a:avLst/>
            <a:gdLst/>
            <a:ahLst/>
            <a:cxnLst/>
            <a:rect l="l" t="t" r="r" b="b"/>
            <a:pathLst>
              <a:path w="2811779" h="659129">
                <a:moveTo>
                  <a:pt x="0" y="658901"/>
                </a:moveTo>
                <a:lnTo>
                  <a:pt x="2811360" y="658901"/>
                </a:lnTo>
                <a:lnTo>
                  <a:pt x="2811360" y="0"/>
                </a:lnTo>
                <a:lnTo>
                  <a:pt x="0" y="0"/>
                </a:lnTo>
                <a:lnTo>
                  <a:pt x="0" y="658901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0"/>
            <a:ext cx="34766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Check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results</a:t>
            </a:r>
            <a:endParaRPr sz="30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541" y="1988845"/>
            <a:ext cx="8928985" cy="38262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49323" y="2856992"/>
            <a:ext cx="367347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120"/>
              <a:t>Exercise</a:t>
            </a:r>
            <a:r>
              <a:rPr dirty="0" sz="6600" spc="275"/>
              <a:t> </a:t>
            </a:r>
            <a:r>
              <a:rPr dirty="0" sz="6600" spc="-50"/>
              <a:t>4</a:t>
            </a:r>
            <a:endParaRPr sz="66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915" marR="243204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>
                <a:latin typeface="맑은 고딕"/>
                <a:cs typeface="맑은 고딕"/>
              </a:rPr>
              <a:t>Arduino</a:t>
            </a:r>
            <a:r>
              <a:rPr dirty="0" spc="-70">
                <a:latin typeface="맑은 고딕"/>
                <a:cs typeface="맑은 고딕"/>
              </a:rPr>
              <a:t> </a:t>
            </a:r>
            <a:r>
              <a:rPr dirty="0">
                <a:latin typeface="맑은 고딕"/>
                <a:cs typeface="맑은 고딕"/>
              </a:rPr>
              <a:t>control</a:t>
            </a:r>
            <a:r>
              <a:rPr dirty="0" spc="-80">
                <a:latin typeface="맑은 고딕"/>
                <a:cs typeface="맑은 고딕"/>
              </a:rPr>
              <a:t> </a:t>
            </a:r>
            <a:r>
              <a:rPr dirty="0">
                <a:latin typeface="맑은 고딕"/>
                <a:cs typeface="맑은 고딕"/>
              </a:rPr>
              <a:t>with</a:t>
            </a:r>
            <a:r>
              <a:rPr dirty="0" spc="-80">
                <a:latin typeface="맑은 고딕"/>
                <a:cs typeface="맑은 고딕"/>
              </a:rPr>
              <a:t> </a:t>
            </a:r>
            <a:r>
              <a:rPr dirty="0">
                <a:latin typeface="맑은 고딕"/>
                <a:cs typeface="맑은 고딕"/>
              </a:rPr>
              <a:t>a</a:t>
            </a:r>
            <a:r>
              <a:rPr dirty="0" spc="-80">
                <a:latin typeface="맑은 고딕"/>
                <a:cs typeface="맑은 고딕"/>
              </a:rPr>
              <a:t> </a:t>
            </a:r>
            <a:r>
              <a:rPr dirty="0">
                <a:latin typeface="맑은 고딕"/>
                <a:cs typeface="맑은 고딕"/>
              </a:rPr>
              <a:t>Python</a:t>
            </a:r>
            <a:r>
              <a:rPr dirty="0" spc="-60">
                <a:latin typeface="맑은 고딕"/>
                <a:cs typeface="맑은 고딕"/>
              </a:rPr>
              <a:t> </a:t>
            </a:r>
            <a:r>
              <a:rPr dirty="0">
                <a:latin typeface="맑은 고딕"/>
                <a:cs typeface="맑은 고딕"/>
              </a:rPr>
              <a:t>program</a:t>
            </a:r>
            <a:r>
              <a:rPr dirty="0" spc="-90">
                <a:latin typeface="맑은 고딕"/>
                <a:cs typeface="맑은 고딕"/>
              </a:rPr>
              <a:t> </a:t>
            </a:r>
            <a:r>
              <a:rPr dirty="0">
                <a:latin typeface="맑은 고딕"/>
                <a:cs typeface="맑은 고딕"/>
              </a:rPr>
              <a:t>using</a:t>
            </a:r>
            <a:r>
              <a:rPr dirty="0" spc="-75">
                <a:latin typeface="맑은 고딕"/>
                <a:cs typeface="맑은 고딕"/>
              </a:rPr>
              <a:t> </a:t>
            </a:r>
            <a:r>
              <a:rPr dirty="0" spc="-10">
                <a:latin typeface="맑은 고딕"/>
                <a:cs typeface="맑은 고딕"/>
              </a:rPr>
              <a:t>serial 	communication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dirty="0" sz="2200" b="0">
                <a:latin typeface="맑은 고딕"/>
                <a:cs typeface="맑은 고딕"/>
              </a:rPr>
              <a:t>→</a:t>
            </a:r>
            <a:r>
              <a:rPr dirty="0" sz="2200" spc="-50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Using</a:t>
            </a:r>
            <a:r>
              <a:rPr dirty="0" sz="2200" spc="-5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serial</a:t>
            </a:r>
            <a:r>
              <a:rPr dirty="0" sz="2200" spc="-50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communication,</a:t>
            </a:r>
            <a:r>
              <a:rPr dirty="0" sz="2200" spc="-2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an</a:t>
            </a:r>
            <a:r>
              <a:rPr dirty="0" sz="2200" spc="-40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integer</a:t>
            </a:r>
            <a:r>
              <a:rPr dirty="0" sz="2200" spc="-4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value</a:t>
            </a:r>
            <a:r>
              <a:rPr dirty="0" sz="2200" spc="-2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is</a:t>
            </a:r>
            <a:r>
              <a:rPr dirty="0" sz="2200" spc="-60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sent</a:t>
            </a:r>
            <a:r>
              <a:rPr dirty="0" sz="2200" spc="-4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to</a:t>
            </a:r>
            <a:r>
              <a:rPr dirty="0" sz="2200" spc="-4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Arduino</a:t>
            </a:r>
            <a:r>
              <a:rPr dirty="0" sz="2200" spc="-4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in</a:t>
            </a:r>
            <a:r>
              <a:rPr dirty="0" sz="2200" spc="-4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a</a:t>
            </a:r>
            <a:r>
              <a:rPr dirty="0" sz="2200" spc="-55" b="0">
                <a:latin typeface="맑은 고딕"/>
                <a:cs typeface="맑은 고딕"/>
              </a:rPr>
              <a:t> </a:t>
            </a:r>
            <a:r>
              <a:rPr dirty="0" sz="2200" spc="-10" b="0">
                <a:latin typeface="맑은 고딕"/>
                <a:cs typeface="맑은 고딕"/>
              </a:rPr>
              <a:t>Python </a:t>
            </a:r>
            <a:r>
              <a:rPr dirty="0" sz="2200" b="0">
                <a:latin typeface="맑은 고딕"/>
                <a:cs typeface="맑은 고딕"/>
              </a:rPr>
              <a:t>program</a:t>
            </a:r>
            <a:r>
              <a:rPr dirty="0" sz="2200" spc="-45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to</a:t>
            </a:r>
            <a:r>
              <a:rPr dirty="0" sz="2200" spc="-50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control</a:t>
            </a:r>
            <a:r>
              <a:rPr dirty="0" sz="2200" spc="-70" b="0">
                <a:latin typeface="맑은 고딕"/>
                <a:cs typeface="맑은 고딕"/>
              </a:rPr>
              <a:t> </a:t>
            </a:r>
            <a:r>
              <a:rPr dirty="0" sz="2200" b="0">
                <a:latin typeface="맑은 고딕"/>
                <a:cs typeface="맑은 고딕"/>
              </a:rPr>
              <a:t>LED</a:t>
            </a:r>
            <a:r>
              <a:rPr dirty="0" sz="2200" spc="-65" b="0">
                <a:latin typeface="맑은 고딕"/>
                <a:cs typeface="맑은 고딕"/>
              </a:rPr>
              <a:t> </a:t>
            </a:r>
            <a:r>
              <a:rPr dirty="0" sz="2200" spc="-10" b="0">
                <a:latin typeface="맑은 고딕"/>
                <a:cs typeface="맑은 고딕"/>
              </a:rPr>
              <a:t>brightness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30093" y="2990316"/>
            <a:ext cx="7783195" cy="3872865"/>
            <a:chOff x="2630093" y="2990316"/>
            <a:chExt cx="7783195" cy="3872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9618" y="2999841"/>
              <a:ext cx="7763954" cy="38581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34856" y="2995079"/>
              <a:ext cx="7773670" cy="3863340"/>
            </a:xfrm>
            <a:custGeom>
              <a:avLst/>
              <a:gdLst/>
              <a:ahLst/>
              <a:cxnLst/>
              <a:rect l="l" t="t" r="r" b="b"/>
              <a:pathLst>
                <a:path w="7773670" h="3863340">
                  <a:moveTo>
                    <a:pt x="0" y="3862920"/>
                  </a:moveTo>
                  <a:lnTo>
                    <a:pt x="0" y="0"/>
                  </a:lnTo>
                  <a:lnTo>
                    <a:pt x="7773479" y="0"/>
                  </a:lnTo>
                  <a:lnTo>
                    <a:pt x="7773479" y="386292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47963" y="2326754"/>
            <a:ext cx="7754620" cy="4127500"/>
            <a:chOff x="2347963" y="2326754"/>
            <a:chExt cx="7754620" cy="412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7587" y="2365519"/>
              <a:ext cx="7704848" cy="38451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82824" y="2331516"/>
              <a:ext cx="7714615" cy="4117975"/>
            </a:xfrm>
            <a:custGeom>
              <a:avLst/>
              <a:gdLst/>
              <a:ahLst/>
              <a:cxnLst/>
              <a:rect l="l" t="t" r="r" b="b"/>
              <a:pathLst>
                <a:path w="7714615" h="4117975">
                  <a:moveTo>
                    <a:pt x="0" y="0"/>
                  </a:moveTo>
                  <a:lnTo>
                    <a:pt x="7714386" y="0"/>
                  </a:lnTo>
                  <a:lnTo>
                    <a:pt x="7714386" y="4117809"/>
                  </a:lnTo>
                  <a:lnTo>
                    <a:pt x="0" y="411780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86063" y="4295381"/>
              <a:ext cx="4504055" cy="662940"/>
            </a:xfrm>
            <a:custGeom>
              <a:avLst/>
              <a:gdLst/>
              <a:ahLst/>
              <a:cxnLst/>
              <a:rect l="l" t="t" r="r" b="b"/>
              <a:pathLst>
                <a:path w="4504055" h="662939">
                  <a:moveTo>
                    <a:pt x="0" y="0"/>
                  </a:moveTo>
                  <a:lnTo>
                    <a:pt x="4503547" y="0"/>
                  </a:lnTo>
                  <a:lnTo>
                    <a:pt x="4503547" y="662444"/>
                  </a:lnTo>
                  <a:lnTo>
                    <a:pt x="0" y="66244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259680"/>
            <a:ext cx="91592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915" marR="508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 sz="3000" spc="-10" b="1">
                <a:latin typeface="맑은 고딕"/>
                <a:cs typeface="맑은 고딕"/>
              </a:rPr>
              <a:t>Variable</a:t>
            </a:r>
            <a:r>
              <a:rPr dirty="0" sz="3000" spc="-13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Declaration</a:t>
            </a:r>
            <a:r>
              <a:rPr dirty="0" sz="3000" spc="-11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11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10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Communication </a:t>
            </a:r>
            <a:r>
              <a:rPr dirty="0" sz="3000" spc="-10" b="1">
                <a:latin typeface="맑은 고딕"/>
                <a:cs typeface="맑은 고딕"/>
              </a:rPr>
              <a:t>	</a:t>
            </a:r>
            <a:r>
              <a:rPr dirty="0" sz="3000" b="1">
                <a:latin typeface="맑은 고딕"/>
                <a:cs typeface="맑은 고딕"/>
              </a:rPr>
              <a:t>Settings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Declare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variable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store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serial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1409" y="2674785"/>
            <a:ext cx="7754620" cy="4127500"/>
            <a:chOff x="2441409" y="2674785"/>
            <a:chExt cx="7754620" cy="412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1030" y="2713553"/>
              <a:ext cx="7704855" cy="384511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76271" y="2679547"/>
              <a:ext cx="7714615" cy="4117975"/>
            </a:xfrm>
            <a:custGeom>
              <a:avLst/>
              <a:gdLst/>
              <a:ahLst/>
              <a:cxnLst/>
              <a:rect l="l" t="t" r="r" b="b"/>
              <a:pathLst>
                <a:path w="7714615" h="4117975">
                  <a:moveTo>
                    <a:pt x="0" y="0"/>
                  </a:moveTo>
                  <a:lnTo>
                    <a:pt x="7714386" y="0"/>
                  </a:lnTo>
                  <a:lnTo>
                    <a:pt x="7714386" y="4117809"/>
                  </a:lnTo>
                  <a:lnTo>
                    <a:pt x="0" y="411780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9509" y="5302808"/>
              <a:ext cx="6231890" cy="1356360"/>
            </a:xfrm>
            <a:custGeom>
              <a:avLst/>
              <a:gdLst/>
              <a:ahLst/>
              <a:cxnLst/>
              <a:rect l="l" t="t" r="r" b="b"/>
              <a:pathLst>
                <a:path w="6231890" h="1356359">
                  <a:moveTo>
                    <a:pt x="0" y="0"/>
                  </a:moveTo>
                  <a:lnTo>
                    <a:pt x="6231737" y="0"/>
                  </a:lnTo>
                  <a:lnTo>
                    <a:pt x="6231737" y="1356067"/>
                  </a:lnTo>
                  <a:lnTo>
                    <a:pt x="0" y="1356067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259680"/>
            <a:ext cx="10155555" cy="1352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915" marR="123317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 sz="3000" spc="-10" b="1">
                <a:latin typeface="맑은 고딕"/>
                <a:cs typeface="맑은 고딕"/>
              </a:rPr>
              <a:t>Variable</a:t>
            </a:r>
            <a:r>
              <a:rPr dirty="0" sz="3000" spc="-13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Declaration</a:t>
            </a:r>
            <a:r>
              <a:rPr dirty="0" sz="3000" spc="-11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11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10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Communication 	Settings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Start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communication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communication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speed,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LED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mode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8062" y="2720873"/>
            <a:ext cx="7400290" cy="3265170"/>
            <a:chOff x="2378062" y="2720873"/>
            <a:chExt cx="7400290" cy="3265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530" y="2839201"/>
              <a:ext cx="6075122" cy="29559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82824" y="2725635"/>
              <a:ext cx="7390765" cy="3255645"/>
            </a:xfrm>
            <a:custGeom>
              <a:avLst/>
              <a:gdLst/>
              <a:ahLst/>
              <a:cxnLst/>
              <a:rect l="l" t="t" r="r" b="b"/>
              <a:pathLst>
                <a:path w="7390765" h="3255645">
                  <a:moveTo>
                    <a:pt x="0" y="0"/>
                  </a:moveTo>
                  <a:lnTo>
                    <a:pt x="7390345" y="0"/>
                  </a:lnTo>
                  <a:lnTo>
                    <a:pt x="7390345" y="3255632"/>
                  </a:lnTo>
                  <a:lnTo>
                    <a:pt x="0" y="32556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82112" y="3673475"/>
              <a:ext cx="4291330" cy="1291590"/>
            </a:xfrm>
            <a:custGeom>
              <a:avLst/>
              <a:gdLst/>
              <a:ahLst/>
              <a:cxnLst/>
              <a:rect l="l" t="t" r="r" b="b"/>
              <a:pathLst>
                <a:path w="4291330" h="1291589">
                  <a:moveTo>
                    <a:pt x="0" y="0"/>
                  </a:moveTo>
                  <a:lnTo>
                    <a:pt x="3639451" y="0"/>
                  </a:lnTo>
                  <a:lnTo>
                    <a:pt x="3639451" y="339991"/>
                  </a:lnTo>
                  <a:lnTo>
                    <a:pt x="0" y="339991"/>
                  </a:lnTo>
                  <a:lnTo>
                    <a:pt x="0" y="0"/>
                  </a:lnTo>
                  <a:close/>
                </a:path>
                <a:path w="4291330" h="1291589">
                  <a:moveTo>
                    <a:pt x="471512" y="951598"/>
                  </a:moveTo>
                  <a:lnTo>
                    <a:pt x="4290987" y="951598"/>
                  </a:lnTo>
                  <a:lnTo>
                    <a:pt x="4290987" y="1291589"/>
                  </a:lnTo>
                  <a:lnTo>
                    <a:pt x="471512" y="1291589"/>
                  </a:lnTo>
                  <a:lnTo>
                    <a:pt x="471512" y="951598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153500"/>
            <a:ext cx="7663180" cy="133667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Receive</a:t>
            </a:r>
            <a:r>
              <a:rPr dirty="0" sz="3000" spc="-14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1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communication</a:t>
            </a:r>
            <a:r>
              <a:rPr dirty="0" sz="3000" spc="-155" b="1">
                <a:latin typeface="맑은 고딕"/>
                <a:cs typeface="맑은 고딕"/>
              </a:rPr>
              <a:t> </a:t>
            </a:r>
            <a:r>
              <a:rPr dirty="0" sz="3000" spc="-20" b="1">
                <a:latin typeface="맑은 고딕"/>
                <a:cs typeface="맑은 고딕"/>
              </a:rPr>
              <a:t>data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Read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data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convert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data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integers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transmitted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LED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LED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02402" y="1446847"/>
            <a:ext cx="4375785" cy="689610"/>
            <a:chOff x="5402402" y="1446847"/>
            <a:chExt cx="4375785" cy="689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892" y="1583196"/>
              <a:ext cx="3264262" cy="4891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07164" y="1451610"/>
              <a:ext cx="4366260" cy="680085"/>
            </a:xfrm>
            <a:custGeom>
              <a:avLst/>
              <a:gdLst/>
              <a:ahLst/>
              <a:cxnLst/>
              <a:rect l="l" t="t" r="r" b="b"/>
              <a:pathLst>
                <a:path w="4366259" h="680085">
                  <a:moveTo>
                    <a:pt x="0" y="0"/>
                  </a:moveTo>
                  <a:lnTo>
                    <a:pt x="4366005" y="0"/>
                  </a:lnTo>
                  <a:lnTo>
                    <a:pt x="4366005" y="679881"/>
                  </a:lnTo>
                  <a:lnTo>
                    <a:pt x="0" y="6798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64430"/>
            <a:ext cx="8118475" cy="22847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85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Function</a:t>
            </a:r>
            <a:r>
              <a:rPr dirty="0" sz="3000" spc="-13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Description</a:t>
            </a:r>
            <a:endParaRPr sz="3000">
              <a:latin typeface="맑은 고딕"/>
              <a:cs typeface="맑은 고딕"/>
            </a:endParaRPr>
          </a:p>
          <a:p>
            <a:pPr lvl="1" marL="659765" indent="-287655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spc="-10" b="1">
                <a:latin typeface="맑은 고딕"/>
                <a:cs typeface="맑은 고딕"/>
              </a:rPr>
              <a:t>Serial.available()</a:t>
            </a:r>
            <a:endParaRPr sz="2400">
              <a:latin typeface="맑은 고딕"/>
              <a:cs typeface="맑은 고딕"/>
            </a:endParaRPr>
          </a:p>
          <a:p>
            <a:pPr marL="927100">
              <a:lnSpc>
                <a:spcPts val="2635"/>
              </a:lnSpc>
              <a:spcBef>
                <a:spcPts val="60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Check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if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there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data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received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port</a:t>
            </a:r>
            <a:endParaRPr sz="2200">
              <a:latin typeface="맑은 고딕"/>
              <a:cs typeface="맑은 고딕"/>
            </a:endParaRPr>
          </a:p>
          <a:p>
            <a:pPr lvl="1" marL="659765" indent="-287655">
              <a:lnSpc>
                <a:spcPts val="2875"/>
              </a:lnSpc>
              <a:buClr>
                <a:srgbClr val="555248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400" spc="-10" b="1">
                <a:latin typeface="맑은 고딕"/>
                <a:cs typeface="맑은 고딕"/>
              </a:rPr>
              <a:t>Serial.parseInt()</a:t>
            </a:r>
            <a:endParaRPr sz="24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Converts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data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received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ports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into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integers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73719" y="2554630"/>
            <a:ext cx="4297680" cy="4204335"/>
            <a:chOff x="3973719" y="2554630"/>
            <a:chExt cx="4297680" cy="4204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3719" y="2554630"/>
              <a:ext cx="4297472" cy="42038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4476" y="3788613"/>
              <a:ext cx="1803400" cy="290195"/>
            </a:xfrm>
            <a:custGeom>
              <a:avLst/>
              <a:gdLst/>
              <a:ahLst/>
              <a:cxnLst/>
              <a:rect l="l" t="t" r="r" b="b"/>
              <a:pathLst>
                <a:path w="1803400" h="290195">
                  <a:moveTo>
                    <a:pt x="0" y="0"/>
                  </a:moveTo>
                  <a:lnTo>
                    <a:pt x="1803247" y="0"/>
                  </a:lnTo>
                  <a:lnTo>
                    <a:pt x="1803247" y="289991"/>
                  </a:lnTo>
                  <a:lnTo>
                    <a:pt x="0" y="289991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53501"/>
            <a:ext cx="9511030" cy="133667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Launch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Pycharm</a:t>
            </a:r>
            <a:r>
              <a:rPr dirty="0" sz="3000" spc="-70" b="1">
                <a:latin typeface="맑은 고딕"/>
                <a:cs typeface="맑은 고딕"/>
              </a:rPr>
              <a:t> </a:t>
            </a:r>
            <a:r>
              <a:rPr dirty="0" sz="3000" spc="-25" b="1">
                <a:latin typeface="맑은 고딕"/>
                <a:cs typeface="맑은 고딕"/>
              </a:rPr>
              <a:t>app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"Win+q"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keyboard,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then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"pycharm"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"Open"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80">
                <a:solidFill>
                  <a:srgbClr val="FF0000"/>
                </a:solidFill>
                <a:latin typeface="맑은 고딕"/>
                <a:cs typeface="맑은 고딕"/>
              </a:rPr>
              <a:t>To</a:t>
            </a:r>
            <a:r>
              <a:rPr dirty="0" sz="2200" spc="-7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install</a:t>
            </a:r>
            <a:r>
              <a:rPr dirty="0" sz="22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the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app,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refer</a:t>
            </a:r>
            <a:r>
              <a:rPr dirty="0" sz="2200" spc="-6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to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the</a:t>
            </a:r>
            <a:r>
              <a:rPr dirty="0" sz="2200" spc="-4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"Environment</a:t>
            </a:r>
            <a:r>
              <a:rPr dirty="0" sz="22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Settings"</a:t>
            </a:r>
            <a:r>
              <a:rPr dirty="0" sz="2200" spc="-3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course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맑은 고딕"/>
                <a:cs typeface="맑은 고딕"/>
              </a:rPr>
              <a:t>material!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93657" y="1150098"/>
            <a:ext cx="10668000" cy="128651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28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2800" b="1">
                <a:latin typeface="맑은 고딕"/>
                <a:cs typeface="맑은 고딕"/>
              </a:rPr>
              <a:t>Create</a:t>
            </a:r>
            <a:r>
              <a:rPr dirty="0" sz="2800" spc="-6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a</a:t>
            </a:r>
            <a:r>
              <a:rPr dirty="0" sz="2800" spc="-45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Pycharm</a:t>
            </a:r>
            <a:r>
              <a:rPr dirty="0" sz="2800" spc="-4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project</a:t>
            </a:r>
            <a:r>
              <a:rPr dirty="0" sz="2800" spc="-5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and</a:t>
            </a:r>
            <a:r>
              <a:rPr dirty="0" sz="2800" spc="-5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install</a:t>
            </a:r>
            <a:r>
              <a:rPr dirty="0" sz="2800" spc="-90" b="1">
                <a:latin typeface="맑은 고딕"/>
                <a:cs typeface="맑은 고딕"/>
              </a:rPr>
              <a:t> </a:t>
            </a:r>
            <a:r>
              <a:rPr dirty="0" sz="2800" b="1">
                <a:latin typeface="맑은 고딕"/>
                <a:cs typeface="맑은 고딕"/>
              </a:rPr>
              <a:t>the</a:t>
            </a:r>
            <a:r>
              <a:rPr dirty="0" sz="2800" spc="-40" b="1">
                <a:latin typeface="맑은 고딕"/>
                <a:cs typeface="맑은 고딕"/>
              </a:rPr>
              <a:t> </a:t>
            </a:r>
            <a:r>
              <a:rPr dirty="0" sz="2800" spc="-10" b="1">
                <a:latin typeface="맑은 고딕"/>
                <a:cs typeface="맑은 고딕"/>
              </a:rPr>
              <a:t>library</a:t>
            </a:r>
            <a:endParaRPr sz="2800">
              <a:latin typeface="맑은 고딕"/>
              <a:cs typeface="맑은 고딕"/>
            </a:endParaRPr>
          </a:p>
          <a:p>
            <a:pPr marL="12700">
              <a:lnSpc>
                <a:spcPts val="2160"/>
              </a:lnSpc>
              <a:spcBef>
                <a:spcPts val="14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Requires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installation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of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the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Python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"pyserial"</a:t>
            </a:r>
            <a:r>
              <a:rPr dirty="0" sz="2000" spc="-5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library</a:t>
            </a:r>
            <a:r>
              <a:rPr dirty="0" sz="2000" spc="-30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to</a:t>
            </a:r>
            <a:r>
              <a:rPr dirty="0" sz="2000" spc="-4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proceed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with</a:t>
            </a:r>
            <a:r>
              <a:rPr dirty="0" sz="2000" spc="-35">
                <a:latin typeface="맑은 고딕"/>
                <a:cs typeface="맑은 고딕"/>
              </a:rPr>
              <a:t> </a:t>
            </a:r>
            <a:r>
              <a:rPr dirty="0" sz="2000">
                <a:latin typeface="맑은 고딕"/>
                <a:cs typeface="맑은 고딕"/>
              </a:rPr>
              <a:t>that</a:t>
            </a:r>
            <a:r>
              <a:rPr dirty="0" sz="2000" spc="-60">
                <a:latin typeface="맑은 고딕"/>
                <a:cs typeface="맑은 고딕"/>
              </a:rPr>
              <a:t> </a:t>
            </a:r>
            <a:r>
              <a:rPr dirty="0" sz="2000" spc="-10">
                <a:latin typeface="맑은 고딕"/>
                <a:cs typeface="맑은 고딕"/>
              </a:rPr>
              <a:t>example</a:t>
            </a:r>
            <a:endParaRPr sz="2000">
              <a:latin typeface="맑은 고딕"/>
              <a:cs typeface="맑은 고딕"/>
            </a:endParaRPr>
          </a:p>
          <a:p>
            <a:pPr marL="12700" marR="5080">
              <a:lnSpc>
                <a:spcPct val="80000"/>
              </a:lnSpc>
              <a:spcBef>
                <a:spcPts val="240"/>
              </a:spcBef>
            </a:pPr>
            <a:r>
              <a:rPr dirty="0" sz="2000">
                <a:latin typeface="맑은 고딕"/>
                <a:cs typeface="맑은 고딕"/>
              </a:rPr>
              <a:t>→</a:t>
            </a:r>
            <a:r>
              <a:rPr dirty="0" sz="2000" spc="-40"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For</a:t>
            </a:r>
            <a:r>
              <a:rPr dirty="0" sz="2000" spc="-3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information</a:t>
            </a:r>
            <a:r>
              <a:rPr dirty="0" sz="2000" spc="-6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on</a:t>
            </a:r>
            <a:r>
              <a:rPr dirty="0" sz="20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how</a:t>
            </a:r>
            <a:r>
              <a:rPr dirty="0" sz="20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to</a:t>
            </a:r>
            <a:r>
              <a:rPr dirty="0" sz="20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create</a:t>
            </a:r>
            <a:r>
              <a:rPr dirty="0" sz="2000" spc="-4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a</a:t>
            </a:r>
            <a:r>
              <a:rPr dirty="0" sz="20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project</a:t>
            </a:r>
            <a:r>
              <a:rPr dirty="0" sz="20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and</a:t>
            </a:r>
            <a:r>
              <a:rPr dirty="0" sz="2000" spc="-4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install</a:t>
            </a:r>
            <a:r>
              <a:rPr dirty="0" sz="2000" spc="-6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libraries,</a:t>
            </a:r>
            <a:r>
              <a:rPr dirty="0" sz="2000" spc="-4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refer</a:t>
            </a:r>
            <a:r>
              <a:rPr dirty="0" sz="2000" spc="-1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to</a:t>
            </a:r>
            <a:r>
              <a:rPr dirty="0" sz="20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>
                <a:solidFill>
                  <a:srgbClr val="FF0000"/>
                </a:solidFill>
                <a:latin typeface="맑은 고딕"/>
                <a:cs typeface="맑은 고딕"/>
              </a:rPr>
              <a:t>the</a:t>
            </a:r>
            <a:r>
              <a:rPr dirty="0" sz="2000" spc="-4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맑은 고딕"/>
                <a:cs typeface="맑은 고딕"/>
              </a:rPr>
              <a:t>"Preferences" course!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75723" y="2535516"/>
            <a:ext cx="5544820" cy="4285615"/>
            <a:chOff x="3575723" y="2535516"/>
            <a:chExt cx="5544820" cy="428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5723" y="2535516"/>
              <a:ext cx="5544628" cy="428551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22467" y="3550475"/>
              <a:ext cx="1623695" cy="249554"/>
            </a:xfrm>
            <a:custGeom>
              <a:avLst/>
              <a:gdLst/>
              <a:ahLst/>
              <a:cxnLst/>
              <a:rect l="l" t="t" r="r" b="b"/>
              <a:pathLst>
                <a:path w="1623695" h="249554">
                  <a:moveTo>
                    <a:pt x="0" y="0"/>
                  </a:moveTo>
                  <a:lnTo>
                    <a:pt x="1623225" y="0"/>
                  </a:lnTo>
                  <a:lnTo>
                    <a:pt x="1623225" y="249047"/>
                  </a:lnTo>
                  <a:lnTo>
                    <a:pt x="0" y="249047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53500"/>
            <a:ext cx="10325100" cy="133667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main.py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File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Creation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Create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main.py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file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for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project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 spc="-40">
                <a:latin typeface="맑은 고딕"/>
                <a:cs typeface="맑은 고딕"/>
              </a:rPr>
              <a:t>Right-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project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folder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left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-</a:t>
            </a:r>
            <a:r>
              <a:rPr dirty="0" sz="2200">
                <a:latin typeface="맑은 고딕"/>
                <a:cs typeface="맑은 고딕"/>
              </a:rPr>
              <a:t>&gt;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select</a:t>
            </a:r>
            <a:r>
              <a:rPr dirty="0" sz="2200" spc="-1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New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-</a:t>
            </a:r>
            <a:r>
              <a:rPr dirty="0" sz="2200">
                <a:latin typeface="맑은 고딕"/>
                <a:cs typeface="맑은 고딕"/>
              </a:rPr>
              <a:t>&gt;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Python</a:t>
            </a:r>
            <a:r>
              <a:rPr dirty="0" sz="2200" spc="-20">
                <a:latin typeface="맑은 고딕"/>
                <a:cs typeface="맑은 고딕"/>
              </a:rPr>
              <a:t> File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2800" y="2227021"/>
            <a:ext cx="5768975" cy="4458970"/>
            <a:chOff x="3402800" y="2227021"/>
            <a:chExt cx="5768975" cy="4458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2800" y="2227021"/>
              <a:ext cx="5768606" cy="44586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12372" y="4208818"/>
              <a:ext cx="1893570" cy="249554"/>
            </a:xfrm>
            <a:custGeom>
              <a:avLst/>
              <a:gdLst/>
              <a:ahLst/>
              <a:cxnLst/>
              <a:rect l="l" t="t" r="r" b="b"/>
              <a:pathLst>
                <a:path w="1893570" h="249554">
                  <a:moveTo>
                    <a:pt x="0" y="0"/>
                  </a:moveTo>
                  <a:lnTo>
                    <a:pt x="1893252" y="0"/>
                  </a:lnTo>
                  <a:lnTo>
                    <a:pt x="1893252" y="249046"/>
                  </a:lnTo>
                  <a:lnTo>
                    <a:pt x="0" y="24904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53500"/>
            <a:ext cx="699579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main.py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File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Creation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Type</a:t>
            </a:r>
            <a:r>
              <a:rPr dirty="0" sz="2200" spc="-8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"main"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9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9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keyboard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then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press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Enter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3691" y="2268473"/>
            <a:ext cx="5871210" cy="4375785"/>
            <a:chOff x="3323691" y="2268473"/>
            <a:chExt cx="5871210" cy="4375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3691" y="2268473"/>
              <a:ext cx="5870587" cy="43757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46208" y="2660776"/>
              <a:ext cx="2379345" cy="565150"/>
            </a:xfrm>
            <a:custGeom>
              <a:avLst/>
              <a:gdLst/>
              <a:ahLst/>
              <a:cxnLst/>
              <a:rect l="l" t="t" r="r" b="b"/>
              <a:pathLst>
                <a:path w="2379345" h="565150">
                  <a:moveTo>
                    <a:pt x="1566164" y="0"/>
                  </a:moveTo>
                  <a:lnTo>
                    <a:pt x="2379306" y="0"/>
                  </a:lnTo>
                  <a:lnTo>
                    <a:pt x="2379306" y="249047"/>
                  </a:lnTo>
                  <a:lnTo>
                    <a:pt x="1566164" y="249047"/>
                  </a:lnTo>
                  <a:lnTo>
                    <a:pt x="1566164" y="0"/>
                  </a:lnTo>
                  <a:close/>
                </a:path>
                <a:path w="2379345" h="565150">
                  <a:moveTo>
                    <a:pt x="0" y="316090"/>
                  </a:moveTo>
                  <a:lnTo>
                    <a:pt x="723125" y="316090"/>
                  </a:lnTo>
                  <a:lnTo>
                    <a:pt x="723125" y="565137"/>
                  </a:lnTo>
                  <a:lnTo>
                    <a:pt x="0" y="565137"/>
                  </a:lnTo>
                  <a:lnTo>
                    <a:pt x="0" y="31609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53500"/>
            <a:ext cx="420116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main.py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File</a:t>
            </a:r>
            <a:r>
              <a:rPr dirty="0" sz="3000" spc="-7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Creation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Verify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file</a:t>
            </a:r>
            <a:r>
              <a:rPr dirty="0" sz="2200" spc="-8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creation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“main.py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50">
                <a:latin typeface="맑은 고딕"/>
                <a:cs typeface="맑은 고딕"/>
              </a:rPr>
              <a:t>“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9929495" cy="174815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469265" algn="l"/>
              </a:tabLst>
            </a:pPr>
            <a:r>
              <a:rPr dirty="0" sz="3000" spc="-10" b="1">
                <a:latin typeface="맑은 고딕"/>
                <a:cs typeface="맑은 고딕"/>
              </a:rPr>
              <a:t>Function_Library.py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Add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files</a:t>
            </a:r>
            <a:endParaRPr sz="3000">
              <a:latin typeface="맑은 고딕"/>
              <a:cs typeface="맑은 고딕"/>
            </a:endParaRPr>
          </a:p>
          <a:p>
            <a:pPr marL="12700" marR="417195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Add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"Function_Library.py"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downloaded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7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GitHub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your</a:t>
            </a:r>
            <a:r>
              <a:rPr dirty="0" sz="2200" spc="-8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Python Project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Select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file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with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mouse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drag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drop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into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PythonProject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82699" y="3128318"/>
            <a:ext cx="10300335" cy="3664585"/>
            <a:chOff x="1382699" y="3128318"/>
            <a:chExt cx="10300335" cy="36645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6726" y="3128318"/>
              <a:ext cx="4916084" cy="36642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73214" y="3631374"/>
              <a:ext cx="1587500" cy="230504"/>
            </a:xfrm>
            <a:custGeom>
              <a:avLst/>
              <a:gdLst/>
              <a:ahLst/>
              <a:cxnLst/>
              <a:rect l="l" t="t" r="r" b="b"/>
              <a:pathLst>
                <a:path w="1587500" h="230504">
                  <a:moveTo>
                    <a:pt x="0" y="0"/>
                  </a:moveTo>
                  <a:lnTo>
                    <a:pt x="1587220" y="0"/>
                  </a:lnTo>
                  <a:lnTo>
                    <a:pt x="1587220" y="230352"/>
                  </a:lnTo>
                  <a:lnTo>
                    <a:pt x="0" y="230352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2699" y="3440750"/>
              <a:ext cx="4129831" cy="33518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1908" y="5001501"/>
              <a:ext cx="1587500" cy="230504"/>
            </a:xfrm>
            <a:custGeom>
              <a:avLst/>
              <a:gdLst/>
              <a:ahLst/>
              <a:cxnLst/>
              <a:rect l="l" t="t" r="r" b="b"/>
              <a:pathLst>
                <a:path w="1587500" h="230504">
                  <a:moveTo>
                    <a:pt x="0" y="0"/>
                  </a:moveTo>
                  <a:lnTo>
                    <a:pt x="1587220" y="0"/>
                  </a:lnTo>
                  <a:lnTo>
                    <a:pt x="1587220" y="230352"/>
                  </a:lnTo>
                  <a:lnTo>
                    <a:pt x="0" y="230352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55525" y="3795475"/>
              <a:ext cx="4084954" cy="1899920"/>
            </a:xfrm>
            <a:custGeom>
              <a:avLst/>
              <a:gdLst/>
              <a:ahLst/>
              <a:cxnLst/>
              <a:rect l="l" t="t" r="r" b="b"/>
              <a:pathLst>
                <a:path w="4084954" h="1899920">
                  <a:moveTo>
                    <a:pt x="0" y="1434846"/>
                  </a:moveTo>
                  <a:lnTo>
                    <a:pt x="13965" y="1484571"/>
                  </a:lnTo>
                  <a:lnTo>
                    <a:pt x="38161" y="1517471"/>
                  </a:lnTo>
                  <a:lnTo>
                    <a:pt x="73559" y="1549994"/>
                  </a:lnTo>
                  <a:lnTo>
                    <a:pt x="119555" y="1581991"/>
                  </a:lnTo>
                  <a:lnTo>
                    <a:pt x="175541" y="1613309"/>
                  </a:lnTo>
                  <a:lnTo>
                    <a:pt x="240914" y="1643800"/>
                  </a:lnTo>
                  <a:lnTo>
                    <a:pt x="276931" y="1658688"/>
                  </a:lnTo>
                  <a:lnTo>
                    <a:pt x="315067" y="1673312"/>
                  </a:lnTo>
                  <a:lnTo>
                    <a:pt x="355246" y="1687654"/>
                  </a:lnTo>
                  <a:lnTo>
                    <a:pt x="397394" y="1701694"/>
                  </a:lnTo>
                  <a:lnTo>
                    <a:pt x="441434" y="1715415"/>
                  </a:lnTo>
                  <a:lnTo>
                    <a:pt x="487290" y="1728796"/>
                  </a:lnTo>
                  <a:lnTo>
                    <a:pt x="534888" y="1741820"/>
                  </a:lnTo>
                  <a:lnTo>
                    <a:pt x="584150" y="1754468"/>
                  </a:lnTo>
                  <a:lnTo>
                    <a:pt x="635002" y="1766720"/>
                  </a:lnTo>
                  <a:lnTo>
                    <a:pt x="687368" y="1778558"/>
                  </a:lnTo>
                  <a:lnTo>
                    <a:pt x="741172" y="1789963"/>
                  </a:lnTo>
                  <a:lnTo>
                    <a:pt x="796339" y="1800917"/>
                  </a:lnTo>
                  <a:lnTo>
                    <a:pt x="852792" y="1811399"/>
                  </a:lnTo>
                  <a:lnTo>
                    <a:pt x="910456" y="1821393"/>
                  </a:lnTo>
                  <a:lnTo>
                    <a:pt x="969256" y="1830878"/>
                  </a:lnTo>
                  <a:lnTo>
                    <a:pt x="1029115" y="1839835"/>
                  </a:lnTo>
                  <a:lnTo>
                    <a:pt x="1089958" y="1848247"/>
                  </a:lnTo>
                  <a:lnTo>
                    <a:pt x="1151710" y="1856094"/>
                  </a:lnTo>
                  <a:lnTo>
                    <a:pt x="1214294" y="1863358"/>
                  </a:lnTo>
                  <a:lnTo>
                    <a:pt x="1277635" y="1870019"/>
                  </a:lnTo>
                  <a:lnTo>
                    <a:pt x="1341657" y="1876059"/>
                  </a:lnTo>
                  <a:lnTo>
                    <a:pt x="1406285" y="1881459"/>
                  </a:lnTo>
                  <a:lnTo>
                    <a:pt x="1471442" y="1886200"/>
                  </a:lnTo>
                  <a:lnTo>
                    <a:pt x="1537054" y="1890263"/>
                  </a:lnTo>
                  <a:lnTo>
                    <a:pt x="1603044" y="1893630"/>
                  </a:lnTo>
                  <a:lnTo>
                    <a:pt x="1669337" y="1896281"/>
                  </a:lnTo>
                  <a:lnTo>
                    <a:pt x="1735857" y="1898198"/>
                  </a:lnTo>
                  <a:lnTo>
                    <a:pt x="1802528" y="1899362"/>
                  </a:lnTo>
                  <a:lnTo>
                    <a:pt x="1869274" y="1899754"/>
                  </a:lnTo>
                  <a:lnTo>
                    <a:pt x="1926490" y="1899150"/>
                  </a:lnTo>
                  <a:lnTo>
                    <a:pt x="1983657" y="1897353"/>
                  </a:lnTo>
                  <a:lnTo>
                    <a:pt x="2040729" y="1894388"/>
                  </a:lnTo>
                  <a:lnTo>
                    <a:pt x="2097658" y="1890280"/>
                  </a:lnTo>
                  <a:lnTo>
                    <a:pt x="2154397" y="1885054"/>
                  </a:lnTo>
                  <a:lnTo>
                    <a:pt x="2210897" y="1878735"/>
                  </a:lnTo>
                  <a:lnTo>
                    <a:pt x="2267111" y="1871348"/>
                  </a:lnTo>
                  <a:lnTo>
                    <a:pt x="2322992" y="1862917"/>
                  </a:lnTo>
                  <a:lnTo>
                    <a:pt x="2378491" y="1853467"/>
                  </a:lnTo>
                  <a:lnTo>
                    <a:pt x="2433561" y="1843024"/>
                  </a:lnTo>
                  <a:lnTo>
                    <a:pt x="2488154" y="1831612"/>
                  </a:lnTo>
                  <a:lnTo>
                    <a:pt x="2542224" y="1819255"/>
                  </a:lnTo>
                  <a:lnTo>
                    <a:pt x="2595721" y="1805980"/>
                  </a:lnTo>
                  <a:lnTo>
                    <a:pt x="2648598" y="1791810"/>
                  </a:lnTo>
                  <a:lnTo>
                    <a:pt x="2700809" y="1776770"/>
                  </a:lnTo>
                  <a:lnTo>
                    <a:pt x="2752304" y="1760885"/>
                  </a:lnTo>
                  <a:lnTo>
                    <a:pt x="2803036" y="1744181"/>
                  </a:lnTo>
                  <a:lnTo>
                    <a:pt x="2852959" y="1726682"/>
                  </a:lnTo>
                  <a:lnTo>
                    <a:pt x="2902023" y="1708412"/>
                  </a:lnTo>
                  <a:lnTo>
                    <a:pt x="2950181" y="1689397"/>
                  </a:lnTo>
                  <a:lnTo>
                    <a:pt x="2997387" y="1669662"/>
                  </a:lnTo>
                  <a:lnTo>
                    <a:pt x="3043591" y="1649230"/>
                  </a:lnTo>
                  <a:lnTo>
                    <a:pt x="3088747" y="1628128"/>
                  </a:lnTo>
                  <a:lnTo>
                    <a:pt x="3132806" y="1606380"/>
                  </a:lnTo>
                  <a:lnTo>
                    <a:pt x="3175721" y="1584011"/>
                  </a:lnTo>
                  <a:lnTo>
                    <a:pt x="3217445" y="1561046"/>
                  </a:lnTo>
                  <a:lnTo>
                    <a:pt x="3257929" y="1537509"/>
                  </a:lnTo>
                  <a:lnTo>
                    <a:pt x="3297127" y="1513426"/>
                  </a:lnTo>
                  <a:lnTo>
                    <a:pt x="3334989" y="1488820"/>
                  </a:lnTo>
                  <a:lnTo>
                    <a:pt x="3371470" y="1463718"/>
                  </a:lnTo>
                  <a:lnTo>
                    <a:pt x="3406520" y="1438144"/>
                  </a:lnTo>
                  <a:lnTo>
                    <a:pt x="3440093" y="1412123"/>
                  </a:lnTo>
                  <a:lnTo>
                    <a:pt x="3472141" y="1385679"/>
                  </a:lnTo>
                  <a:lnTo>
                    <a:pt x="3502615" y="1358838"/>
                  </a:lnTo>
                  <a:lnTo>
                    <a:pt x="3531469" y="1331624"/>
                  </a:lnTo>
                  <a:lnTo>
                    <a:pt x="3558654" y="1304062"/>
                  </a:lnTo>
                  <a:lnTo>
                    <a:pt x="3607830" y="1247994"/>
                  </a:lnTo>
                  <a:lnTo>
                    <a:pt x="3649760" y="1190833"/>
                  </a:lnTo>
                  <a:lnTo>
                    <a:pt x="3684064" y="1132778"/>
                  </a:lnTo>
                  <a:lnTo>
                    <a:pt x="3710360" y="1074027"/>
                  </a:lnTo>
                  <a:lnTo>
                    <a:pt x="3728266" y="1014779"/>
                  </a:lnTo>
                  <a:lnTo>
                    <a:pt x="3737402" y="955233"/>
                  </a:lnTo>
                  <a:lnTo>
                    <a:pt x="3739623" y="868998"/>
                  </a:lnTo>
                  <a:lnTo>
                    <a:pt x="3742752" y="812753"/>
                  </a:lnTo>
                  <a:lnTo>
                    <a:pt x="3747866" y="756845"/>
                  </a:lnTo>
                  <a:lnTo>
                    <a:pt x="3754880" y="701443"/>
                  </a:lnTo>
                  <a:lnTo>
                    <a:pt x="3763714" y="646713"/>
                  </a:lnTo>
                  <a:lnTo>
                    <a:pt x="3774282" y="592825"/>
                  </a:lnTo>
                  <a:lnTo>
                    <a:pt x="3786503" y="539947"/>
                  </a:lnTo>
                  <a:lnTo>
                    <a:pt x="3800292" y="488248"/>
                  </a:lnTo>
                  <a:lnTo>
                    <a:pt x="3815569" y="437895"/>
                  </a:lnTo>
                  <a:lnTo>
                    <a:pt x="3832248" y="389057"/>
                  </a:lnTo>
                  <a:lnTo>
                    <a:pt x="3850247" y="341903"/>
                  </a:lnTo>
                  <a:lnTo>
                    <a:pt x="3869483" y="296601"/>
                  </a:lnTo>
                  <a:lnTo>
                    <a:pt x="3889873" y="253320"/>
                  </a:lnTo>
                  <a:lnTo>
                    <a:pt x="3911335" y="212226"/>
                  </a:lnTo>
                  <a:lnTo>
                    <a:pt x="3933784" y="173490"/>
                  </a:lnTo>
                  <a:lnTo>
                    <a:pt x="3957138" y="137279"/>
                  </a:lnTo>
                  <a:lnTo>
                    <a:pt x="3981313" y="103762"/>
                  </a:lnTo>
                  <a:lnTo>
                    <a:pt x="4006228" y="73108"/>
                  </a:lnTo>
                  <a:lnTo>
                    <a:pt x="4057941" y="21058"/>
                  </a:lnTo>
                  <a:lnTo>
                    <a:pt x="4084574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84322" y="3724517"/>
              <a:ext cx="190500" cy="161290"/>
            </a:xfrm>
            <a:custGeom>
              <a:avLst/>
              <a:gdLst/>
              <a:ahLst/>
              <a:cxnLst/>
              <a:rect l="l" t="t" r="r" b="b"/>
              <a:pathLst>
                <a:path w="190500" h="161289">
                  <a:moveTo>
                    <a:pt x="0" y="0"/>
                  </a:moveTo>
                  <a:lnTo>
                    <a:pt x="58534" y="161150"/>
                  </a:lnTo>
                  <a:lnTo>
                    <a:pt x="190411" y="2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153500"/>
            <a:ext cx="8960485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469265" algn="l"/>
              </a:tabLst>
            </a:pPr>
            <a:r>
              <a:rPr dirty="0" sz="3000" spc="-10" b="1">
                <a:latin typeface="맑은 고딕"/>
                <a:cs typeface="맑은 고딕"/>
              </a:rPr>
              <a:t>Function_Library.py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Add</a:t>
            </a:r>
            <a:r>
              <a:rPr dirty="0" sz="3000" spc="-6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files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When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window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appears,</a:t>
            </a:r>
            <a:r>
              <a:rPr dirty="0" sz="2200" spc="-1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press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Refactor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button</a:t>
            </a:r>
            <a:endParaRPr sz="22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47731" y="2209126"/>
            <a:ext cx="5688965" cy="4266565"/>
            <a:chOff x="3647731" y="2209126"/>
            <a:chExt cx="5688965" cy="4266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7731" y="2209126"/>
              <a:ext cx="5688622" cy="42664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74598" y="4795621"/>
              <a:ext cx="579120" cy="230504"/>
            </a:xfrm>
            <a:custGeom>
              <a:avLst/>
              <a:gdLst/>
              <a:ahLst/>
              <a:cxnLst/>
              <a:rect l="l" t="t" r="r" b="b"/>
              <a:pathLst>
                <a:path w="579120" h="230504">
                  <a:moveTo>
                    <a:pt x="0" y="0"/>
                  </a:moveTo>
                  <a:lnTo>
                    <a:pt x="579107" y="0"/>
                  </a:lnTo>
                  <a:lnTo>
                    <a:pt x="579107" y="230352"/>
                  </a:lnTo>
                  <a:lnTo>
                    <a:pt x="0" y="230352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03614" y="2237714"/>
            <a:ext cx="8070850" cy="4365625"/>
            <a:chOff x="2603614" y="2237714"/>
            <a:chExt cx="8070850" cy="4365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3614" y="2237714"/>
              <a:ext cx="8070608" cy="43652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60153" y="3090291"/>
              <a:ext cx="4989830" cy="636270"/>
            </a:xfrm>
            <a:custGeom>
              <a:avLst/>
              <a:gdLst/>
              <a:ahLst/>
              <a:cxnLst/>
              <a:rect l="l" t="t" r="r" b="b"/>
              <a:pathLst>
                <a:path w="4989830" h="636270">
                  <a:moveTo>
                    <a:pt x="0" y="441045"/>
                  </a:moveTo>
                  <a:lnTo>
                    <a:pt x="903147" y="441045"/>
                  </a:lnTo>
                  <a:lnTo>
                    <a:pt x="903147" y="636003"/>
                  </a:lnTo>
                  <a:lnTo>
                    <a:pt x="0" y="636003"/>
                  </a:lnTo>
                  <a:lnTo>
                    <a:pt x="0" y="441045"/>
                  </a:lnTo>
                  <a:close/>
                </a:path>
                <a:path w="4989830" h="636270">
                  <a:moveTo>
                    <a:pt x="2286762" y="0"/>
                  </a:moveTo>
                  <a:lnTo>
                    <a:pt x="4989588" y="0"/>
                  </a:lnTo>
                  <a:lnTo>
                    <a:pt x="4989588" y="269887"/>
                  </a:lnTo>
                  <a:lnTo>
                    <a:pt x="2286762" y="269887"/>
                  </a:lnTo>
                  <a:lnTo>
                    <a:pt x="2286762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153500"/>
            <a:ext cx="8562340" cy="100139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9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(Python)</a:t>
            </a:r>
            <a:r>
              <a:rPr dirty="0" sz="3000" spc="-1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Library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Import</a:t>
            </a:r>
            <a:endParaRPr sz="3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main.py</a:t>
            </a:r>
            <a:r>
              <a:rPr dirty="0" sz="2200" spc="-2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"import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Function_Library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as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fl"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source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code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2125" y="3074234"/>
            <a:ext cx="8000365" cy="3393440"/>
            <a:chOff x="2092125" y="3074234"/>
            <a:chExt cx="8000365" cy="3393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2125" y="3074234"/>
              <a:ext cx="8000360" cy="339327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50457" y="4651616"/>
              <a:ext cx="2595880" cy="1065530"/>
            </a:xfrm>
            <a:custGeom>
              <a:avLst/>
              <a:gdLst/>
              <a:ahLst/>
              <a:cxnLst/>
              <a:rect l="l" t="t" r="r" b="b"/>
              <a:pathLst>
                <a:path w="2595879" h="1065529">
                  <a:moveTo>
                    <a:pt x="0" y="0"/>
                  </a:moveTo>
                  <a:lnTo>
                    <a:pt x="2595333" y="0"/>
                  </a:lnTo>
                  <a:lnTo>
                    <a:pt x="2595333" y="1065415"/>
                  </a:lnTo>
                  <a:lnTo>
                    <a:pt x="0" y="106541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0"/>
            <a:ext cx="8412480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Declaring</a:t>
            </a:r>
            <a:r>
              <a:rPr dirty="0" sz="3000" spc="-9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variables</a:t>
            </a:r>
            <a:r>
              <a:rPr dirty="0" sz="3000" spc="-9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9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loading</a:t>
            </a:r>
            <a:r>
              <a:rPr dirty="0" sz="3000" spc="-9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classes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Declare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Port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Number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Variables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Load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libArd()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class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"Function_Library.py"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libArd()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class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collection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of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functions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needed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practice.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2125" y="3074234"/>
            <a:ext cx="8000365" cy="3393440"/>
            <a:chOff x="2092125" y="3074234"/>
            <a:chExt cx="8000365" cy="3393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2125" y="3074234"/>
              <a:ext cx="8000360" cy="339327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50457" y="5889993"/>
              <a:ext cx="3783965" cy="349250"/>
            </a:xfrm>
            <a:custGeom>
              <a:avLst/>
              <a:gdLst/>
              <a:ahLst/>
              <a:cxnLst/>
              <a:rect l="l" t="t" r="r" b="b"/>
              <a:pathLst>
                <a:path w="3783965" h="349250">
                  <a:moveTo>
                    <a:pt x="0" y="0"/>
                  </a:moveTo>
                  <a:lnTo>
                    <a:pt x="3783469" y="0"/>
                  </a:lnTo>
                  <a:lnTo>
                    <a:pt x="3783469" y="348843"/>
                  </a:lnTo>
                  <a:lnTo>
                    <a:pt x="0" y="348843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0"/>
            <a:ext cx="10220960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1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communication</a:t>
            </a:r>
            <a:r>
              <a:rPr dirty="0" sz="3000" spc="-13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settings</a:t>
            </a:r>
            <a:endParaRPr sz="3000">
              <a:latin typeface="맑은 고딕"/>
              <a:cs typeface="맑은 고딕"/>
            </a:endParaRPr>
          </a:p>
          <a:p>
            <a:pPr marL="337185" marR="508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ser.init()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function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that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sets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port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number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sets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communication </a:t>
            </a:r>
            <a:r>
              <a:rPr dirty="0" sz="2200">
                <a:latin typeface="맑은 고딕"/>
                <a:cs typeface="맑은 고딕"/>
              </a:rPr>
              <a:t>speed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Python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port</a:t>
            </a:r>
            <a:r>
              <a:rPr dirty="0" sz="2200" spc="-7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number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variable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communication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speed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70180" y="2816936"/>
            <a:ext cx="7651750" cy="2705735"/>
            <a:chOff x="2270180" y="2816936"/>
            <a:chExt cx="7651750" cy="27057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180" y="2816936"/>
              <a:ext cx="7651644" cy="270536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18117" y="3312287"/>
              <a:ext cx="6412230" cy="1005840"/>
            </a:xfrm>
            <a:custGeom>
              <a:avLst/>
              <a:gdLst/>
              <a:ahLst/>
              <a:cxnLst/>
              <a:rect l="l" t="t" r="r" b="b"/>
              <a:pathLst>
                <a:path w="6412230" h="1005839">
                  <a:moveTo>
                    <a:pt x="0" y="0"/>
                  </a:moveTo>
                  <a:lnTo>
                    <a:pt x="6411760" y="0"/>
                  </a:lnTo>
                  <a:lnTo>
                    <a:pt x="6411760" y="1005789"/>
                  </a:lnTo>
                  <a:lnTo>
                    <a:pt x="0" y="1005789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0"/>
            <a:ext cx="10304145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Serial</a:t>
            </a:r>
            <a:r>
              <a:rPr dirty="0" sz="3000" spc="-16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communication</a:t>
            </a:r>
            <a:r>
              <a:rPr dirty="0" sz="3000" spc="-13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transmission</a:t>
            </a:r>
            <a:endParaRPr sz="3000">
              <a:latin typeface="맑은 고딕"/>
              <a:cs typeface="맑은 고딕"/>
            </a:endParaRPr>
          </a:p>
          <a:p>
            <a:pPr marL="337185" marR="508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input():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Output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specified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sentence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receive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from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the </a:t>
            </a:r>
            <a:r>
              <a:rPr dirty="0" sz="2200" spc="-20">
                <a:latin typeface="맑은 고딕"/>
                <a:cs typeface="맑은 고딕"/>
              </a:rPr>
              <a:t>user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comm.write():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Transmitting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serial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communication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21736" y="2222588"/>
            <a:ext cx="6819900" cy="4571365"/>
            <a:chOff x="3021736" y="2222588"/>
            <a:chExt cx="6819900" cy="4571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2414" y="2280536"/>
              <a:ext cx="6769473" cy="43580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57652" y="2227351"/>
              <a:ext cx="6779259" cy="4561840"/>
            </a:xfrm>
            <a:custGeom>
              <a:avLst/>
              <a:gdLst/>
              <a:ahLst/>
              <a:cxnLst/>
              <a:rect l="l" t="t" r="r" b="b"/>
              <a:pathLst>
                <a:path w="6779259" h="4561840">
                  <a:moveTo>
                    <a:pt x="0" y="0"/>
                  </a:moveTo>
                  <a:lnTo>
                    <a:pt x="6779006" y="0"/>
                  </a:lnTo>
                  <a:lnTo>
                    <a:pt x="6779006" y="4561255"/>
                  </a:lnTo>
                  <a:lnTo>
                    <a:pt x="0" y="456125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59836" y="2705265"/>
              <a:ext cx="609600" cy="358775"/>
            </a:xfrm>
            <a:custGeom>
              <a:avLst/>
              <a:gdLst/>
              <a:ahLst/>
              <a:cxnLst/>
              <a:rect l="l" t="t" r="r" b="b"/>
              <a:pathLst>
                <a:path w="609600" h="358775">
                  <a:moveTo>
                    <a:pt x="0" y="0"/>
                  </a:moveTo>
                  <a:lnTo>
                    <a:pt x="306235" y="0"/>
                  </a:lnTo>
                  <a:lnTo>
                    <a:pt x="306235" y="358698"/>
                  </a:lnTo>
                  <a:lnTo>
                    <a:pt x="0" y="358698"/>
                  </a:lnTo>
                  <a:lnTo>
                    <a:pt x="0" y="0"/>
                  </a:lnTo>
                  <a:close/>
                </a:path>
                <a:path w="609600" h="358775">
                  <a:moveTo>
                    <a:pt x="303174" y="0"/>
                  </a:moveTo>
                  <a:lnTo>
                    <a:pt x="609409" y="0"/>
                  </a:lnTo>
                  <a:lnTo>
                    <a:pt x="609409" y="358698"/>
                  </a:lnTo>
                  <a:lnTo>
                    <a:pt x="303174" y="358698"/>
                  </a:lnTo>
                  <a:lnTo>
                    <a:pt x="303174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893657" y="1259680"/>
            <a:ext cx="862012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Arduino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Compile</a:t>
            </a:r>
            <a:r>
              <a:rPr dirty="0" sz="3000" spc="-90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and</a:t>
            </a:r>
            <a:r>
              <a:rPr dirty="0" sz="3000" spc="-80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Upload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Compare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source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code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upload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it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board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641" y="2699054"/>
            <a:ext cx="7241027" cy="37028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3638" y="1259680"/>
            <a:ext cx="9966960" cy="156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Running</a:t>
            </a:r>
            <a:r>
              <a:rPr dirty="0" sz="3000" spc="-10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Python</a:t>
            </a:r>
            <a:r>
              <a:rPr dirty="0" sz="3000" spc="-8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source</a:t>
            </a:r>
            <a:r>
              <a:rPr dirty="0" sz="3000" spc="-90" b="1">
                <a:latin typeface="맑은 고딕"/>
                <a:cs typeface="맑은 고딕"/>
              </a:rPr>
              <a:t> </a:t>
            </a:r>
            <a:r>
              <a:rPr dirty="0" sz="3000" spc="-20" b="1">
                <a:latin typeface="맑은 고딕"/>
                <a:cs typeface="맑은 고딕"/>
              </a:rPr>
              <a:t>code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Click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"Run"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button</a:t>
            </a:r>
            <a:r>
              <a:rPr dirty="0" sz="2200" spc="-1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or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press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Shift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+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F10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run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source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0">
                <a:latin typeface="맑은 고딕"/>
                <a:cs typeface="맑은 고딕"/>
              </a:rPr>
              <a:t>code</a:t>
            </a:r>
            <a:endParaRPr sz="2200">
              <a:latin typeface="맑은 고딕"/>
              <a:cs typeface="맑은 고딕"/>
            </a:endParaRPr>
          </a:p>
          <a:p>
            <a:pPr marL="12700" marR="5080" indent="295275">
              <a:lnSpc>
                <a:spcPct val="100000"/>
              </a:lnSpc>
              <a:spcBef>
                <a:spcPts val="600"/>
              </a:spcBef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Make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sure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the</a:t>
            </a:r>
            <a:r>
              <a:rPr dirty="0" sz="22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Arduino</a:t>
            </a:r>
            <a:r>
              <a:rPr dirty="0" sz="2200" spc="-2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serial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monitor</a:t>
            </a:r>
            <a:r>
              <a:rPr dirty="0" sz="2200" spc="-3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is</a:t>
            </a:r>
            <a:r>
              <a:rPr dirty="0" sz="2200" spc="-5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closed</a:t>
            </a:r>
            <a:r>
              <a:rPr dirty="0" sz="22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(if</a:t>
            </a:r>
            <a:r>
              <a:rPr dirty="0" sz="22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it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is</a:t>
            </a:r>
            <a:r>
              <a:rPr dirty="0" sz="22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open,</a:t>
            </a:r>
            <a:r>
              <a:rPr dirty="0" sz="2200" spc="-4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an</a:t>
            </a:r>
            <a:r>
              <a:rPr dirty="0" sz="2200" spc="-3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>
                <a:solidFill>
                  <a:srgbClr val="FF0000"/>
                </a:solidFill>
                <a:latin typeface="맑은 고딕"/>
                <a:cs typeface="맑은 고딕"/>
              </a:rPr>
              <a:t>error</a:t>
            </a:r>
            <a:r>
              <a:rPr dirty="0" sz="2200" spc="-55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맑은 고딕"/>
                <a:cs typeface="맑은 고딕"/>
              </a:rPr>
              <a:t>will </a:t>
            </a:r>
            <a:r>
              <a:rPr dirty="0" sz="2200" spc="-10">
                <a:solidFill>
                  <a:srgbClr val="FF0000"/>
                </a:solidFill>
                <a:latin typeface="맑은 고딕"/>
                <a:cs typeface="맑은 고딕"/>
              </a:rPr>
              <a:t>occur)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04821" y="2859100"/>
            <a:ext cx="418465" cy="370840"/>
          </a:xfrm>
          <a:custGeom>
            <a:avLst/>
            <a:gdLst/>
            <a:ahLst/>
            <a:cxnLst/>
            <a:rect l="l" t="t" r="r" b="b"/>
            <a:pathLst>
              <a:path w="418465" h="370839">
                <a:moveTo>
                  <a:pt x="0" y="0"/>
                </a:moveTo>
                <a:lnTo>
                  <a:pt x="417969" y="0"/>
                </a:lnTo>
                <a:lnTo>
                  <a:pt x="417969" y="370763"/>
                </a:lnTo>
                <a:lnTo>
                  <a:pt x="0" y="370763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1605" y="2876158"/>
            <a:ext cx="7993380" cy="3876675"/>
            <a:chOff x="2531605" y="2876158"/>
            <a:chExt cx="7993380" cy="3876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1605" y="2876158"/>
              <a:ext cx="7992884" cy="38764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58172" y="3538943"/>
              <a:ext cx="2451735" cy="249554"/>
            </a:xfrm>
            <a:custGeom>
              <a:avLst/>
              <a:gdLst/>
              <a:ahLst/>
              <a:cxnLst/>
              <a:rect l="l" t="t" r="r" b="b"/>
              <a:pathLst>
                <a:path w="2451735" h="249554">
                  <a:moveTo>
                    <a:pt x="0" y="0"/>
                  </a:moveTo>
                  <a:lnTo>
                    <a:pt x="2451315" y="0"/>
                  </a:lnTo>
                  <a:lnTo>
                    <a:pt x="2451315" y="249047"/>
                  </a:lnTo>
                  <a:lnTo>
                    <a:pt x="0" y="249047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93657" y="1259680"/>
            <a:ext cx="10455910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Enter</a:t>
            </a:r>
            <a:r>
              <a:rPr dirty="0" sz="3000" spc="-14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Resistance</a:t>
            </a:r>
            <a:r>
              <a:rPr dirty="0" sz="3000" spc="-10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Values</a:t>
            </a:r>
            <a:endParaRPr sz="3000">
              <a:latin typeface="맑은 고딕"/>
              <a:cs typeface="맑은 고딕"/>
            </a:endParaRPr>
          </a:p>
          <a:p>
            <a:pPr marL="337185" marR="508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맑은 고딕"/>
                <a:cs typeface="맑은 고딕"/>
              </a:rPr>
              <a:t>When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press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Run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→,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window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like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picture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will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appear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bottom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25">
                <a:latin typeface="맑은 고딕"/>
                <a:cs typeface="맑은 고딕"/>
              </a:rPr>
              <a:t>of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6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pycharm</a:t>
            </a:r>
            <a:r>
              <a:rPr dirty="0" sz="2200" spc="-40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program.</a:t>
            </a:r>
            <a:endParaRPr sz="22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</a:pPr>
            <a:r>
              <a:rPr dirty="0" sz="2200">
                <a:latin typeface="맑은 고딕"/>
                <a:cs typeface="맑은 고딕"/>
              </a:rPr>
              <a:t>→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Enter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the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resistance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value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you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want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send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to</a:t>
            </a:r>
            <a:r>
              <a:rPr dirty="0" sz="2200" spc="-5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Arduino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and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press</a:t>
            </a:r>
            <a:r>
              <a:rPr dirty="0" sz="2200" spc="-4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Enter</a:t>
            </a:r>
            <a:endParaRPr sz="2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4"/>
              <a:t>Exercise</a:t>
            </a:r>
            <a:r>
              <a:rPr dirty="0" spc="305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9680"/>
            <a:ext cx="7452359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b="1">
                <a:latin typeface="맑은 고딕"/>
                <a:cs typeface="맑은 고딕"/>
              </a:rPr>
              <a:t>Check</a:t>
            </a:r>
            <a:r>
              <a:rPr dirty="0" sz="3000" spc="-65" b="1">
                <a:latin typeface="맑은 고딕"/>
                <a:cs typeface="맑은 고딕"/>
              </a:rPr>
              <a:t> </a:t>
            </a:r>
            <a:r>
              <a:rPr dirty="0" sz="3000" b="1">
                <a:latin typeface="맑은 고딕"/>
                <a:cs typeface="맑은 고딕"/>
              </a:rPr>
              <a:t>the</a:t>
            </a:r>
            <a:r>
              <a:rPr dirty="0" sz="3000" spc="-55" b="1">
                <a:latin typeface="맑은 고딕"/>
                <a:cs typeface="맑은 고딕"/>
              </a:rPr>
              <a:t> </a:t>
            </a:r>
            <a:r>
              <a:rPr dirty="0" sz="3000" spc="-10" b="1">
                <a:latin typeface="맑은 고딕"/>
                <a:cs typeface="맑은 고딕"/>
              </a:rPr>
              <a:t>results</a:t>
            </a:r>
            <a:endParaRPr sz="3000">
              <a:latin typeface="맑은 고딕"/>
              <a:cs typeface="맑은 고딕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맑은 고딕"/>
                <a:cs typeface="맑은 고딕"/>
              </a:rPr>
              <a:t>→</a:t>
            </a:r>
            <a:r>
              <a:rPr dirty="0" sz="1800" spc="-45" b="1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Check</a:t>
            </a:r>
            <a:r>
              <a:rPr dirty="0" sz="2200" spc="-3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LED</a:t>
            </a:r>
            <a:r>
              <a:rPr dirty="0" sz="2200" spc="-60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brightness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changes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based</a:t>
            </a:r>
            <a:r>
              <a:rPr dirty="0" sz="2200" spc="-2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on</a:t>
            </a:r>
            <a:r>
              <a:rPr dirty="0" sz="2200" spc="-55">
                <a:latin typeface="맑은 고딕"/>
                <a:cs typeface="맑은 고딕"/>
              </a:rPr>
              <a:t> </a:t>
            </a:r>
            <a:r>
              <a:rPr dirty="0" sz="2200">
                <a:latin typeface="맑은 고딕"/>
                <a:cs typeface="맑은 고딕"/>
              </a:rPr>
              <a:t>input</a:t>
            </a:r>
            <a:r>
              <a:rPr dirty="0" sz="2200" spc="-35">
                <a:latin typeface="맑은 고딕"/>
                <a:cs typeface="맑은 고딕"/>
              </a:rPr>
              <a:t> </a:t>
            </a:r>
            <a:r>
              <a:rPr dirty="0" sz="2200" spc="-10">
                <a:latin typeface="맑은 고딕"/>
                <a:cs typeface="맑은 고딕"/>
              </a:rPr>
              <a:t>values</a:t>
            </a:r>
            <a:endParaRPr sz="22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109" y="2312876"/>
            <a:ext cx="8670874" cy="37155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2535" algn="l"/>
              </a:tabLst>
            </a:pPr>
            <a:r>
              <a:rPr dirty="0" sz="6000" spc="570" b="1">
                <a:latin typeface="Impact"/>
                <a:cs typeface="Impact"/>
              </a:rPr>
              <a:t>T</a:t>
            </a:r>
            <a:r>
              <a:rPr dirty="0" sz="6000" spc="575" b="1">
                <a:latin typeface="Impact"/>
                <a:cs typeface="Impact"/>
              </a:rPr>
              <a:t>ha</a:t>
            </a:r>
            <a:r>
              <a:rPr dirty="0" sz="6000" spc="570" b="1">
                <a:latin typeface="Impact"/>
                <a:cs typeface="Impact"/>
              </a:rPr>
              <a:t>n</a:t>
            </a:r>
            <a:r>
              <a:rPr dirty="0" sz="6000" spc="-35" b="1">
                <a:latin typeface="Impact"/>
                <a:cs typeface="Impact"/>
              </a:rPr>
              <a:t>k</a:t>
            </a:r>
            <a:r>
              <a:rPr dirty="0" sz="6000" b="1">
                <a:latin typeface="Impact"/>
                <a:cs typeface="Impact"/>
              </a:rPr>
              <a:t>	</a:t>
            </a:r>
            <a:r>
              <a:rPr dirty="0" sz="6000" spc="310" b="1">
                <a:latin typeface="Impact"/>
                <a:cs typeface="Impact"/>
              </a:rPr>
              <a:t>Y</a:t>
            </a:r>
            <a:r>
              <a:rPr dirty="0" sz="6000" spc="575" b="1">
                <a:latin typeface="Impact"/>
                <a:cs typeface="Impact"/>
              </a:rPr>
              <a:t>o</a:t>
            </a:r>
            <a:r>
              <a:rPr dirty="0" sz="6000" spc="565" b="1">
                <a:latin typeface="Impact"/>
                <a:cs typeface="Impact"/>
              </a:rPr>
              <a:t>u</a:t>
            </a:r>
            <a:r>
              <a:rPr dirty="0" sz="6000" spc="-40" b="1">
                <a:latin typeface="Impact"/>
                <a:cs typeface="Impact"/>
              </a:rPr>
              <a:t>!</a:t>
            </a:r>
            <a:endParaRPr sz="6000">
              <a:latin typeface="Impact"/>
              <a:cs typeface="Impac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52546" y="4083301"/>
            <a:ext cx="2414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Automation</a:t>
            </a:r>
            <a:r>
              <a:rPr dirty="0" sz="2400" spc="-75" b="1" i="1">
                <a:latin typeface="Arial"/>
                <a:cs typeface="Arial"/>
              </a:rPr>
              <a:t> </a:t>
            </a:r>
            <a:r>
              <a:rPr dirty="0" sz="2400" spc="-20" b="1" i="1">
                <a:latin typeface="Arial"/>
                <a:cs typeface="Arial"/>
              </a:rPr>
              <a:t>Lab</a:t>
            </a:r>
            <a:r>
              <a:rPr dirty="0" sz="2000" spc="-20" b="1" i="1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785" y="4699131"/>
            <a:ext cx="784926" cy="78492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Temp</a:t>
            </a:r>
            <a:r>
              <a:rPr dirty="0" spc="360"/>
              <a:t> </a:t>
            </a:r>
            <a:r>
              <a:rPr dirty="0"/>
              <a:t>–</a:t>
            </a:r>
            <a:r>
              <a:rPr dirty="0" spc="370"/>
              <a:t> </a:t>
            </a:r>
            <a:r>
              <a:rPr dirty="0" spc="95"/>
              <a:t>More</a:t>
            </a:r>
            <a:r>
              <a:rPr dirty="0" spc="365"/>
              <a:t> </a:t>
            </a:r>
            <a:r>
              <a:rPr dirty="0" spc="105"/>
              <a:t>Problem1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5110"/>
            <a:ext cx="10167620" cy="1324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7185" marR="5080" indent="-325120">
              <a:lnSpc>
                <a:spcPct val="100000"/>
              </a:lnSpc>
              <a:spcBef>
                <a:spcPts val="100"/>
              </a:spcBef>
              <a:buFont typeface="Wingdings"/>
              <a:buChar char=""/>
              <a:tabLst>
                <a:tab pos="337185" algn="l"/>
                <a:tab pos="451484" algn="l"/>
              </a:tabLst>
            </a:pPr>
            <a:r>
              <a:rPr dirty="0" sz="3000">
                <a:solidFill>
                  <a:srgbClr val="555248"/>
                </a:solidFill>
                <a:latin typeface="Times New Roman"/>
                <a:cs typeface="Times New Roman"/>
              </a:rPr>
              <a:t>	</a:t>
            </a:r>
            <a:r>
              <a:rPr dirty="0" sz="3000" b="1">
                <a:latin typeface="Trebuchet MS"/>
                <a:cs typeface="Trebuchet MS"/>
              </a:rPr>
              <a:t>Stopping</a:t>
            </a:r>
            <a:r>
              <a:rPr dirty="0" sz="3000" spc="-9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the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servo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motor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through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an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ultrasonic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sensor </a:t>
            </a:r>
            <a:r>
              <a:rPr dirty="0" sz="3000" b="1">
                <a:latin typeface="Trebuchet MS"/>
                <a:cs typeface="Trebuchet MS"/>
              </a:rPr>
              <a:t>(sudden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stop)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37185" algn="l"/>
              </a:tabLst>
            </a:pPr>
            <a:r>
              <a:rPr dirty="0" sz="2000" spc="-50">
                <a:solidFill>
                  <a:srgbClr val="555248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555248"/>
                </a:solidFill>
                <a:latin typeface="Calibri"/>
                <a:cs typeface="Calibri"/>
              </a:rPr>
              <a:t>	</a:t>
            </a:r>
            <a:r>
              <a:rPr dirty="0" sz="2000" b="1">
                <a:latin typeface="Trebuchet MS"/>
                <a:cs typeface="Trebuchet MS"/>
              </a:rPr>
              <a:t>Equipment</a:t>
            </a:r>
            <a:r>
              <a:rPr dirty="0" sz="2000" spc="-8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used: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,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ultrasonic</a:t>
            </a:r>
            <a:r>
              <a:rPr dirty="0" sz="2000" spc="-75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sensor,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servo</a:t>
            </a:r>
            <a:r>
              <a:rPr dirty="0" sz="2000" spc="-6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motor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1817" y="3448622"/>
            <a:ext cx="4278528" cy="24616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90133" y="3410356"/>
            <a:ext cx="77978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222</a:t>
            </a:r>
            <a:r>
              <a:rPr dirty="0" sz="1600" spc="-25" b="1">
                <a:latin typeface="Arial"/>
                <a:cs typeface="Arial"/>
              </a:rPr>
              <a:t> mm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125</a:t>
            </a:r>
            <a:r>
              <a:rPr dirty="0" sz="1600" spc="-25" b="1">
                <a:latin typeface="Arial"/>
                <a:cs typeface="Arial"/>
              </a:rPr>
              <a:t> mm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5480" y="3919778"/>
            <a:ext cx="722630" cy="260350"/>
          </a:xfrm>
          <a:prstGeom prst="rect">
            <a:avLst/>
          </a:prstGeom>
          <a:ln w="57150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985">
              <a:lnSpc>
                <a:spcPts val="1845"/>
              </a:lnSpc>
            </a:pPr>
            <a:r>
              <a:rPr dirty="0" sz="1600" b="1">
                <a:latin typeface="Arial"/>
                <a:cs typeface="Arial"/>
              </a:rPr>
              <a:t>40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mm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0133" y="4141871"/>
            <a:ext cx="779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267</a:t>
            </a:r>
            <a:r>
              <a:rPr dirty="0" sz="1600" spc="-25" b="1">
                <a:latin typeface="Arial"/>
                <a:cs typeface="Arial"/>
              </a:rPr>
              <a:t> mm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7412" y="3830224"/>
            <a:ext cx="1165860" cy="171450"/>
            <a:chOff x="5887412" y="3830224"/>
            <a:chExt cx="1165860" cy="171450"/>
          </a:xfrm>
        </p:grpSpPr>
        <p:sp>
          <p:nvSpPr>
            <p:cNvPr id="9" name="object 9"/>
            <p:cNvSpPr/>
            <p:nvPr/>
          </p:nvSpPr>
          <p:spPr>
            <a:xfrm>
              <a:off x="5915987" y="3914265"/>
              <a:ext cx="994410" cy="53975"/>
            </a:xfrm>
            <a:custGeom>
              <a:avLst/>
              <a:gdLst/>
              <a:ahLst/>
              <a:cxnLst/>
              <a:rect l="l" t="t" r="r" b="b"/>
              <a:pathLst>
                <a:path w="994409" h="53975">
                  <a:moveTo>
                    <a:pt x="0" y="53911"/>
                  </a:moveTo>
                  <a:lnTo>
                    <a:pt x="994333" y="0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77155" y="3830224"/>
              <a:ext cx="175895" cy="171450"/>
            </a:xfrm>
            <a:custGeom>
              <a:avLst/>
              <a:gdLst/>
              <a:ahLst/>
              <a:cxnLst/>
              <a:rect l="l" t="t" r="r" b="b"/>
              <a:pathLst>
                <a:path w="175895" h="171450">
                  <a:moveTo>
                    <a:pt x="0" y="0"/>
                  </a:moveTo>
                  <a:lnTo>
                    <a:pt x="9283" y="171196"/>
                  </a:lnTo>
                  <a:lnTo>
                    <a:pt x="175831" y="76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253524" y="3581593"/>
            <a:ext cx="274701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Motor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speed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stop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when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less </a:t>
            </a:r>
            <a:r>
              <a:rPr dirty="0" sz="1600" b="1">
                <a:latin typeface="Arial"/>
                <a:cs typeface="Arial"/>
              </a:rPr>
              <a:t>than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50mm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94359" y="3811173"/>
            <a:ext cx="1361440" cy="1591310"/>
            <a:chOff x="8294359" y="3811173"/>
            <a:chExt cx="1361440" cy="1591310"/>
          </a:xfrm>
        </p:grpSpPr>
        <p:pic>
          <p:nvPicPr>
            <p:cNvPr id="13" name="object 13" descr="검은색, 어두운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4359" y="4199097"/>
              <a:ext cx="1360916" cy="120283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024701" y="3839748"/>
              <a:ext cx="85090" cy="208915"/>
            </a:xfrm>
            <a:custGeom>
              <a:avLst/>
              <a:gdLst/>
              <a:ahLst/>
              <a:cxnLst/>
              <a:rect l="l" t="t" r="r" b="b"/>
              <a:pathLst>
                <a:path w="85090" h="208914">
                  <a:moveTo>
                    <a:pt x="84835" y="0"/>
                  </a:moveTo>
                  <a:lnTo>
                    <a:pt x="0" y="208432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956065" y="3989392"/>
              <a:ext cx="159385" cy="191135"/>
            </a:xfrm>
            <a:custGeom>
              <a:avLst/>
              <a:gdLst/>
              <a:ahLst/>
              <a:cxnLst/>
              <a:rect l="l" t="t" r="r" b="b"/>
              <a:pathLst>
                <a:path w="159384" h="191135">
                  <a:moveTo>
                    <a:pt x="0" y="0"/>
                  </a:moveTo>
                  <a:lnTo>
                    <a:pt x="14770" y="191122"/>
                  </a:lnTo>
                  <a:lnTo>
                    <a:pt x="158800" y="6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90</a:t>
            </a:fld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Temp</a:t>
            </a:r>
            <a:r>
              <a:rPr dirty="0" spc="360"/>
              <a:t> </a:t>
            </a:r>
            <a:r>
              <a:rPr dirty="0"/>
              <a:t>–</a:t>
            </a:r>
            <a:r>
              <a:rPr dirty="0" spc="370"/>
              <a:t> </a:t>
            </a:r>
            <a:r>
              <a:rPr dirty="0" spc="95"/>
              <a:t>More</a:t>
            </a:r>
            <a:r>
              <a:rPr dirty="0" spc="365"/>
              <a:t> </a:t>
            </a:r>
            <a:r>
              <a:rPr dirty="0" spc="105"/>
              <a:t>Problem2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90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93657" y="1136475"/>
            <a:ext cx="10411460" cy="449199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35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spc="-10" b="1">
                <a:latin typeface="Trebuchet MS"/>
                <a:cs typeface="Trebuchet MS"/>
              </a:rPr>
              <a:t>Implementation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of</a:t>
            </a:r>
            <a:r>
              <a:rPr dirty="0" sz="3000" spc="-4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</a:t>
            </a:r>
            <a:r>
              <a:rPr dirty="0" sz="3000" spc="-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safe</a:t>
            </a:r>
            <a:r>
              <a:rPr dirty="0" sz="3000" spc="-4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start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system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for</a:t>
            </a:r>
            <a:r>
              <a:rPr dirty="0" sz="3000" spc="-2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child</a:t>
            </a:r>
            <a:endParaRPr sz="3000">
              <a:latin typeface="Trebuchet MS"/>
              <a:cs typeface="Trebuchet MS"/>
            </a:endParaRPr>
          </a:p>
          <a:p>
            <a:pPr marL="337185" indent="-324485">
              <a:lnSpc>
                <a:spcPct val="100000"/>
              </a:lnSpc>
              <a:spcBef>
                <a:spcPts val="625"/>
              </a:spcBef>
              <a:buClr>
                <a:srgbClr val="555248"/>
              </a:buClr>
              <a:buFont typeface="Calibri"/>
              <a:buChar char="-"/>
              <a:tabLst>
                <a:tab pos="337185" algn="l"/>
              </a:tabLst>
            </a:pPr>
            <a:r>
              <a:rPr dirty="0" sz="2000" b="1">
                <a:latin typeface="Trebuchet MS"/>
                <a:cs typeface="Trebuchet MS"/>
              </a:rPr>
              <a:t>Equipment</a:t>
            </a:r>
            <a:r>
              <a:rPr dirty="0" sz="2000" spc="-10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used:</a:t>
            </a:r>
            <a:r>
              <a:rPr dirty="0" sz="2000" spc="-7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Variable</a:t>
            </a:r>
            <a:r>
              <a:rPr dirty="0" sz="2000" spc="-9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resistance,</a:t>
            </a:r>
            <a:r>
              <a:rPr dirty="0" sz="2000" spc="-9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ultrasonic</a:t>
            </a:r>
            <a:r>
              <a:rPr dirty="0" sz="2000" spc="-9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sensor</a:t>
            </a:r>
            <a:endParaRPr sz="2000">
              <a:latin typeface="Trebuchet MS"/>
              <a:cs typeface="Trebuchet MS"/>
            </a:endParaRPr>
          </a:p>
          <a:p>
            <a:pPr marL="337185" indent="-324485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Font typeface="Calibri"/>
              <a:buChar char="-"/>
              <a:tabLst>
                <a:tab pos="337185" algn="l"/>
              </a:tabLst>
            </a:pPr>
            <a:r>
              <a:rPr dirty="0" sz="2000" spc="-10" b="1">
                <a:latin typeface="Trebuchet MS"/>
                <a:cs typeface="Trebuchet MS"/>
              </a:rPr>
              <a:t>Condition</a:t>
            </a:r>
            <a:endParaRPr sz="2000">
              <a:latin typeface="Trebuchet MS"/>
              <a:cs typeface="Trebuchet MS"/>
            </a:endParaRPr>
          </a:p>
          <a:p>
            <a:pPr marL="469900" marR="387985" indent="-457200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AutoNum type="arabicPeriod"/>
              <a:tabLst>
                <a:tab pos="469900" algn="l"/>
              </a:tabLst>
            </a:pPr>
            <a:r>
              <a:rPr dirty="0" sz="2000" b="1">
                <a:latin typeface="Trebuchet MS"/>
                <a:cs typeface="Trebuchet MS"/>
              </a:rPr>
              <a:t>It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assumed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that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seat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belt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of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baby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seat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for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infants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tightening</a:t>
            </a:r>
            <a:r>
              <a:rPr dirty="0" sz="2000" spc="-6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method, </a:t>
            </a:r>
            <a:r>
              <a:rPr dirty="0" sz="2000" b="1">
                <a:latin typeface="Trebuchet MS"/>
                <a:cs typeface="Trebuchet MS"/>
              </a:rPr>
              <a:t>that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is,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variable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resistance.</a:t>
            </a:r>
            <a:endParaRPr sz="20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AutoNum type="arabicPeriod"/>
              <a:tabLst>
                <a:tab pos="469265" algn="l"/>
              </a:tabLst>
            </a:pPr>
            <a:r>
              <a:rPr dirty="0" sz="2000" b="1">
                <a:latin typeface="Trebuchet MS"/>
                <a:cs typeface="Trebuchet MS"/>
              </a:rPr>
              <a:t>Detected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by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ultrasonic</a:t>
            </a:r>
            <a:r>
              <a:rPr dirty="0" sz="2000" spc="-6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sensors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to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check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if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child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close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to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backrest.</a:t>
            </a:r>
            <a:endParaRPr sz="20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AutoNum type="arabicPeriod"/>
              <a:tabLst>
                <a:tab pos="469900" algn="l"/>
              </a:tabLst>
            </a:pPr>
            <a:r>
              <a:rPr dirty="0" sz="2000" b="1">
                <a:latin typeface="Trebuchet MS"/>
                <a:cs typeface="Trebuchet MS"/>
              </a:rPr>
              <a:t>Only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when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seat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belt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tightly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fastened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in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baby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seat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and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child</a:t>
            </a:r>
            <a:r>
              <a:rPr dirty="0" sz="2000" spc="-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close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to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backrest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controllable</a:t>
            </a:r>
            <a:endParaRPr sz="20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AutoNum type="arabicPeriod" startAt="4"/>
              <a:tabLst>
                <a:tab pos="469265" algn="l"/>
              </a:tabLst>
            </a:pP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1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control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signal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uses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serial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communication.</a:t>
            </a:r>
            <a:endParaRPr sz="2000">
              <a:latin typeface="Trebuchet MS"/>
              <a:cs typeface="Trebuchet MS"/>
            </a:endParaRPr>
          </a:p>
          <a:p>
            <a:pPr marL="469900" marR="26034" indent="-457200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AutoNum type="arabicPeriod" startAt="4"/>
              <a:tabLst>
                <a:tab pos="469900" algn="l"/>
              </a:tabLst>
            </a:pP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control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signal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activated</a:t>
            </a:r>
            <a:r>
              <a:rPr dirty="0" sz="2000" spc="-6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when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"G"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sent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as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serial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communication,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and </a:t>
            </a:r>
            <a:r>
              <a:rPr dirty="0" sz="2000" b="1">
                <a:latin typeface="Trebuchet MS"/>
                <a:cs typeface="Trebuchet MS"/>
              </a:rPr>
              <a:t>stopped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when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"S"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sent</a:t>
            </a:r>
            <a:r>
              <a:rPr dirty="0" sz="2000" spc="-20" b="1">
                <a:latin typeface="맑은 고딕"/>
                <a:cs typeface="맑은 고딕"/>
              </a:rPr>
              <a:t>.</a:t>
            </a:r>
            <a:endParaRPr sz="2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Temp</a:t>
            </a:r>
            <a:r>
              <a:rPr dirty="0" spc="365"/>
              <a:t> </a:t>
            </a:r>
            <a:r>
              <a:rPr dirty="0"/>
              <a:t>–</a:t>
            </a:r>
            <a:r>
              <a:rPr dirty="0" spc="370"/>
              <a:t> </a:t>
            </a:r>
            <a:r>
              <a:rPr dirty="0" spc="95"/>
              <a:t>More</a:t>
            </a:r>
            <a:r>
              <a:rPr dirty="0" spc="365"/>
              <a:t> </a:t>
            </a:r>
            <a:r>
              <a:rPr dirty="0" spc="105"/>
              <a:t>Problem2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657" y="1255110"/>
            <a:ext cx="11696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6550" algn="l"/>
              </a:tabLst>
            </a:pPr>
            <a:r>
              <a:rPr dirty="0" sz="3000" spc="-20" b="1">
                <a:latin typeface="Trebuchet MS"/>
                <a:cs typeface="Trebuchet MS"/>
              </a:rPr>
              <a:t>Case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8758" y="4030194"/>
            <a:ext cx="647700" cy="295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80"/>
              </a:lnSpc>
            </a:pPr>
            <a:r>
              <a:rPr dirty="0" sz="2000" b="1">
                <a:latin typeface="Trebuchet MS"/>
                <a:cs typeface="Trebuchet MS"/>
              </a:rPr>
              <a:t>e</a:t>
            </a:r>
            <a:r>
              <a:rPr dirty="0" sz="2000" spc="-5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con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3644" y="1791558"/>
            <a:ext cx="7709534" cy="2846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Clr>
                <a:srgbClr val="555248"/>
              </a:buClr>
              <a:buAutoNum type="arabicPeriod"/>
              <a:tabLst>
                <a:tab pos="527685" algn="l"/>
              </a:tabLst>
            </a:pPr>
            <a:r>
              <a:rPr dirty="0" sz="2000" b="1">
                <a:latin typeface="Trebuchet MS"/>
                <a:cs typeface="Trebuchet MS"/>
              </a:rPr>
              <a:t>If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your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child</a:t>
            </a:r>
            <a:r>
              <a:rPr dirty="0" sz="2000" spc="-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safely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seated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in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baby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seat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dirty="0" sz="2000" spc="-20" b="1">
                <a:latin typeface="Trebuchet MS"/>
                <a:cs typeface="Trebuchet MS"/>
              </a:rPr>
              <a:t>-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variable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resistance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value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read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very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large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value.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dirty="0" sz="2000" spc="-20" b="1">
                <a:latin typeface="Trebuchet MS"/>
                <a:cs typeface="Trebuchet MS"/>
              </a:rPr>
              <a:t>-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6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ultrasonic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sensor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value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read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large.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dirty="0" sz="2000" b="1">
                <a:latin typeface="Trebuchet MS"/>
                <a:cs typeface="Trebuchet MS"/>
              </a:rPr>
              <a:t>-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LED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lights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up.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dirty="0" sz="2000" spc="-20" b="1">
                <a:latin typeface="Trebuchet MS"/>
                <a:cs typeface="Trebuchet MS"/>
              </a:rPr>
              <a:t>-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1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Send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</a:t>
            </a:r>
            <a:r>
              <a:rPr dirty="0" sz="2000" spc="-1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control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signal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to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control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10" b="1">
                <a:latin typeface="Trebuchet MS"/>
                <a:cs typeface="Trebuchet MS"/>
              </a:rPr>
              <a:t> motor.</a:t>
            </a:r>
            <a:endParaRPr sz="2000">
              <a:latin typeface="Trebuchet MS"/>
              <a:cs typeface="Trebuchet MS"/>
            </a:endParaRPr>
          </a:p>
          <a:p>
            <a:pPr marL="527685" indent="-514984">
              <a:lnSpc>
                <a:spcPct val="100000"/>
              </a:lnSpc>
              <a:spcBef>
                <a:spcPts val="600"/>
              </a:spcBef>
              <a:buClr>
                <a:srgbClr val="555248"/>
              </a:buClr>
              <a:buAutoNum type="arabicPeriod" startAt="2"/>
              <a:tabLst>
                <a:tab pos="527685" algn="l"/>
              </a:tabLst>
            </a:pPr>
            <a:r>
              <a:rPr dirty="0" sz="2000" b="1">
                <a:latin typeface="Trebuchet MS"/>
                <a:cs typeface="Trebuchet MS"/>
              </a:rPr>
              <a:t>Other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cases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dirty="0" sz="2000" spc="-20" b="1">
                <a:latin typeface="Trebuchet MS"/>
                <a:cs typeface="Trebuchet MS"/>
              </a:rPr>
              <a:t>-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LED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lights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out.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dirty="0" sz="2000" spc="-20" b="1">
                <a:latin typeface="Trebuchet MS"/>
                <a:cs typeface="Trebuchet MS"/>
              </a:rPr>
              <a:t>-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1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Even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if</a:t>
            </a:r>
            <a:r>
              <a:rPr dirty="0" sz="2000" spc="-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control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signal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sent,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cannot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  <a:spcBef>
                <a:spcPts val="5"/>
              </a:spcBef>
            </a:pPr>
            <a:r>
              <a:rPr dirty="0" sz="2000" spc="-20" b="1">
                <a:latin typeface="Trebuchet MS"/>
                <a:cs typeface="Trebuchet MS"/>
              </a:rPr>
              <a:t>-</a:t>
            </a:r>
            <a:r>
              <a:rPr dirty="0" sz="2000" b="1">
                <a:latin typeface="Trebuchet MS"/>
                <a:cs typeface="Trebuchet MS"/>
              </a:rPr>
              <a:t>&gt;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If</a:t>
            </a:r>
            <a:r>
              <a:rPr dirty="0" sz="2000" spc="-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the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motor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is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running,</a:t>
            </a:r>
            <a:r>
              <a:rPr dirty="0" sz="2000" spc="-6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stop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immediately.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73600" y="1970650"/>
            <a:ext cx="3411854" cy="3277870"/>
            <a:chOff x="8173600" y="1970650"/>
            <a:chExt cx="3411854" cy="32778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1479" y="1978520"/>
              <a:ext cx="3395573" cy="326189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179950" y="1977000"/>
              <a:ext cx="3399154" cy="3265170"/>
            </a:xfrm>
            <a:custGeom>
              <a:avLst/>
              <a:gdLst/>
              <a:ahLst/>
              <a:cxnLst/>
              <a:rect l="l" t="t" r="r" b="b"/>
              <a:pathLst>
                <a:path w="3399154" h="3265170">
                  <a:moveTo>
                    <a:pt x="0" y="544169"/>
                  </a:moveTo>
                  <a:lnTo>
                    <a:pt x="1997" y="497217"/>
                  </a:lnTo>
                  <a:lnTo>
                    <a:pt x="7880" y="451373"/>
                  </a:lnTo>
                  <a:lnTo>
                    <a:pt x="17486" y="406802"/>
                  </a:lnTo>
                  <a:lnTo>
                    <a:pt x="30650" y="363666"/>
                  </a:lnTo>
                  <a:lnTo>
                    <a:pt x="47211" y="322130"/>
                  </a:lnTo>
                  <a:lnTo>
                    <a:pt x="67004" y="282356"/>
                  </a:lnTo>
                  <a:lnTo>
                    <a:pt x="89866" y="244508"/>
                  </a:lnTo>
                  <a:lnTo>
                    <a:pt x="115634" y="208749"/>
                  </a:lnTo>
                  <a:lnTo>
                    <a:pt x="144144" y="175242"/>
                  </a:lnTo>
                  <a:lnTo>
                    <a:pt x="175233" y="144151"/>
                  </a:lnTo>
                  <a:lnTo>
                    <a:pt x="208738" y="115640"/>
                  </a:lnTo>
                  <a:lnTo>
                    <a:pt x="244496" y="89871"/>
                  </a:lnTo>
                  <a:lnTo>
                    <a:pt x="282342" y="67007"/>
                  </a:lnTo>
                  <a:lnTo>
                    <a:pt x="322114" y="47213"/>
                  </a:lnTo>
                  <a:lnTo>
                    <a:pt x="363649" y="30652"/>
                  </a:lnTo>
                  <a:lnTo>
                    <a:pt x="406782" y="17487"/>
                  </a:lnTo>
                  <a:lnTo>
                    <a:pt x="451352" y="7880"/>
                  </a:lnTo>
                  <a:lnTo>
                    <a:pt x="497193" y="1997"/>
                  </a:lnTo>
                  <a:lnTo>
                    <a:pt x="544144" y="0"/>
                  </a:lnTo>
                  <a:lnTo>
                    <a:pt x="2854477" y="0"/>
                  </a:lnTo>
                  <a:lnTo>
                    <a:pt x="2901427" y="1997"/>
                  </a:lnTo>
                  <a:lnTo>
                    <a:pt x="2947269" y="7880"/>
                  </a:lnTo>
                  <a:lnTo>
                    <a:pt x="2991838" y="17487"/>
                  </a:lnTo>
                  <a:lnTo>
                    <a:pt x="3034972" y="30652"/>
                  </a:lnTo>
                  <a:lnTo>
                    <a:pt x="3076506" y="47213"/>
                  </a:lnTo>
                  <a:lnTo>
                    <a:pt x="3116278" y="67007"/>
                  </a:lnTo>
                  <a:lnTo>
                    <a:pt x="3154125" y="89871"/>
                  </a:lnTo>
                  <a:lnTo>
                    <a:pt x="3189882" y="115640"/>
                  </a:lnTo>
                  <a:lnTo>
                    <a:pt x="3223387" y="144151"/>
                  </a:lnTo>
                  <a:lnTo>
                    <a:pt x="3254477" y="175242"/>
                  </a:lnTo>
                  <a:lnTo>
                    <a:pt x="3282987" y="208749"/>
                  </a:lnTo>
                  <a:lnTo>
                    <a:pt x="3308755" y="244508"/>
                  </a:lnTo>
                  <a:lnTo>
                    <a:pt x="3331617" y="282356"/>
                  </a:lnTo>
                  <a:lnTo>
                    <a:pt x="3351410" y="322130"/>
                  </a:lnTo>
                  <a:lnTo>
                    <a:pt x="3367970" y="363666"/>
                  </a:lnTo>
                  <a:lnTo>
                    <a:pt x="3381135" y="406802"/>
                  </a:lnTo>
                  <a:lnTo>
                    <a:pt x="3390741" y="451373"/>
                  </a:lnTo>
                  <a:lnTo>
                    <a:pt x="3396624" y="497217"/>
                  </a:lnTo>
                  <a:lnTo>
                    <a:pt x="3398621" y="544169"/>
                  </a:lnTo>
                  <a:lnTo>
                    <a:pt x="3398621" y="2720771"/>
                  </a:lnTo>
                  <a:lnTo>
                    <a:pt x="3396624" y="2767726"/>
                  </a:lnTo>
                  <a:lnTo>
                    <a:pt x="3390741" y="2813571"/>
                  </a:lnTo>
                  <a:lnTo>
                    <a:pt x="3381135" y="2858143"/>
                  </a:lnTo>
                  <a:lnTo>
                    <a:pt x="3367970" y="2901279"/>
                  </a:lnTo>
                  <a:lnTo>
                    <a:pt x="3351410" y="2942816"/>
                  </a:lnTo>
                  <a:lnTo>
                    <a:pt x="3331617" y="2982590"/>
                  </a:lnTo>
                  <a:lnTo>
                    <a:pt x="3308755" y="3020438"/>
                  </a:lnTo>
                  <a:lnTo>
                    <a:pt x="3282987" y="3056197"/>
                  </a:lnTo>
                  <a:lnTo>
                    <a:pt x="3254477" y="3089703"/>
                  </a:lnTo>
                  <a:lnTo>
                    <a:pt x="3223387" y="3120794"/>
                  </a:lnTo>
                  <a:lnTo>
                    <a:pt x="3189882" y="3149305"/>
                  </a:lnTo>
                  <a:lnTo>
                    <a:pt x="3154125" y="3175073"/>
                  </a:lnTo>
                  <a:lnTo>
                    <a:pt x="3116278" y="3197936"/>
                  </a:lnTo>
                  <a:lnTo>
                    <a:pt x="3076506" y="3217729"/>
                  </a:lnTo>
                  <a:lnTo>
                    <a:pt x="3034972" y="3234290"/>
                  </a:lnTo>
                  <a:lnTo>
                    <a:pt x="2991838" y="3247455"/>
                  </a:lnTo>
                  <a:lnTo>
                    <a:pt x="2947269" y="3257060"/>
                  </a:lnTo>
                  <a:lnTo>
                    <a:pt x="2901427" y="3262944"/>
                  </a:lnTo>
                  <a:lnTo>
                    <a:pt x="2854477" y="3264941"/>
                  </a:lnTo>
                  <a:lnTo>
                    <a:pt x="544144" y="3264941"/>
                  </a:lnTo>
                  <a:lnTo>
                    <a:pt x="497193" y="3262944"/>
                  </a:lnTo>
                  <a:lnTo>
                    <a:pt x="451352" y="3257060"/>
                  </a:lnTo>
                  <a:lnTo>
                    <a:pt x="406782" y="3247455"/>
                  </a:lnTo>
                  <a:lnTo>
                    <a:pt x="363649" y="3234290"/>
                  </a:lnTo>
                  <a:lnTo>
                    <a:pt x="322114" y="3217729"/>
                  </a:lnTo>
                  <a:lnTo>
                    <a:pt x="282342" y="3197936"/>
                  </a:lnTo>
                  <a:lnTo>
                    <a:pt x="244496" y="3175073"/>
                  </a:lnTo>
                  <a:lnTo>
                    <a:pt x="208738" y="3149305"/>
                  </a:lnTo>
                  <a:lnTo>
                    <a:pt x="175233" y="3120794"/>
                  </a:lnTo>
                  <a:lnTo>
                    <a:pt x="144144" y="3089703"/>
                  </a:lnTo>
                  <a:lnTo>
                    <a:pt x="115634" y="3056197"/>
                  </a:lnTo>
                  <a:lnTo>
                    <a:pt x="89866" y="3020438"/>
                  </a:lnTo>
                  <a:lnTo>
                    <a:pt x="67004" y="2982590"/>
                  </a:lnTo>
                  <a:lnTo>
                    <a:pt x="47211" y="2942816"/>
                  </a:lnTo>
                  <a:lnTo>
                    <a:pt x="30650" y="2901279"/>
                  </a:lnTo>
                  <a:lnTo>
                    <a:pt x="17486" y="2858143"/>
                  </a:lnTo>
                  <a:lnTo>
                    <a:pt x="7880" y="2813571"/>
                  </a:lnTo>
                  <a:lnTo>
                    <a:pt x="1997" y="2767726"/>
                  </a:lnTo>
                  <a:lnTo>
                    <a:pt x="0" y="2720771"/>
                  </a:lnTo>
                  <a:lnTo>
                    <a:pt x="0" y="5441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5999" y="2606840"/>
              <a:ext cx="2566733" cy="23795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634475" y="2605316"/>
              <a:ext cx="2569845" cy="2383155"/>
            </a:xfrm>
            <a:custGeom>
              <a:avLst/>
              <a:gdLst/>
              <a:ahLst/>
              <a:cxnLst/>
              <a:rect l="l" t="t" r="r" b="b"/>
              <a:pathLst>
                <a:path w="2569845" h="2383154">
                  <a:moveTo>
                    <a:pt x="0" y="0"/>
                  </a:moveTo>
                  <a:lnTo>
                    <a:pt x="2569781" y="0"/>
                  </a:lnTo>
                  <a:lnTo>
                    <a:pt x="2569781" y="2382621"/>
                  </a:lnTo>
                  <a:lnTo>
                    <a:pt x="0" y="238262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454927" y="3527897"/>
            <a:ext cx="9417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latin typeface="Trebuchet MS"/>
                <a:cs typeface="Trebuchet MS"/>
              </a:rPr>
              <a:t>child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95566" y="2779774"/>
            <a:ext cx="2247900" cy="630555"/>
            <a:chOff x="8795566" y="2779774"/>
            <a:chExt cx="2247900" cy="630555"/>
          </a:xfrm>
        </p:grpSpPr>
        <p:sp>
          <p:nvSpPr>
            <p:cNvPr id="13" name="object 13"/>
            <p:cNvSpPr/>
            <p:nvPr/>
          </p:nvSpPr>
          <p:spPr>
            <a:xfrm>
              <a:off x="8809790" y="2793998"/>
              <a:ext cx="2219325" cy="601980"/>
            </a:xfrm>
            <a:custGeom>
              <a:avLst/>
              <a:gdLst/>
              <a:ahLst/>
              <a:cxnLst/>
              <a:rect l="l" t="t" r="r" b="b"/>
              <a:pathLst>
                <a:path w="2219325" h="601979">
                  <a:moveTo>
                    <a:pt x="2118893" y="0"/>
                  </a:moveTo>
                  <a:lnTo>
                    <a:pt x="100266" y="0"/>
                  </a:lnTo>
                  <a:lnTo>
                    <a:pt x="61239" y="7879"/>
                  </a:lnTo>
                  <a:lnTo>
                    <a:pt x="29368" y="29368"/>
                  </a:lnTo>
                  <a:lnTo>
                    <a:pt x="7879" y="61239"/>
                  </a:lnTo>
                  <a:lnTo>
                    <a:pt x="0" y="100266"/>
                  </a:lnTo>
                  <a:lnTo>
                    <a:pt x="0" y="501319"/>
                  </a:lnTo>
                  <a:lnTo>
                    <a:pt x="7879" y="540344"/>
                  </a:lnTo>
                  <a:lnTo>
                    <a:pt x="29368" y="572211"/>
                  </a:lnTo>
                  <a:lnTo>
                    <a:pt x="61239" y="593695"/>
                  </a:lnTo>
                  <a:lnTo>
                    <a:pt x="100266" y="601573"/>
                  </a:lnTo>
                  <a:lnTo>
                    <a:pt x="2118893" y="601573"/>
                  </a:lnTo>
                  <a:lnTo>
                    <a:pt x="2157920" y="593695"/>
                  </a:lnTo>
                  <a:lnTo>
                    <a:pt x="2189791" y="572211"/>
                  </a:lnTo>
                  <a:lnTo>
                    <a:pt x="2211279" y="540344"/>
                  </a:lnTo>
                  <a:lnTo>
                    <a:pt x="2219159" y="501319"/>
                  </a:lnTo>
                  <a:lnTo>
                    <a:pt x="2219159" y="100266"/>
                  </a:lnTo>
                  <a:lnTo>
                    <a:pt x="2211279" y="61239"/>
                  </a:lnTo>
                  <a:lnTo>
                    <a:pt x="2189791" y="29368"/>
                  </a:lnTo>
                  <a:lnTo>
                    <a:pt x="2157920" y="7879"/>
                  </a:lnTo>
                  <a:lnTo>
                    <a:pt x="2118893" y="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808266" y="2792474"/>
              <a:ext cx="2222500" cy="605155"/>
            </a:xfrm>
            <a:custGeom>
              <a:avLst/>
              <a:gdLst/>
              <a:ahLst/>
              <a:cxnLst/>
              <a:rect l="l" t="t" r="r" b="b"/>
              <a:pathLst>
                <a:path w="2222500" h="605154">
                  <a:moveTo>
                    <a:pt x="0" y="100774"/>
                  </a:moveTo>
                  <a:lnTo>
                    <a:pt x="7889" y="61550"/>
                  </a:lnTo>
                  <a:lnTo>
                    <a:pt x="29405" y="29517"/>
                  </a:lnTo>
                  <a:lnTo>
                    <a:pt x="61320" y="7920"/>
                  </a:lnTo>
                  <a:lnTo>
                    <a:pt x="100406" y="0"/>
                  </a:lnTo>
                  <a:lnTo>
                    <a:pt x="2121801" y="0"/>
                  </a:lnTo>
                  <a:lnTo>
                    <a:pt x="2160882" y="7920"/>
                  </a:lnTo>
                  <a:lnTo>
                    <a:pt x="2192797" y="29517"/>
                  </a:lnTo>
                  <a:lnTo>
                    <a:pt x="2214316" y="61550"/>
                  </a:lnTo>
                  <a:lnTo>
                    <a:pt x="2222207" y="100774"/>
                  </a:lnTo>
                  <a:lnTo>
                    <a:pt x="2222207" y="503859"/>
                  </a:lnTo>
                  <a:lnTo>
                    <a:pt x="2214316" y="543081"/>
                  </a:lnTo>
                  <a:lnTo>
                    <a:pt x="2192797" y="575109"/>
                  </a:lnTo>
                  <a:lnTo>
                    <a:pt x="2160882" y="596703"/>
                  </a:lnTo>
                  <a:lnTo>
                    <a:pt x="2121801" y="604621"/>
                  </a:lnTo>
                  <a:lnTo>
                    <a:pt x="100406" y="604621"/>
                  </a:lnTo>
                  <a:lnTo>
                    <a:pt x="61320" y="596703"/>
                  </a:lnTo>
                  <a:lnTo>
                    <a:pt x="29405" y="575109"/>
                  </a:lnTo>
                  <a:lnTo>
                    <a:pt x="7889" y="543081"/>
                  </a:lnTo>
                  <a:lnTo>
                    <a:pt x="0" y="503859"/>
                  </a:lnTo>
                  <a:lnTo>
                    <a:pt x="0" y="10077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824910" y="2832153"/>
            <a:ext cx="218948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3410" marR="273050" indent="-33401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rebuchet MS"/>
                <a:cs typeface="Trebuchet MS"/>
              </a:rPr>
              <a:t>Ultrasonic</a:t>
            </a:r>
            <a:r>
              <a:rPr dirty="0" sz="1600" spc="-11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sensor (backrest)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6254" y="2099027"/>
            <a:ext cx="8451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맑은 고딕"/>
                <a:cs typeface="맑은 고딕"/>
              </a:rPr>
              <a:t>chair</a:t>
            </a:r>
            <a:endParaRPr sz="2800">
              <a:latin typeface="맑은 고딕"/>
              <a:cs typeface="맑은 고딕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863931" y="3730456"/>
            <a:ext cx="1590040" cy="1148715"/>
            <a:chOff x="8863931" y="3730456"/>
            <a:chExt cx="1590040" cy="1148715"/>
          </a:xfrm>
        </p:grpSpPr>
        <p:sp>
          <p:nvSpPr>
            <p:cNvPr id="18" name="object 18"/>
            <p:cNvSpPr/>
            <p:nvPr/>
          </p:nvSpPr>
          <p:spPr>
            <a:xfrm>
              <a:off x="8876627" y="3743159"/>
              <a:ext cx="1564640" cy="1122680"/>
            </a:xfrm>
            <a:custGeom>
              <a:avLst/>
              <a:gdLst/>
              <a:ahLst/>
              <a:cxnLst/>
              <a:rect l="l" t="t" r="r" b="b"/>
              <a:pathLst>
                <a:path w="1564640" h="1122679">
                  <a:moveTo>
                    <a:pt x="1564106" y="561340"/>
                  </a:moveTo>
                  <a:lnTo>
                    <a:pt x="561479" y="561340"/>
                  </a:lnTo>
                  <a:lnTo>
                    <a:pt x="561479" y="0"/>
                  </a:lnTo>
                  <a:lnTo>
                    <a:pt x="0" y="0"/>
                  </a:lnTo>
                  <a:lnTo>
                    <a:pt x="0" y="561340"/>
                  </a:lnTo>
                  <a:lnTo>
                    <a:pt x="0" y="1122680"/>
                  </a:lnTo>
                  <a:lnTo>
                    <a:pt x="1564106" y="1122680"/>
                  </a:lnTo>
                  <a:lnTo>
                    <a:pt x="1564106" y="561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876631" y="3743156"/>
              <a:ext cx="1564640" cy="1123315"/>
            </a:xfrm>
            <a:custGeom>
              <a:avLst/>
              <a:gdLst/>
              <a:ahLst/>
              <a:cxnLst/>
              <a:rect l="l" t="t" r="r" b="b"/>
              <a:pathLst>
                <a:path w="1564640" h="1123314">
                  <a:moveTo>
                    <a:pt x="0" y="0"/>
                  </a:moveTo>
                  <a:lnTo>
                    <a:pt x="561479" y="0"/>
                  </a:lnTo>
                  <a:lnTo>
                    <a:pt x="561479" y="561479"/>
                  </a:lnTo>
                  <a:lnTo>
                    <a:pt x="1564106" y="561479"/>
                  </a:lnTo>
                  <a:lnTo>
                    <a:pt x="1564106" y="1122946"/>
                  </a:lnTo>
                  <a:lnTo>
                    <a:pt x="0" y="112294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635540" y="4001960"/>
            <a:ext cx="17500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38810" algn="l"/>
              </a:tabLst>
            </a:pPr>
            <a:r>
              <a:rPr dirty="0" sz="2000" spc="-50" b="1">
                <a:latin typeface="Trebuchet MS"/>
                <a:cs typeface="Trebuchet MS"/>
              </a:rPr>
              <a:t>b</a:t>
            </a:r>
            <a:r>
              <a:rPr dirty="0" sz="2000" b="1">
                <a:latin typeface="Trebuchet MS"/>
                <a:cs typeface="Trebuchet MS"/>
              </a:rPr>
              <a:t>	</a:t>
            </a:r>
            <a:r>
              <a:rPr dirty="0" baseline="-39930" sz="2400" b="1">
                <a:latin typeface="Trebuchet MS"/>
                <a:cs typeface="Trebuchet MS"/>
              </a:rPr>
              <a:t>V</a:t>
            </a:r>
            <a:r>
              <a:rPr dirty="0" baseline="-39930" sz="2400" spc="-82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trolled.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90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9385732" y="4200810"/>
            <a:ext cx="6705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rebuchet MS"/>
                <a:cs typeface="Trebuchet MS"/>
              </a:rPr>
              <a:t>ariable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57116" y="4444649"/>
            <a:ext cx="10166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7490" marR="5080" indent="-23812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rebuchet MS"/>
                <a:cs typeface="Trebuchet MS"/>
              </a:rPr>
              <a:t>Resistance (Belt)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Temp</a:t>
            </a:r>
            <a:r>
              <a:rPr dirty="0" spc="360"/>
              <a:t> </a:t>
            </a:r>
            <a:r>
              <a:rPr dirty="0"/>
              <a:t>–</a:t>
            </a:r>
            <a:r>
              <a:rPr dirty="0" spc="370"/>
              <a:t> </a:t>
            </a:r>
            <a:r>
              <a:rPr dirty="0" spc="95"/>
              <a:t>More</a:t>
            </a:r>
            <a:r>
              <a:rPr dirty="0" spc="365"/>
              <a:t> </a:t>
            </a:r>
            <a:r>
              <a:rPr dirty="0" spc="105"/>
              <a:t>Problem3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915" marR="508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/>
              <a:t>Rotating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motor</a:t>
            </a:r>
            <a:r>
              <a:rPr dirty="0" spc="-40"/>
              <a:t> </a:t>
            </a:r>
            <a:r>
              <a:rPr dirty="0"/>
              <a:t>by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angle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variable 	resistance=Readjust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variable</a:t>
            </a:r>
            <a:r>
              <a:rPr dirty="0" spc="-35"/>
              <a:t> </a:t>
            </a:r>
            <a:r>
              <a:rPr dirty="0"/>
              <a:t>resistance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10"/>
              <a:t>value </a:t>
            </a:r>
            <a:r>
              <a:rPr dirty="0" spc="-10"/>
              <a:t>	</a:t>
            </a:r>
            <a:r>
              <a:rPr dirty="0"/>
              <a:t>between</a:t>
            </a:r>
            <a:r>
              <a:rPr dirty="0" spc="-55"/>
              <a:t> </a:t>
            </a:r>
            <a:r>
              <a:rPr dirty="0"/>
              <a:t>0~255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value</a:t>
            </a:r>
            <a:r>
              <a:rPr dirty="0" spc="-50"/>
              <a:t> </a:t>
            </a:r>
            <a:r>
              <a:rPr dirty="0"/>
              <a:t>between</a:t>
            </a:r>
            <a:r>
              <a:rPr dirty="0" spc="-50"/>
              <a:t> </a:t>
            </a:r>
            <a:r>
              <a:rPr dirty="0"/>
              <a:t>-5</a:t>
            </a:r>
            <a:r>
              <a:rPr dirty="0" spc="-55"/>
              <a:t> </a:t>
            </a:r>
            <a:r>
              <a:rPr dirty="0"/>
              <a:t>0</a:t>
            </a:r>
            <a:r>
              <a:rPr dirty="0" spc="-50"/>
              <a:t> </a:t>
            </a:r>
            <a:r>
              <a:rPr dirty="0"/>
              <a:t>5</a:t>
            </a:r>
            <a:r>
              <a:rPr dirty="0" spc="-65"/>
              <a:t> </a:t>
            </a:r>
            <a:r>
              <a:rPr dirty="0"/>
              <a:t>(Negative</a:t>
            </a:r>
            <a:r>
              <a:rPr dirty="0" spc="-55"/>
              <a:t> </a:t>
            </a:r>
            <a:r>
              <a:rPr dirty="0" spc="-50"/>
              <a:t>- </a:t>
            </a:r>
            <a:r>
              <a:rPr dirty="0" spc="-50"/>
              <a:t>	</a:t>
            </a:r>
            <a:r>
              <a:rPr dirty="0"/>
              <a:t>Reverse</a:t>
            </a:r>
            <a:r>
              <a:rPr dirty="0" spc="-85"/>
              <a:t> </a:t>
            </a:r>
            <a:r>
              <a:rPr dirty="0"/>
              <a:t>/</a:t>
            </a:r>
            <a:r>
              <a:rPr dirty="0" spc="-65"/>
              <a:t> </a:t>
            </a:r>
            <a:r>
              <a:rPr dirty="0" spc="-10"/>
              <a:t>Positive</a:t>
            </a:r>
            <a:r>
              <a:rPr dirty="0" spc="-75"/>
              <a:t> </a:t>
            </a:r>
            <a:r>
              <a:rPr dirty="0"/>
              <a:t>-</a:t>
            </a:r>
            <a:r>
              <a:rPr dirty="0" spc="-70"/>
              <a:t> </a:t>
            </a:r>
            <a:r>
              <a:rPr dirty="0"/>
              <a:t>Forward</a:t>
            </a:r>
            <a:r>
              <a:rPr dirty="0" spc="-65"/>
              <a:t> </a:t>
            </a:r>
            <a:r>
              <a:rPr dirty="0"/>
              <a:t>/</a:t>
            </a:r>
            <a:r>
              <a:rPr dirty="0" spc="-70"/>
              <a:t> </a:t>
            </a:r>
            <a:r>
              <a:rPr dirty="0"/>
              <a:t>0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/>
              <a:t>Stop)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3657" y="4226910"/>
            <a:ext cx="888428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915" marR="5080" indent="-323850">
              <a:lnSpc>
                <a:spcPct val="100000"/>
              </a:lnSpc>
              <a:spcBef>
                <a:spcPts val="100"/>
              </a:spcBef>
              <a:buClr>
                <a:srgbClr val="555248"/>
              </a:buClr>
              <a:buFont typeface="Wingdings"/>
              <a:buChar char=""/>
              <a:tabLst>
                <a:tab pos="337185" algn="l"/>
              </a:tabLst>
            </a:pPr>
            <a:r>
              <a:rPr dirty="0" sz="3000" b="1">
                <a:latin typeface="Trebuchet MS"/>
                <a:cs typeface="Trebuchet MS"/>
              </a:rPr>
              <a:t>Accelerate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as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the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absolute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value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of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the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variable </a:t>
            </a:r>
            <a:r>
              <a:rPr dirty="0" sz="3000" spc="-10" b="1">
                <a:latin typeface="Trebuchet MS"/>
                <a:cs typeface="Trebuchet MS"/>
              </a:rPr>
              <a:t>	</a:t>
            </a:r>
            <a:r>
              <a:rPr dirty="0" sz="3000" b="1">
                <a:latin typeface="Trebuchet MS"/>
                <a:cs typeface="Trebuchet MS"/>
              </a:rPr>
              <a:t>resistance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increases</a:t>
            </a:r>
            <a:endParaRPr sz="3000">
              <a:latin typeface="Trebuchet MS"/>
              <a:cs typeface="Trebuchet MS"/>
            </a:endParaRPr>
          </a:p>
          <a:p>
            <a:pPr marL="337185">
              <a:lnSpc>
                <a:spcPct val="100000"/>
              </a:lnSpc>
            </a:pPr>
            <a:r>
              <a:rPr dirty="0" sz="3000" spc="-10" b="1">
                <a:latin typeface="Trebuchet MS"/>
                <a:cs typeface="Trebuchet MS"/>
              </a:rPr>
              <a:t>(0</a:t>
            </a:r>
            <a:r>
              <a:rPr dirty="0" sz="3000" spc="-10" b="1">
                <a:latin typeface="Arial"/>
                <a:cs typeface="Arial"/>
              </a:rPr>
              <a:t>→</a:t>
            </a:r>
            <a:r>
              <a:rPr dirty="0" sz="3000" spc="-10" b="1">
                <a:latin typeface="Trebuchet MS"/>
                <a:cs typeface="Trebuchet MS"/>
              </a:rPr>
              <a:t>-</a:t>
            </a:r>
            <a:r>
              <a:rPr dirty="0" sz="3000" b="1">
                <a:latin typeface="Trebuchet MS"/>
                <a:cs typeface="Trebuchet MS"/>
              </a:rPr>
              <a:t>1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acceleration,</a:t>
            </a:r>
            <a:r>
              <a:rPr dirty="0" sz="3000" spc="-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0</a:t>
            </a:r>
            <a:r>
              <a:rPr dirty="0" sz="3000" b="1">
                <a:latin typeface="Arial"/>
                <a:cs typeface="Arial"/>
              </a:rPr>
              <a:t>→</a:t>
            </a:r>
            <a:r>
              <a:rPr dirty="0" sz="3000" b="1">
                <a:latin typeface="Trebuchet MS"/>
                <a:cs typeface="Trebuchet MS"/>
              </a:rPr>
              <a:t>3</a:t>
            </a:r>
            <a:r>
              <a:rPr dirty="0" sz="3000" spc="-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3x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acceleration)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37665" y="3499345"/>
            <a:ext cx="3231515" cy="473709"/>
            <a:chOff x="2137665" y="3499345"/>
            <a:chExt cx="3231515" cy="473709"/>
          </a:xfrm>
        </p:grpSpPr>
        <p:sp>
          <p:nvSpPr>
            <p:cNvPr id="6" name="object 6"/>
            <p:cNvSpPr/>
            <p:nvPr/>
          </p:nvSpPr>
          <p:spPr>
            <a:xfrm>
              <a:off x="2144015" y="3505695"/>
              <a:ext cx="3162300" cy="431165"/>
            </a:xfrm>
            <a:custGeom>
              <a:avLst/>
              <a:gdLst/>
              <a:ahLst/>
              <a:cxnLst/>
              <a:rect l="l" t="t" r="r" b="b"/>
              <a:pathLst>
                <a:path w="3162300" h="431164">
                  <a:moveTo>
                    <a:pt x="0" y="0"/>
                  </a:moveTo>
                  <a:lnTo>
                    <a:pt x="3162020" y="431025"/>
                  </a:lnTo>
                </a:path>
              </a:pathLst>
            </a:custGeom>
            <a:ln w="12700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288306" y="3897254"/>
              <a:ext cx="81280" cy="75565"/>
            </a:xfrm>
            <a:custGeom>
              <a:avLst/>
              <a:gdLst/>
              <a:ahLst/>
              <a:cxnLst/>
              <a:rect l="l" t="t" r="r" b="b"/>
              <a:pathLst>
                <a:path w="81279" h="75564">
                  <a:moveTo>
                    <a:pt x="10299" y="0"/>
                  </a:moveTo>
                  <a:lnTo>
                    <a:pt x="0" y="75501"/>
                  </a:lnTo>
                  <a:lnTo>
                    <a:pt x="80657" y="48044"/>
                  </a:lnTo>
                  <a:lnTo>
                    <a:pt x="10299" y="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142489" y="3184359"/>
            <a:ext cx="7960359" cy="323215"/>
          </a:xfrm>
          <a:prstGeom prst="rect">
            <a:avLst/>
          </a:prstGeom>
          <a:solidFill>
            <a:srgbClr val="8DC53E"/>
          </a:solidFill>
          <a:ln w="25400">
            <a:solidFill>
              <a:srgbClr val="66912C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0 ~</a:t>
            </a:r>
            <a:r>
              <a:rPr dirty="0" sz="1600" spc="-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Trebuchet MS"/>
                <a:cs typeface="Trebuchet MS"/>
              </a:rPr>
              <a:t>255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7439" y="3943781"/>
            <a:ext cx="1335405" cy="269875"/>
          </a:xfrm>
          <a:prstGeom prst="rect">
            <a:avLst/>
          </a:prstGeom>
          <a:solidFill>
            <a:srgbClr val="8DC53E"/>
          </a:solidFill>
          <a:ln w="25400">
            <a:solidFill>
              <a:srgbClr val="66912C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 marL="389255">
              <a:lnSpc>
                <a:spcPct val="100000"/>
              </a:lnSpc>
              <a:spcBef>
                <a:spcPts val="50"/>
              </a:spcBef>
            </a:pPr>
            <a:r>
              <a:rPr dirty="0" sz="1600" spc="-10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5 ~</a:t>
            </a:r>
            <a:r>
              <a:rPr dirty="0" sz="1600" spc="-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01109" y="3499345"/>
            <a:ext cx="3400425" cy="501650"/>
            <a:chOff x="6701109" y="3499345"/>
            <a:chExt cx="3400425" cy="501650"/>
          </a:xfrm>
        </p:grpSpPr>
        <p:sp>
          <p:nvSpPr>
            <p:cNvPr id="11" name="object 11"/>
            <p:cNvSpPr/>
            <p:nvPr/>
          </p:nvSpPr>
          <p:spPr>
            <a:xfrm>
              <a:off x="6764017" y="3505695"/>
              <a:ext cx="3330575" cy="459105"/>
            </a:xfrm>
            <a:custGeom>
              <a:avLst/>
              <a:gdLst/>
              <a:ahLst/>
              <a:cxnLst/>
              <a:rect l="l" t="t" r="r" b="b"/>
              <a:pathLst>
                <a:path w="3330575" h="459104">
                  <a:moveTo>
                    <a:pt x="3330549" y="0"/>
                  </a:moveTo>
                  <a:lnTo>
                    <a:pt x="0" y="458927"/>
                  </a:lnTo>
                </a:path>
              </a:pathLst>
            </a:custGeom>
            <a:ln w="12699">
              <a:solidFill>
                <a:srgbClr val="8D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701109" y="3925147"/>
              <a:ext cx="81280" cy="75565"/>
            </a:xfrm>
            <a:custGeom>
              <a:avLst/>
              <a:gdLst/>
              <a:ahLst/>
              <a:cxnLst/>
              <a:rect l="l" t="t" r="r" b="b"/>
              <a:pathLst>
                <a:path w="81279" h="75564">
                  <a:moveTo>
                    <a:pt x="70281" y="0"/>
                  </a:moveTo>
                  <a:lnTo>
                    <a:pt x="0" y="48145"/>
                  </a:lnTo>
                  <a:lnTo>
                    <a:pt x="80683" y="75488"/>
                  </a:lnTo>
                  <a:lnTo>
                    <a:pt x="70281" y="0"/>
                  </a:lnTo>
                  <a:close/>
                </a:path>
              </a:pathLst>
            </a:custGeom>
            <a:solidFill>
              <a:srgbClr val="8DC53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Automation</a:t>
            </a:r>
            <a:r>
              <a:rPr dirty="0" spc="-60"/>
              <a:t> </a:t>
            </a:r>
            <a:r>
              <a:rPr dirty="0" spc="-25"/>
              <a:t>Lab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90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기계역학연구실</Company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여훈</dc:creator>
  <dc:title>PowerPoint 프레젠테이션</dc:title>
  <dcterms:created xsi:type="dcterms:W3CDTF">2025-12-06T09:10:50Z</dcterms:created>
  <dcterms:modified xsi:type="dcterms:W3CDTF">2025-12-06T09:10:50Z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2025-08-03T00:00:00Z</vt:filetime>
  </property>
  <property fmtid="{D5CDD505-2E9C-101B-9397-08002B2CF9AE}" pid="3" name="Creator">
    <vt:lpwstr>PowerPoint용 Acrobat PDFMaker 25</vt:lpwstr>
  </property>
  <property fmtid="{D5CDD505-2E9C-101B-9397-08002B2CF9AE}" pid="4" name="LastSaved">
    <vt:filetime>2025-12-06T00:00:00Z</vt:filetime>
  </property>
  <property fmtid="{D5CDD505-2E9C-101B-9397-08002B2CF9AE}" pid="5" name="Producer">
    <vt:lpwstr>Adobe PDF Library 25.1.97</vt:lpwstr>
  </property>
</Properties>
</file>