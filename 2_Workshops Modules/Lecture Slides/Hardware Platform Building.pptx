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50" b="1" i="1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50" b="1" i="1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50" b="1" i="1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50" b="1" i="1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50" b="1" i="1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214668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629900" y="574243"/>
            <a:ext cx="1154111" cy="27620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03197" y="6583919"/>
            <a:ext cx="1066800" cy="175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1" i="1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7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9.jpg"/><Relationship Id="rId6" Type="http://schemas.openxmlformats.org/officeDocument/2006/relationships/image" Target="../media/image20.jpg"/><Relationship Id="rId7" Type="http://schemas.openxmlformats.org/officeDocument/2006/relationships/image" Target="../media/image21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6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8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30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32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Relationship Id="rId3" Type="http://schemas.openxmlformats.org/officeDocument/2006/relationships/image" Target="../media/image10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jpg"/><Relationship Id="rId8" Type="http://schemas.openxmlformats.org/officeDocument/2006/relationships/image" Target="../media/image38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png"/><Relationship Id="rId3" Type="http://schemas.openxmlformats.org/officeDocument/2006/relationships/image" Target="../media/image30.jpg"/><Relationship Id="rId4" Type="http://schemas.openxmlformats.org/officeDocument/2006/relationships/image" Target="../media/image40.png"/><Relationship Id="rId5" Type="http://schemas.openxmlformats.org/officeDocument/2006/relationships/image" Target="../media/image41.jp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10.png"/><Relationship Id="rId9" Type="http://schemas.openxmlformats.org/officeDocument/2006/relationships/image" Target="../media/image34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0.png"/><Relationship Id="rId6" Type="http://schemas.openxmlformats.org/officeDocument/2006/relationships/image" Target="../media/image45.jpg"/><Relationship Id="rId7" Type="http://schemas.openxmlformats.org/officeDocument/2006/relationships/image" Target="../media/image46.jpg"/><Relationship Id="rId8" Type="http://schemas.openxmlformats.org/officeDocument/2006/relationships/image" Target="../media/image35.png"/><Relationship Id="rId9" Type="http://schemas.openxmlformats.org/officeDocument/2006/relationships/image" Target="../media/image36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26.png"/><Relationship Id="rId8" Type="http://schemas.openxmlformats.org/officeDocument/2006/relationships/image" Target="../media/image50.png"/><Relationship Id="rId9" Type="http://schemas.openxmlformats.org/officeDocument/2006/relationships/image" Target="../media/image51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53.jpg"/><Relationship Id="rId8" Type="http://schemas.openxmlformats.org/officeDocument/2006/relationships/image" Target="../media/image54.jpg"/><Relationship Id="rId9" Type="http://schemas.openxmlformats.org/officeDocument/2006/relationships/image" Target="../media/image55.png"/><Relationship Id="rId10" Type="http://schemas.openxmlformats.org/officeDocument/2006/relationships/image" Target="../media/image56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60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1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2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3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4.png"/><Relationship Id="rId6" Type="http://schemas.openxmlformats.org/officeDocument/2006/relationships/image" Target="../media/image36.png"/><Relationship Id="rId7" Type="http://schemas.openxmlformats.org/officeDocument/2006/relationships/image" Target="../media/image65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6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7.jpg"/><Relationship Id="rId6" Type="http://schemas.openxmlformats.org/officeDocument/2006/relationships/image" Target="../media/image68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9.png"/><Relationship Id="rId3" Type="http://schemas.openxmlformats.org/officeDocument/2006/relationships/image" Target="../media/image58.png"/><Relationship Id="rId4" Type="http://schemas.openxmlformats.org/officeDocument/2006/relationships/image" Target="../media/image70.png"/><Relationship Id="rId5" Type="http://schemas.openxmlformats.org/officeDocument/2006/relationships/image" Target="../media/image71.jpg"/><Relationship Id="rId6" Type="http://schemas.openxmlformats.org/officeDocument/2006/relationships/image" Target="../media/image72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Relationship Id="rId9" Type="http://schemas.openxmlformats.org/officeDocument/2006/relationships/image" Target="../media/image80.png"/><Relationship Id="rId10" Type="http://schemas.openxmlformats.org/officeDocument/2006/relationships/image" Target="../media/image81.png"/><Relationship Id="rId11" Type="http://schemas.openxmlformats.org/officeDocument/2006/relationships/image" Target="../media/image82.png"/><Relationship Id="rId12" Type="http://schemas.openxmlformats.org/officeDocument/2006/relationships/image" Target="../media/image83.png"/><Relationship Id="rId13" Type="http://schemas.openxmlformats.org/officeDocument/2006/relationships/image" Target="../media/image84.png"/><Relationship Id="rId14" Type="http://schemas.openxmlformats.org/officeDocument/2006/relationships/image" Target="../media/image85.png"/><Relationship Id="rId15" Type="http://schemas.openxmlformats.org/officeDocument/2006/relationships/image" Target="../media/image86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7.png"/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5" Type="http://schemas.openxmlformats.org/officeDocument/2006/relationships/image" Target="../media/image90.png"/><Relationship Id="rId6" Type="http://schemas.openxmlformats.org/officeDocument/2006/relationships/image" Target="../media/image91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2.png"/><Relationship Id="rId3" Type="http://schemas.openxmlformats.org/officeDocument/2006/relationships/image" Target="../media/image89.png"/><Relationship Id="rId4" Type="http://schemas.openxmlformats.org/officeDocument/2006/relationships/image" Target="../media/image88.png"/><Relationship Id="rId5" Type="http://schemas.openxmlformats.org/officeDocument/2006/relationships/image" Target="../media/image93.jpg"/><Relationship Id="rId6" Type="http://schemas.openxmlformats.org/officeDocument/2006/relationships/image" Target="../media/image94.png"/><Relationship Id="rId7" Type="http://schemas.openxmlformats.org/officeDocument/2006/relationships/image" Target="../media/image95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6.png"/><Relationship Id="rId3" Type="http://schemas.openxmlformats.org/officeDocument/2006/relationships/image" Target="../media/image89.png"/><Relationship Id="rId4" Type="http://schemas.openxmlformats.org/officeDocument/2006/relationships/image" Target="../media/image88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7.png"/><Relationship Id="rId8" Type="http://schemas.openxmlformats.org/officeDocument/2006/relationships/image" Target="../media/image98.png"/><Relationship Id="rId9" Type="http://schemas.openxmlformats.org/officeDocument/2006/relationships/image" Target="../media/image99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0.png"/><Relationship Id="rId3" Type="http://schemas.openxmlformats.org/officeDocument/2006/relationships/image" Target="../media/image101.png"/><Relationship Id="rId4" Type="http://schemas.openxmlformats.org/officeDocument/2006/relationships/image" Target="../media/image89.png"/><Relationship Id="rId5" Type="http://schemas.openxmlformats.org/officeDocument/2006/relationships/image" Target="../media/image88.png"/><Relationship Id="rId6" Type="http://schemas.openxmlformats.org/officeDocument/2006/relationships/image" Target="../media/image102.png"/><Relationship Id="rId7" Type="http://schemas.openxmlformats.org/officeDocument/2006/relationships/image" Target="../media/image103.png"/><Relationship Id="rId8" Type="http://schemas.openxmlformats.org/officeDocument/2006/relationships/image" Target="../media/image104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5.png"/><Relationship Id="rId3" Type="http://schemas.openxmlformats.org/officeDocument/2006/relationships/image" Target="../media/image89.png"/><Relationship Id="rId4" Type="http://schemas.openxmlformats.org/officeDocument/2006/relationships/image" Target="../media/image88.png"/><Relationship Id="rId5" Type="http://schemas.openxmlformats.org/officeDocument/2006/relationships/image" Target="../media/image106.png"/><Relationship Id="rId6" Type="http://schemas.openxmlformats.org/officeDocument/2006/relationships/image" Target="../media/image107.jpg"/><Relationship Id="rId7" Type="http://schemas.openxmlformats.org/officeDocument/2006/relationships/image" Target="../media/image108.jpg"/><Relationship Id="rId8" Type="http://schemas.openxmlformats.org/officeDocument/2006/relationships/image" Target="../media/image109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0.png"/><Relationship Id="rId3" Type="http://schemas.openxmlformats.org/officeDocument/2006/relationships/image" Target="../media/image89.png"/><Relationship Id="rId4" Type="http://schemas.openxmlformats.org/officeDocument/2006/relationships/image" Target="../media/image88.png"/><Relationship Id="rId5" Type="http://schemas.openxmlformats.org/officeDocument/2006/relationships/image" Target="../media/image111.png"/><Relationship Id="rId6" Type="http://schemas.openxmlformats.org/officeDocument/2006/relationships/image" Target="../media/image112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3.png"/><Relationship Id="rId3" Type="http://schemas.openxmlformats.org/officeDocument/2006/relationships/image" Target="../media/image89.png"/><Relationship Id="rId4" Type="http://schemas.openxmlformats.org/officeDocument/2006/relationships/image" Target="../media/image88.png"/><Relationship Id="rId5" Type="http://schemas.openxmlformats.org/officeDocument/2006/relationships/image" Target="../media/image114.jpg"/><Relationship Id="rId6" Type="http://schemas.openxmlformats.org/officeDocument/2006/relationships/image" Target="../media/image115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6.png"/><Relationship Id="rId3" Type="http://schemas.openxmlformats.org/officeDocument/2006/relationships/image" Target="../media/image89.png"/><Relationship Id="rId4" Type="http://schemas.openxmlformats.org/officeDocument/2006/relationships/image" Target="../media/image88.png"/><Relationship Id="rId5" Type="http://schemas.openxmlformats.org/officeDocument/2006/relationships/image" Target="../media/image117.jpg"/><Relationship Id="rId6" Type="http://schemas.openxmlformats.org/officeDocument/2006/relationships/image" Target="../media/image115.jp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8.png"/><Relationship Id="rId3" Type="http://schemas.openxmlformats.org/officeDocument/2006/relationships/image" Target="../media/image89.png"/><Relationship Id="rId4" Type="http://schemas.openxmlformats.org/officeDocument/2006/relationships/image" Target="../media/image88.png"/><Relationship Id="rId5" Type="http://schemas.openxmlformats.org/officeDocument/2006/relationships/image" Target="../media/image119.png"/><Relationship Id="rId6" Type="http://schemas.openxmlformats.org/officeDocument/2006/relationships/image" Target="../media/image117.jpg"/><Relationship Id="rId7" Type="http://schemas.openxmlformats.org/officeDocument/2006/relationships/image" Target="../media/image120.jp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1.png"/><Relationship Id="rId3" Type="http://schemas.openxmlformats.org/officeDocument/2006/relationships/image" Target="../media/image89.png"/><Relationship Id="rId4" Type="http://schemas.openxmlformats.org/officeDocument/2006/relationships/image" Target="../media/image88.png"/><Relationship Id="rId5" Type="http://schemas.openxmlformats.org/officeDocument/2006/relationships/image" Target="../media/image122.jpg"/><Relationship Id="rId6" Type="http://schemas.openxmlformats.org/officeDocument/2006/relationships/image" Target="../media/image123.jpg"/><Relationship Id="rId7" Type="http://schemas.openxmlformats.org/officeDocument/2006/relationships/image" Target="../media/image124.png"/><Relationship Id="rId8" Type="http://schemas.openxmlformats.org/officeDocument/2006/relationships/image" Target="../media/image125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6.png"/><Relationship Id="rId3" Type="http://schemas.openxmlformats.org/officeDocument/2006/relationships/image" Target="../media/image89.png"/><Relationship Id="rId4" Type="http://schemas.openxmlformats.org/officeDocument/2006/relationships/image" Target="../media/image88.png"/><Relationship Id="rId5" Type="http://schemas.openxmlformats.org/officeDocument/2006/relationships/image" Target="../media/image114.jpg"/><Relationship Id="rId6" Type="http://schemas.openxmlformats.org/officeDocument/2006/relationships/image" Target="../media/image125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7.png"/><Relationship Id="rId3" Type="http://schemas.openxmlformats.org/officeDocument/2006/relationships/image" Target="../media/image89.png"/><Relationship Id="rId4" Type="http://schemas.openxmlformats.org/officeDocument/2006/relationships/image" Target="../media/image88.png"/><Relationship Id="rId5" Type="http://schemas.openxmlformats.org/officeDocument/2006/relationships/image" Target="../media/image128.jpg"/><Relationship Id="rId6" Type="http://schemas.openxmlformats.org/officeDocument/2006/relationships/image" Target="../media/image129.jpg"/><Relationship Id="rId7" Type="http://schemas.openxmlformats.org/officeDocument/2006/relationships/image" Target="../media/image130.png"/><Relationship Id="rId8" Type="http://schemas.openxmlformats.org/officeDocument/2006/relationships/image" Target="../media/image131.png"/><Relationship Id="rId9" Type="http://schemas.openxmlformats.org/officeDocument/2006/relationships/image" Target="../media/image132.jp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3.png"/><Relationship Id="rId3" Type="http://schemas.openxmlformats.org/officeDocument/2006/relationships/image" Target="../media/image89.png"/><Relationship Id="rId4" Type="http://schemas.openxmlformats.org/officeDocument/2006/relationships/image" Target="../media/image88.png"/><Relationship Id="rId5" Type="http://schemas.openxmlformats.org/officeDocument/2006/relationships/image" Target="../media/image134.png"/><Relationship Id="rId6" Type="http://schemas.openxmlformats.org/officeDocument/2006/relationships/image" Target="../media/image135.png"/><Relationship Id="rId7" Type="http://schemas.openxmlformats.org/officeDocument/2006/relationships/image" Target="../media/image136.png"/><Relationship Id="rId8" Type="http://schemas.openxmlformats.org/officeDocument/2006/relationships/image" Target="../media/image137.jpg"/><Relationship Id="rId9" Type="http://schemas.openxmlformats.org/officeDocument/2006/relationships/image" Target="../media/image138.jp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9.png"/><Relationship Id="rId3" Type="http://schemas.openxmlformats.org/officeDocument/2006/relationships/image" Target="../media/image89.png"/><Relationship Id="rId4" Type="http://schemas.openxmlformats.org/officeDocument/2006/relationships/image" Target="../media/image88.png"/><Relationship Id="rId5" Type="http://schemas.openxmlformats.org/officeDocument/2006/relationships/image" Target="../media/image140.jpg"/><Relationship Id="rId6" Type="http://schemas.openxmlformats.org/officeDocument/2006/relationships/image" Target="../media/image141.jpg"/><Relationship Id="rId7" Type="http://schemas.openxmlformats.org/officeDocument/2006/relationships/image" Target="../media/image142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3.png"/><Relationship Id="rId3" Type="http://schemas.openxmlformats.org/officeDocument/2006/relationships/image" Target="../media/image144.png"/><Relationship Id="rId4" Type="http://schemas.openxmlformats.org/officeDocument/2006/relationships/image" Target="../media/image145.png"/><Relationship Id="rId5" Type="http://schemas.openxmlformats.org/officeDocument/2006/relationships/image" Target="../media/image67.jpg"/><Relationship Id="rId6" Type="http://schemas.openxmlformats.org/officeDocument/2006/relationships/image" Target="../media/image68.jp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6.png"/><Relationship Id="rId3" Type="http://schemas.openxmlformats.org/officeDocument/2006/relationships/image" Target="../media/image144.png"/><Relationship Id="rId4" Type="http://schemas.openxmlformats.org/officeDocument/2006/relationships/image" Target="../media/image145.png"/><Relationship Id="rId5" Type="http://schemas.openxmlformats.org/officeDocument/2006/relationships/image" Target="../media/image67.jpg"/><Relationship Id="rId6" Type="http://schemas.openxmlformats.org/officeDocument/2006/relationships/image" Target="../media/image68.jp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7.png"/><Relationship Id="rId3" Type="http://schemas.openxmlformats.org/officeDocument/2006/relationships/image" Target="../media/image144.png"/><Relationship Id="rId4" Type="http://schemas.openxmlformats.org/officeDocument/2006/relationships/image" Target="../media/image145.png"/><Relationship Id="rId5" Type="http://schemas.openxmlformats.org/officeDocument/2006/relationships/image" Target="../media/image117.jpg"/><Relationship Id="rId6" Type="http://schemas.openxmlformats.org/officeDocument/2006/relationships/image" Target="../media/image120.jpg"/><Relationship Id="rId7" Type="http://schemas.openxmlformats.org/officeDocument/2006/relationships/image" Target="../media/image148.jp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9.png"/><Relationship Id="rId3" Type="http://schemas.openxmlformats.org/officeDocument/2006/relationships/image" Target="../media/image144.png"/><Relationship Id="rId4" Type="http://schemas.openxmlformats.org/officeDocument/2006/relationships/image" Target="../media/image145.png"/><Relationship Id="rId5" Type="http://schemas.openxmlformats.org/officeDocument/2006/relationships/image" Target="../media/image150.jpg"/><Relationship Id="rId6" Type="http://schemas.openxmlformats.org/officeDocument/2006/relationships/image" Target="../media/image151.jpg"/><Relationship Id="rId7" Type="http://schemas.openxmlformats.org/officeDocument/2006/relationships/image" Target="../media/image152.jpg"/><Relationship Id="rId8" Type="http://schemas.openxmlformats.org/officeDocument/2006/relationships/image" Target="../media/image153.jp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4.png"/><Relationship Id="rId3" Type="http://schemas.openxmlformats.org/officeDocument/2006/relationships/image" Target="../media/image144.png"/><Relationship Id="rId4" Type="http://schemas.openxmlformats.org/officeDocument/2006/relationships/image" Target="../media/image145.png"/><Relationship Id="rId5" Type="http://schemas.openxmlformats.org/officeDocument/2006/relationships/image" Target="../media/image155.jpg"/><Relationship Id="rId6" Type="http://schemas.openxmlformats.org/officeDocument/2006/relationships/image" Target="../media/image156.png"/><Relationship Id="rId7" Type="http://schemas.openxmlformats.org/officeDocument/2006/relationships/image" Target="../media/image157.png"/><Relationship Id="rId8" Type="http://schemas.openxmlformats.org/officeDocument/2006/relationships/image" Target="../media/image158.png"/><Relationship Id="rId9" Type="http://schemas.openxmlformats.org/officeDocument/2006/relationships/image" Target="../media/image159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0.png"/><Relationship Id="rId3" Type="http://schemas.openxmlformats.org/officeDocument/2006/relationships/image" Target="../media/image144.png"/><Relationship Id="rId4" Type="http://schemas.openxmlformats.org/officeDocument/2006/relationships/image" Target="../media/image145.png"/><Relationship Id="rId5" Type="http://schemas.openxmlformats.org/officeDocument/2006/relationships/image" Target="../media/image161.jpg"/><Relationship Id="rId6" Type="http://schemas.openxmlformats.org/officeDocument/2006/relationships/image" Target="../media/image162.jpg"/><Relationship Id="rId7" Type="http://schemas.openxmlformats.org/officeDocument/2006/relationships/image" Target="../media/image163.jp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4.png"/><Relationship Id="rId3" Type="http://schemas.openxmlformats.org/officeDocument/2006/relationships/image" Target="../media/image144.png"/><Relationship Id="rId4" Type="http://schemas.openxmlformats.org/officeDocument/2006/relationships/image" Target="../media/image145.png"/><Relationship Id="rId5" Type="http://schemas.openxmlformats.org/officeDocument/2006/relationships/image" Target="../media/image165.png"/><Relationship Id="rId6" Type="http://schemas.openxmlformats.org/officeDocument/2006/relationships/image" Target="../media/image166.png"/><Relationship Id="rId7" Type="http://schemas.openxmlformats.org/officeDocument/2006/relationships/image" Target="../media/image167.png"/><Relationship Id="rId8" Type="http://schemas.openxmlformats.org/officeDocument/2006/relationships/image" Target="../media/image168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9.png"/><Relationship Id="rId3" Type="http://schemas.openxmlformats.org/officeDocument/2006/relationships/image" Target="../media/image144.png"/><Relationship Id="rId4" Type="http://schemas.openxmlformats.org/officeDocument/2006/relationships/image" Target="../media/image145.png"/><Relationship Id="rId5" Type="http://schemas.openxmlformats.org/officeDocument/2006/relationships/image" Target="../media/image170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1.png"/><Relationship Id="rId3" Type="http://schemas.openxmlformats.org/officeDocument/2006/relationships/image" Target="../media/image144.png"/><Relationship Id="rId4" Type="http://schemas.openxmlformats.org/officeDocument/2006/relationships/image" Target="../media/image145.png"/><Relationship Id="rId5" Type="http://schemas.openxmlformats.org/officeDocument/2006/relationships/image" Target="../media/image172.jpg"/><Relationship Id="rId6" Type="http://schemas.openxmlformats.org/officeDocument/2006/relationships/image" Target="../media/image68.jp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3.png"/><Relationship Id="rId3" Type="http://schemas.openxmlformats.org/officeDocument/2006/relationships/image" Target="../media/image174.png"/><Relationship Id="rId4" Type="http://schemas.openxmlformats.org/officeDocument/2006/relationships/image" Target="../media/image145.png"/><Relationship Id="rId5" Type="http://schemas.openxmlformats.org/officeDocument/2006/relationships/image" Target="../media/image175.png"/><Relationship Id="rId6" Type="http://schemas.openxmlformats.org/officeDocument/2006/relationships/image" Target="../media/image176.png"/><Relationship Id="rId7" Type="http://schemas.openxmlformats.org/officeDocument/2006/relationships/image" Target="../media/image177.png"/><Relationship Id="rId8" Type="http://schemas.openxmlformats.org/officeDocument/2006/relationships/image" Target="../media/image19.jpg"/><Relationship Id="rId9" Type="http://schemas.openxmlformats.org/officeDocument/2006/relationships/image" Target="../media/image170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8.png"/><Relationship Id="rId3" Type="http://schemas.openxmlformats.org/officeDocument/2006/relationships/image" Target="../media/image179.png"/><Relationship Id="rId4" Type="http://schemas.openxmlformats.org/officeDocument/2006/relationships/image" Target="../media/image145.png"/><Relationship Id="rId5" Type="http://schemas.openxmlformats.org/officeDocument/2006/relationships/image" Target="../media/image20.jp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8.png"/><Relationship Id="rId15" Type="http://schemas.openxmlformats.org/officeDocument/2006/relationships/image" Target="../media/image189.png"/><Relationship Id="rId16" Type="http://schemas.openxmlformats.org/officeDocument/2006/relationships/image" Target="../media/image190.png"/><Relationship Id="rId17" Type="http://schemas.openxmlformats.org/officeDocument/2006/relationships/image" Target="../media/image191.png"/><Relationship Id="rId18" Type="http://schemas.openxmlformats.org/officeDocument/2006/relationships/image" Target="../media/image192.png"/><Relationship Id="rId19" Type="http://schemas.openxmlformats.org/officeDocument/2006/relationships/image" Target="../media/image193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4.png"/><Relationship Id="rId3" Type="http://schemas.openxmlformats.org/officeDocument/2006/relationships/image" Target="../media/image145.png"/><Relationship Id="rId4" Type="http://schemas.openxmlformats.org/officeDocument/2006/relationships/image" Target="../media/image170.png"/><Relationship Id="rId5" Type="http://schemas.openxmlformats.org/officeDocument/2006/relationships/image" Target="../media/image195.png"/><Relationship Id="rId6" Type="http://schemas.openxmlformats.org/officeDocument/2006/relationships/image" Target="../media/image196.png"/><Relationship Id="rId7" Type="http://schemas.openxmlformats.org/officeDocument/2006/relationships/image" Target="../media/image197.png"/><Relationship Id="rId8" Type="http://schemas.openxmlformats.org/officeDocument/2006/relationships/image" Target="../media/image198.png"/><Relationship Id="rId9" Type="http://schemas.openxmlformats.org/officeDocument/2006/relationships/image" Target="../media/image199.png"/><Relationship Id="rId10" Type="http://schemas.openxmlformats.org/officeDocument/2006/relationships/image" Target="../media/image200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1.png"/><Relationship Id="rId3" Type="http://schemas.openxmlformats.org/officeDocument/2006/relationships/image" Target="../media/image202.png"/><Relationship Id="rId4" Type="http://schemas.openxmlformats.org/officeDocument/2006/relationships/image" Target="../media/image145.png"/><Relationship Id="rId5" Type="http://schemas.openxmlformats.org/officeDocument/2006/relationships/image" Target="../media/image165.png"/><Relationship Id="rId6" Type="http://schemas.openxmlformats.org/officeDocument/2006/relationships/image" Target="../media/image166.png"/><Relationship Id="rId7" Type="http://schemas.openxmlformats.org/officeDocument/2006/relationships/image" Target="../media/image167.png"/><Relationship Id="rId8" Type="http://schemas.openxmlformats.org/officeDocument/2006/relationships/image" Target="../media/image168.pn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3.png"/><Relationship Id="rId3" Type="http://schemas.openxmlformats.org/officeDocument/2006/relationships/image" Target="../media/image202.png"/><Relationship Id="rId4" Type="http://schemas.openxmlformats.org/officeDocument/2006/relationships/image" Target="../media/image145.png"/><Relationship Id="rId5" Type="http://schemas.openxmlformats.org/officeDocument/2006/relationships/image" Target="../media/image172.jpg"/><Relationship Id="rId6" Type="http://schemas.openxmlformats.org/officeDocument/2006/relationships/image" Target="../media/image68.jp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4.png"/><Relationship Id="rId3" Type="http://schemas.openxmlformats.org/officeDocument/2006/relationships/image" Target="../media/image205.png"/><Relationship Id="rId4" Type="http://schemas.openxmlformats.org/officeDocument/2006/relationships/image" Target="../media/image145.png"/><Relationship Id="rId5" Type="http://schemas.openxmlformats.org/officeDocument/2006/relationships/image" Target="../media/image20.jpg"/><Relationship Id="rId6" Type="http://schemas.openxmlformats.org/officeDocument/2006/relationships/image" Target="../media/image206.png"/><Relationship Id="rId7" Type="http://schemas.openxmlformats.org/officeDocument/2006/relationships/image" Target="../media/image207.png"/><Relationship Id="rId8" Type="http://schemas.openxmlformats.org/officeDocument/2006/relationships/image" Target="../media/image208.png"/><Relationship Id="rId9" Type="http://schemas.openxmlformats.org/officeDocument/2006/relationships/image" Target="../media/image209.png"/><Relationship Id="rId10" Type="http://schemas.openxmlformats.org/officeDocument/2006/relationships/image" Target="../media/image210.png"/><Relationship Id="rId11" Type="http://schemas.openxmlformats.org/officeDocument/2006/relationships/image" Target="../media/image211.png"/><Relationship Id="rId12" Type="http://schemas.openxmlformats.org/officeDocument/2006/relationships/image" Target="../media/image212.png"/><Relationship Id="rId13" Type="http://schemas.openxmlformats.org/officeDocument/2006/relationships/image" Target="../media/image213.png"/><Relationship Id="rId14" Type="http://schemas.openxmlformats.org/officeDocument/2006/relationships/image" Target="../media/image214.png"/><Relationship Id="rId15" Type="http://schemas.openxmlformats.org/officeDocument/2006/relationships/image" Target="../media/image215.png"/><Relationship Id="rId16" Type="http://schemas.openxmlformats.org/officeDocument/2006/relationships/image" Target="../media/image216.png"/><Relationship Id="rId17" Type="http://schemas.openxmlformats.org/officeDocument/2006/relationships/image" Target="../media/image217.png"/><Relationship Id="rId18" Type="http://schemas.openxmlformats.org/officeDocument/2006/relationships/image" Target="../media/image218.png"/><Relationship Id="rId19" Type="http://schemas.openxmlformats.org/officeDocument/2006/relationships/image" Target="../media/image219.jp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0.png"/><Relationship Id="rId3" Type="http://schemas.openxmlformats.org/officeDocument/2006/relationships/image" Target="../media/image221.png"/><Relationship Id="rId4" Type="http://schemas.openxmlformats.org/officeDocument/2006/relationships/image" Target="../media/image222.png"/><Relationship Id="rId5" Type="http://schemas.openxmlformats.org/officeDocument/2006/relationships/image" Target="../media/image223.png"/><Relationship Id="rId6" Type="http://schemas.openxmlformats.org/officeDocument/2006/relationships/image" Target="../media/image224.jpg"/><Relationship Id="rId7" Type="http://schemas.openxmlformats.org/officeDocument/2006/relationships/image" Target="../media/image225.png"/><Relationship Id="rId8" Type="http://schemas.openxmlformats.org/officeDocument/2006/relationships/image" Target="../media/image226.pn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7.png"/><Relationship Id="rId3" Type="http://schemas.openxmlformats.org/officeDocument/2006/relationships/image" Target="../media/image221.png"/><Relationship Id="rId4" Type="http://schemas.openxmlformats.org/officeDocument/2006/relationships/image" Target="../media/image222.png"/><Relationship Id="rId5" Type="http://schemas.openxmlformats.org/officeDocument/2006/relationships/image" Target="../media/image223.png"/><Relationship Id="rId6" Type="http://schemas.openxmlformats.org/officeDocument/2006/relationships/image" Target="../media/image224.jpg"/><Relationship Id="rId7" Type="http://schemas.openxmlformats.org/officeDocument/2006/relationships/image" Target="../media/image225.png"/><Relationship Id="rId8" Type="http://schemas.openxmlformats.org/officeDocument/2006/relationships/image" Target="../media/image226.pn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8.png"/><Relationship Id="rId3" Type="http://schemas.openxmlformats.org/officeDocument/2006/relationships/image" Target="../media/image221.png"/><Relationship Id="rId4" Type="http://schemas.openxmlformats.org/officeDocument/2006/relationships/image" Target="../media/image222.png"/><Relationship Id="rId5" Type="http://schemas.openxmlformats.org/officeDocument/2006/relationships/image" Target="../media/image229.pn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0.png"/><Relationship Id="rId3" Type="http://schemas.openxmlformats.org/officeDocument/2006/relationships/image" Target="../media/image221.png"/><Relationship Id="rId4" Type="http://schemas.openxmlformats.org/officeDocument/2006/relationships/image" Target="../media/image222.png"/><Relationship Id="rId5" Type="http://schemas.openxmlformats.org/officeDocument/2006/relationships/image" Target="../media/image223.png"/><Relationship Id="rId6" Type="http://schemas.openxmlformats.org/officeDocument/2006/relationships/image" Target="../media/image224.jpg"/><Relationship Id="rId7" Type="http://schemas.openxmlformats.org/officeDocument/2006/relationships/image" Target="../media/image225.png"/><Relationship Id="rId8" Type="http://schemas.openxmlformats.org/officeDocument/2006/relationships/image" Target="../media/image226.pn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1.png"/><Relationship Id="rId3" Type="http://schemas.openxmlformats.org/officeDocument/2006/relationships/image" Target="../media/image221.png"/><Relationship Id="rId4" Type="http://schemas.openxmlformats.org/officeDocument/2006/relationships/image" Target="../media/image222.png"/><Relationship Id="rId5" Type="http://schemas.openxmlformats.org/officeDocument/2006/relationships/image" Target="../media/image24.png"/><Relationship Id="rId6" Type="http://schemas.openxmlformats.org/officeDocument/2006/relationships/image" Target="../media/image232.png"/><Relationship Id="rId7" Type="http://schemas.openxmlformats.org/officeDocument/2006/relationships/image" Target="../media/image233.png"/><Relationship Id="rId8" Type="http://schemas.openxmlformats.org/officeDocument/2006/relationships/image" Target="../media/image234.png"/><Relationship Id="rId9" Type="http://schemas.openxmlformats.org/officeDocument/2006/relationships/image" Target="../media/image235.png"/><Relationship Id="rId10" Type="http://schemas.openxmlformats.org/officeDocument/2006/relationships/image" Target="../media/image236.png"/><Relationship Id="rId11" Type="http://schemas.openxmlformats.org/officeDocument/2006/relationships/image" Target="../media/image237.png"/><Relationship Id="rId12" Type="http://schemas.openxmlformats.org/officeDocument/2006/relationships/image" Target="../media/image238.pn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9.png"/><Relationship Id="rId3" Type="http://schemas.openxmlformats.org/officeDocument/2006/relationships/image" Target="../media/image221.png"/><Relationship Id="rId4" Type="http://schemas.openxmlformats.org/officeDocument/2006/relationships/image" Target="../media/image222.pn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0.png"/><Relationship Id="rId3" Type="http://schemas.openxmlformats.org/officeDocument/2006/relationships/image" Target="../media/image221.png"/><Relationship Id="rId4" Type="http://schemas.openxmlformats.org/officeDocument/2006/relationships/image" Target="../media/image222.png"/><Relationship Id="rId5" Type="http://schemas.openxmlformats.org/officeDocument/2006/relationships/image" Target="../media/image223.png"/><Relationship Id="rId6" Type="http://schemas.openxmlformats.org/officeDocument/2006/relationships/image" Target="../media/image224.jpg"/><Relationship Id="rId7" Type="http://schemas.openxmlformats.org/officeDocument/2006/relationships/image" Target="../media/image225.png"/><Relationship Id="rId8" Type="http://schemas.openxmlformats.org/officeDocument/2006/relationships/image" Target="../media/image226.png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1.png"/><Relationship Id="rId3" Type="http://schemas.openxmlformats.org/officeDocument/2006/relationships/image" Target="../media/image221.png"/><Relationship Id="rId4" Type="http://schemas.openxmlformats.org/officeDocument/2006/relationships/image" Target="../media/image222.png"/><Relationship Id="rId5" Type="http://schemas.openxmlformats.org/officeDocument/2006/relationships/image" Target="../media/image242.jp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3.png"/><Relationship Id="rId3" Type="http://schemas.openxmlformats.org/officeDocument/2006/relationships/image" Target="../media/image244.png"/><Relationship Id="rId4" Type="http://schemas.openxmlformats.org/officeDocument/2006/relationships/image" Target="../media/image245.jpg"/><Relationship Id="rId5" Type="http://schemas.openxmlformats.org/officeDocument/2006/relationships/image" Target="../media/image246.jpg"/><Relationship Id="rId6" Type="http://schemas.openxmlformats.org/officeDocument/2006/relationships/image" Target="../media/image247.png"/><Relationship Id="rId7" Type="http://schemas.openxmlformats.org/officeDocument/2006/relationships/image" Target="../media/image248.png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Relationship Id="rId4" Type="http://schemas.openxmlformats.org/officeDocument/2006/relationships/image" Target="../media/image251.png"/><Relationship Id="rId5" Type="http://schemas.openxmlformats.org/officeDocument/2006/relationships/image" Target="../media/image252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pic>
          <p:nvPicPr>
            <p:cNvPr id="4" name="object 4" descr="KoGeReC KO – Eine weitere WordPress-Website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5652" y="963628"/>
              <a:ext cx="1629422" cy="38761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9026" y="2126716"/>
              <a:ext cx="6196431" cy="37213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216216" y="2298179"/>
              <a:ext cx="226695" cy="29209"/>
            </a:xfrm>
            <a:custGeom>
              <a:avLst/>
              <a:gdLst/>
              <a:ahLst/>
              <a:cxnLst/>
              <a:rect l="l" t="t" r="r" b="b"/>
              <a:pathLst>
                <a:path w="226695" h="29210">
                  <a:moveTo>
                    <a:pt x="226301" y="0"/>
                  </a:moveTo>
                  <a:lnTo>
                    <a:pt x="0" y="0"/>
                  </a:lnTo>
                  <a:lnTo>
                    <a:pt x="0" y="28803"/>
                  </a:lnTo>
                  <a:lnTo>
                    <a:pt x="226301" y="28803"/>
                  </a:lnTo>
                  <a:lnTo>
                    <a:pt x="226301" y="0"/>
                  </a:lnTo>
                  <a:close/>
                </a:path>
              </a:pathLst>
            </a:custGeom>
            <a:solidFill>
              <a:srgbClr val="74B92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19699" y="2126711"/>
              <a:ext cx="2019325" cy="3769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94098" y="2126716"/>
              <a:ext cx="1670342" cy="29603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4834" y="4301098"/>
              <a:ext cx="3813949" cy="4069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2161" y="6576726"/>
            <a:ext cx="98564" cy="16697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78912" y="753541"/>
            <a:ext cx="137160" cy="45085"/>
          </a:xfrm>
          <a:custGeom>
            <a:avLst/>
            <a:gdLst/>
            <a:ahLst/>
            <a:cxnLst/>
            <a:rect l="l" t="t" r="r" b="b"/>
            <a:pathLst>
              <a:path w="137160" h="45084">
                <a:moveTo>
                  <a:pt x="137032" y="0"/>
                </a:moveTo>
                <a:lnTo>
                  <a:pt x="0" y="0"/>
                </a:lnTo>
                <a:lnTo>
                  <a:pt x="0" y="44856"/>
                </a:lnTo>
                <a:lnTo>
                  <a:pt x="137032" y="44856"/>
                </a:lnTo>
                <a:lnTo>
                  <a:pt x="137032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00664" y="544153"/>
            <a:ext cx="3801745" cy="3692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1626"/>
            <a:ext cx="8190230" cy="14204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12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Children’s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Electric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Car</a:t>
            </a:r>
            <a:endParaRPr sz="24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125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 spc="-10">
                <a:latin typeface="Arial"/>
                <a:cs typeface="Arial"/>
              </a:rPr>
              <a:t>Vehicle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body</a:t>
            </a:r>
            <a:endParaRPr sz="20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254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Equipped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with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two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rear-wheel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drive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motors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one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steering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motor</a:t>
            </a:r>
            <a:endParaRPr sz="20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265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All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three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motors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are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DC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motors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for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12V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963407" y="3236835"/>
            <a:ext cx="4093210" cy="3046730"/>
            <a:chOff x="3963407" y="3236835"/>
            <a:chExt cx="4093210" cy="304673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56970" y="3236835"/>
              <a:ext cx="1773826" cy="304618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806518" y="4758805"/>
              <a:ext cx="833119" cy="453390"/>
            </a:xfrm>
            <a:custGeom>
              <a:avLst/>
              <a:gdLst/>
              <a:ahLst/>
              <a:cxnLst/>
              <a:rect l="l" t="t" r="r" b="b"/>
              <a:pathLst>
                <a:path w="833120" h="453389">
                  <a:moveTo>
                    <a:pt x="833119" y="45317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963407" y="4764521"/>
              <a:ext cx="856615" cy="0"/>
            </a:xfrm>
            <a:custGeom>
              <a:avLst/>
              <a:gdLst/>
              <a:ahLst/>
              <a:cxnLst/>
              <a:rect l="l" t="t" r="r" b="b"/>
              <a:pathLst>
                <a:path w="856614" h="0">
                  <a:moveTo>
                    <a:pt x="856335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396070" y="4792016"/>
              <a:ext cx="833119" cy="453390"/>
            </a:xfrm>
            <a:custGeom>
              <a:avLst/>
              <a:gdLst/>
              <a:ahLst/>
              <a:cxnLst/>
              <a:rect l="l" t="t" r="r" b="b"/>
              <a:pathLst>
                <a:path w="833120" h="453389">
                  <a:moveTo>
                    <a:pt x="0" y="453174"/>
                  </a:moveTo>
                  <a:lnTo>
                    <a:pt x="833119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199858" y="4790648"/>
              <a:ext cx="856615" cy="0"/>
            </a:xfrm>
            <a:custGeom>
              <a:avLst/>
              <a:gdLst/>
              <a:ahLst/>
              <a:cxnLst/>
              <a:rect l="l" t="t" r="r" b="b"/>
              <a:pathLst>
                <a:path w="856615" h="0">
                  <a:moveTo>
                    <a:pt x="0" y="0"/>
                  </a:moveTo>
                  <a:lnTo>
                    <a:pt x="856348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091313" y="3906542"/>
              <a:ext cx="892175" cy="399415"/>
            </a:xfrm>
            <a:custGeom>
              <a:avLst/>
              <a:gdLst/>
              <a:ahLst/>
              <a:cxnLst/>
              <a:rect l="l" t="t" r="r" b="b"/>
              <a:pathLst>
                <a:path w="892175" h="399414">
                  <a:moveTo>
                    <a:pt x="891705" y="399376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243687" y="3913184"/>
              <a:ext cx="856615" cy="0"/>
            </a:xfrm>
            <a:custGeom>
              <a:avLst/>
              <a:gdLst/>
              <a:ahLst/>
              <a:cxnLst/>
              <a:rect l="l" t="t" r="r" b="b"/>
              <a:pathLst>
                <a:path w="856614" h="0">
                  <a:moveTo>
                    <a:pt x="856335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3157933" y="3727942"/>
            <a:ext cx="874394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 i="1">
                <a:latin typeface="Arial"/>
                <a:cs typeface="Arial"/>
              </a:rPr>
              <a:t>Steering</a:t>
            </a:r>
            <a:r>
              <a:rPr dirty="0" sz="1800" spc="-10" i="1">
                <a:latin typeface="Arial"/>
                <a:cs typeface="Arial"/>
              </a:rPr>
              <a:t> Motors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1824967" y="4634341"/>
            <a:ext cx="20942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Arial"/>
                <a:cs typeface="Arial"/>
              </a:rPr>
              <a:t>Left</a:t>
            </a:r>
            <a:r>
              <a:rPr dirty="0" sz="1800" spc="-2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rear</a:t>
            </a:r>
            <a:r>
              <a:rPr dirty="0" sz="1800" spc="-2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wheel</a:t>
            </a:r>
            <a:r>
              <a:rPr dirty="0" sz="1800" spc="-25" i="1">
                <a:latin typeface="Arial"/>
                <a:cs typeface="Arial"/>
              </a:rPr>
              <a:t> </a:t>
            </a:r>
            <a:r>
              <a:rPr dirty="0" sz="1800" spc="-20" i="1">
                <a:latin typeface="Arial"/>
                <a:cs typeface="Arial"/>
              </a:rPr>
              <a:t>drive</a:t>
            </a:r>
            <a:r>
              <a:rPr dirty="0" sz="1800" spc="-20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motor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87235" y="4634341"/>
            <a:ext cx="169545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Arial"/>
                <a:cs typeface="Arial"/>
              </a:rPr>
              <a:t>Right</a:t>
            </a:r>
            <a:r>
              <a:rPr dirty="0" sz="1800" spc="5" i="1">
                <a:latin typeface="Arial"/>
                <a:cs typeface="Arial"/>
              </a:rPr>
              <a:t> </a:t>
            </a:r>
            <a:r>
              <a:rPr dirty="0" sz="1800" spc="-20" i="1">
                <a:latin typeface="Arial"/>
                <a:cs typeface="Arial"/>
              </a:rPr>
              <a:t>rear-</a:t>
            </a:r>
            <a:r>
              <a:rPr dirty="0" sz="1800" spc="-10" i="1">
                <a:latin typeface="Arial"/>
                <a:cs typeface="Arial"/>
              </a:rPr>
              <a:t>wheel</a:t>
            </a:r>
            <a:r>
              <a:rPr dirty="0" sz="1800" spc="-1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drive</a:t>
            </a:r>
            <a:r>
              <a:rPr dirty="0" sz="1800" spc="-10" i="1">
                <a:latin typeface="Arial"/>
                <a:cs typeface="Arial"/>
              </a:rPr>
              <a:t> motor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4280" y="6576726"/>
            <a:ext cx="94437" cy="16977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181" y="544144"/>
            <a:ext cx="4988191" cy="47007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09643" y="2587942"/>
            <a:ext cx="2965602" cy="395414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61013" y="1301626"/>
            <a:ext cx="10841990" cy="1341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12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When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turned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steering</a:t>
            </a:r>
            <a:endParaRPr sz="24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125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If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steering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motor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does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not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sound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for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entire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steering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radius...</a:t>
            </a:r>
            <a:endParaRPr sz="2000">
              <a:latin typeface="Arial"/>
              <a:cs typeface="Arial"/>
            </a:endParaRPr>
          </a:p>
          <a:p>
            <a:pPr lvl="1" marL="697865" marR="5080" indent="-228600">
              <a:lnSpc>
                <a:spcPts val="2160"/>
              </a:lnSpc>
              <a:spcBef>
                <a:spcPts val="525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Utilize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glue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gun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on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underside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vehicle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secure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motor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gearbox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rotating </a:t>
            </a:r>
            <a:r>
              <a:rPr dirty="0" sz="2000" spc="-20">
                <a:latin typeface="Arial"/>
                <a:cs typeface="Arial"/>
              </a:rPr>
              <a:t>axle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31225" y="6579407"/>
            <a:ext cx="116420" cy="1642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78912" y="753541"/>
            <a:ext cx="137160" cy="45085"/>
          </a:xfrm>
          <a:custGeom>
            <a:avLst/>
            <a:gdLst/>
            <a:ahLst/>
            <a:cxnLst/>
            <a:rect l="l" t="t" r="r" b="b"/>
            <a:pathLst>
              <a:path w="137160" h="45084">
                <a:moveTo>
                  <a:pt x="137032" y="0"/>
                </a:moveTo>
                <a:lnTo>
                  <a:pt x="0" y="0"/>
                </a:lnTo>
                <a:lnTo>
                  <a:pt x="0" y="44856"/>
                </a:lnTo>
                <a:lnTo>
                  <a:pt x="137032" y="44856"/>
                </a:lnTo>
                <a:lnTo>
                  <a:pt x="137032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00664" y="544153"/>
            <a:ext cx="3801745" cy="3692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1626"/>
            <a:ext cx="3154680" cy="10826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12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 spc="-10">
                <a:latin typeface="Arial"/>
                <a:cs typeface="Arial"/>
              </a:rPr>
              <a:t>Battery</a:t>
            </a:r>
            <a:endParaRPr sz="24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125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Power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electric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car</a:t>
            </a:r>
            <a:endParaRPr sz="20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254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Support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220V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output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31201" y="3183352"/>
            <a:ext cx="4997450" cy="2648585"/>
            <a:chOff x="3731201" y="3183352"/>
            <a:chExt cx="4997450" cy="264858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93412" y="3183352"/>
              <a:ext cx="3658095" cy="264831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842031" y="5169531"/>
              <a:ext cx="2877185" cy="271145"/>
            </a:xfrm>
            <a:custGeom>
              <a:avLst/>
              <a:gdLst/>
              <a:ahLst/>
              <a:cxnLst/>
              <a:rect l="l" t="t" r="r" b="b"/>
              <a:pathLst>
                <a:path w="2877184" h="271145">
                  <a:moveTo>
                    <a:pt x="2876956" y="271043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778812" y="5132788"/>
              <a:ext cx="80010" cy="76200"/>
            </a:xfrm>
            <a:custGeom>
              <a:avLst/>
              <a:gdLst/>
              <a:ahLst/>
              <a:cxnLst/>
              <a:rect l="l" t="t" r="r" b="b"/>
              <a:pathLst>
                <a:path w="80010" h="76200">
                  <a:moveTo>
                    <a:pt x="79438" y="0"/>
                  </a:moveTo>
                  <a:lnTo>
                    <a:pt x="0" y="30784"/>
                  </a:lnTo>
                  <a:lnTo>
                    <a:pt x="72288" y="75869"/>
                  </a:lnTo>
                  <a:lnTo>
                    <a:pt x="7943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740726" y="4164096"/>
              <a:ext cx="1183640" cy="0"/>
            </a:xfrm>
            <a:custGeom>
              <a:avLst/>
              <a:gdLst/>
              <a:ahLst/>
              <a:cxnLst/>
              <a:rect l="l" t="t" r="r" b="b"/>
              <a:pathLst>
                <a:path w="1183639" h="0">
                  <a:moveTo>
                    <a:pt x="0" y="0"/>
                  </a:moveTo>
                  <a:lnTo>
                    <a:pt x="1183411" y="0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911438" y="412599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778813" y="5271991"/>
            <a:ext cx="132524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55" i="1">
                <a:latin typeface="맑은 고딕"/>
                <a:cs typeface="맑은 고딕"/>
              </a:rPr>
              <a:t>220V</a:t>
            </a:r>
            <a:r>
              <a:rPr dirty="0" sz="1900" spc="-105" i="1">
                <a:latin typeface="맑은 고딕"/>
                <a:cs typeface="맑은 고딕"/>
              </a:rPr>
              <a:t> </a:t>
            </a:r>
            <a:r>
              <a:rPr dirty="0" sz="1900" spc="-40" i="1">
                <a:latin typeface="맑은 고딕"/>
                <a:cs typeface="맑은 고딕"/>
              </a:rPr>
              <a:t>output</a:t>
            </a:r>
            <a:endParaRPr sz="1900">
              <a:latin typeface="맑은 고딕"/>
              <a:cs typeface="맑은 고딕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57084" y="3702201"/>
            <a:ext cx="1977389" cy="1471295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817880" marR="5080" indent="-297180">
              <a:lnSpc>
                <a:spcPts val="2160"/>
              </a:lnSpc>
              <a:spcBef>
                <a:spcPts val="270"/>
              </a:spcBef>
            </a:pPr>
            <a:r>
              <a:rPr dirty="0" sz="1900" spc="-30" i="1">
                <a:latin typeface="맑은 고딕"/>
                <a:cs typeface="맑은 고딕"/>
              </a:rPr>
              <a:t>Battery</a:t>
            </a:r>
            <a:r>
              <a:rPr dirty="0" sz="1900" spc="-114" i="1">
                <a:latin typeface="맑은 고딕"/>
                <a:cs typeface="맑은 고딕"/>
              </a:rPr>
              <a:t> </a:t>
            </a:r>
            <a:r>
              <a:rPr dirty="0" sz="1900" spc="-75" i="1">
                <a:latin typeface="맑은 고딕"/>
                <a:cs typeface="맑은 고딕"/>
              </a:rPr>
              <a:t>Power </a:t>
            </a:r>
            <a:r>
              <a:rPr dirty="0" sz="1900" spc="-10" i="1">
                <a:latin typeface="맑은 고딕"/>
                <a:cs typeface="맑은 고딕"/>
              </a:rPr>
              <a:t>ON/OFF</a:t>
            </a:r>
            <a:endParaRPr sz="1900">
              <a:latin typeface="맑은 고딕"/>
              <a:cs typeface="맑은 고딕"/>
            </a:endParaRPr>
          </a:p>
          <a:p>
            <a:pPr marL="464820" marR="201930" indent="-452755">
              <a:lnSpc>
                <a:spcPts val="2160"/>
              </a:lnSpc>
              <a:spcBef>
                <a:spcPts val="2620"/>
              </a:spcBef>
              <a:tabLst>
                <a:tab pos="1068705" algn="l"/>
              </a:tabLst>
            </a:pPr>
            <a:r>
              <a:rPr dirty="0" sz="1900" spc="-55" i="1">
                <a:latin typeface="맑은 고딕"/>
                <a:cs typeface="맑은 고딕"/>
              </a:rPr>
              <a:t>220V</a:t>
            </a:r>
            <a:r>
              <a:rPr dirty="0" sz="1900" spc="-90" i="1">
                <a:latin typeface="맑은 고딕"/>
                <a:cs typeface="맑은 고딕"/>
              </a:rPr>
              <a:t> </a:t>
            </a:r>
            <a:r>
              <a:rPr dirty="0" sz="1900" spc="-25" i="1">
                <a:latin typeface="맑은 고딕"/>
                <a:cs typeface="맑은 고딕"/>
              </a:rPr>
              <a:t>AC</a:t>
            </a:r>
            <a:r>
              <a:rPr dirty="0" sz="1900" i="1">
                <a:latin typeface="맑은 고딕"/>
                <a:cs typeface="맑은 고딕"/>
              </a:rPr>
              <a:t>	</a:t>
            </a:r>
            <a:r>
              <a:rPr dirty="0" sz="1900" spc="-60" i="1">
                <a:latin typeface="맑은 고딕"/>
                <a:cs typeface="맑은 고딕"/>
              </a:rPr>
              <a:t>output </a:t>
            </a:r>
            <a:r>
              <a:rPr dirty="0" sz="1900" spc="-10" i="1">
                <a:latin typeface="맑은 고딕"/>
                <a:cs typeface="맑은 고딕"/>
              </a:rPr>
              <a:t>ON/OFF</a:t>
            </a:r>
            <a:endParaRPr sz="1900">
              <a:latin typeface="맑은 고딕"/>
              <a:cs typeface="맑은 고딕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560340" y="4853158"/>
            <a:ext cx="1316355" cy="843280"/>
            <a:chOff x="3560340" y="4853158"/>
            <a:chExt cx="1316355" cy="843280"/>
          </a:xfrm>
        </p:grpSpPr>
        <p:sp>
          <p:nvSpPr>
            <p:cNvPr id="17" name="object 17"/>
            <p:cNvSpPr/>
            <p:nvPr/>
          </p:nvSpPr>
          <p:spPr>
            <a:xfrm>
              <a:off x="3569865" y="4891261"/>
              <a:ext cx="1183640" cy="0"/>
            </a:xfrm>
            <a:custGeom>
              <a:avLst/>
              <a:gdLst/>
              <a:ahLst/>
              <a:cxnLst/>
              <a:rect l="l" t="t" r="r" b="b"/>
              <a:pathLst>
                <a:path w="1183639" h="0">
                  <a:moveTo>
                    <a:pt x="0" y="0"/>
                  </a:moveTo>
                  <a:lnTo>
                    <a:pt x="1183411" y="0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740575" y="485315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569865" y="5320009"/>
              <a:ext cx="1245870" cy="367030"/>
            </a:xfrm>
            <a:custGeom>
              <a:avLst/>
              <a:gdLst/>
              <a:ahLst/>
              <a:cxnLst/>
              <a:rect l="l" t="t" r="r" b="b"/>
              <a:pathLst>
                <a:path w="1245870" h="367029">
                  <a:moveTo>
                    <a:pt x="0" y="366687"/>
                  </a:moveTo>
                  <a:lnTo>
                    <a:pt x="1245603" y="0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792525" y="5287044"/>
              <a:ext cx="84455" cy="73660"/>
            </a:xfrm>
            <a:custGeom>
              <a:avLst/>
              <a:gdLst/>
              <a:ahLst/>
              <a:cxnLst/>
              <a:rect l="l" t="t" r="r" b="b"/>
              <a:pathLst>
                <a:path w="84454" h="73660">
                  <a:moveTo>
                    <a:pt x="0" y="0"/>
                  </a:moveTo>
                  <a:lnTo>
                    <a:pt x="21526" y="73101"/>
                  </a:lnTo>
                  <a:lnTo>
                    <a:pt x="83858" y="15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2067162" y="5466155"/>
            <a:ext cx="147002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55" i="1">
                <a:latin typeface="맑은 고딕"/>
                <a:cs typeface="맑은 고딕"/>
              </a:rPr>
              <a:t>Charging</a:t>
            </a:r>
            <a:r>
              <a:rPr dirty="0" sz="1900" spc="-95" i="1">
                <a:latin typeface="맑은 고딕"/>
                <a:cs typeface="맑은 고딕"/>
              </a:rPr>
              <a:t> </a:t>
            </a:r>
            <a:r>
              <a:rPr dirty="0" sz="1900" spc="-20" i="1">
                <a:latin typeface="맑은 고딕"/>
                <a:cs typeface="맑은 고딕"/>
              </a:rPr>
              <a:t>Port</a:t>
            </a:r>
            <a:endParaRPr sz="1900">
              <a:latin typeface="맑은 고딕"/>
              <a:cs typeface="맑은 고딕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7850" y="6579406"/>
            <a:ext cx="91313" cy="16709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3197" y="6571215"/>
            <a:ext cx="10668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b="1" i="1">
                <a:solidFill>
                  <a:srgbClr val="404040"/>
                </a:solidFill>
                <a:latin typeface="Arial"/>
                <a:cs typeface="Arial"/>
              </a:rPr>
              <a:t>Automation</a:t>
            </a:r>
            <a:r>
              <a:rPr dirty="0" sz="1050" spc="-45" b="1" i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050" spc="-20" b="1" i="1">
                <a:solidFill>
                  <a:srgbClr val="404040"/>
                </a:solidFill>
                <a:latin typeface="Arial"/>
                <a:cs typeface="Arial"/>
              </a:rPr>
              <a:t>L</a:t>
            </a:r>
            <a:r>
              <a:rPr dirty="0" sz="1000" spc="-20" b="1" i="1">
                <a:solidFill>
                  <a:srgbClr val="404040"/>
                </a:solidFill>
                <a:latin typeface="Arial"/>
                <a:cs typeface="Arial"/>
              </a:rPr>
              <a:t>ab.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778912" y="753541"/>
            <a:ext cx="137160" cy="45085"/>
          </a:xfrm>
          <a:custGeom>
            <a:avLst/>
            <a:gdLst/>
            <a:ahLst/>
            <a:cxnLst/>
            <a:rect l="l" t="t" r="r" b="b"/>
            <a:pathLst>
              <a:path w="137160" h="45084">
                <a:moveTo>
                  <a:pt x="137032" y="0"/>
                </a:moveTo>
                <a:lnTo>
                  <a:pt x="0" y="0"/>
                </a:lnTo>
                <a:lnTo>
                  <a:pt x="0" y="44856"/>
                </a:lnTo>
                <a:lnTo>
                  <a:pt x="137032" y="44856"/>
                </a:lnTo>
                <a:lnTo>
                  <a:pt x="137032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00664" y="544153"/>
            <a:ext cx="3801745" cy="36921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61013" y="1301626"/>
            <a:ext cx="5838825" cy="7454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12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 spc="-20">
                <a:latin typeface="Arial"/>
                <a:cs typeface="Arial"/>
              </a:rPr>
              <a:t>SMPS</a:t>
            </a:r>
            <a:endParaRPr sz="24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125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Converting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220V</a:t>
            </a:r>
            <a:r>
              <a:rPr dirty="0" sz="2000" spc="-1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AC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Power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12V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DC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Power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685773" y="1757349"/>
            <a:ext cx="8901430" cy="4580890"/>
            <a:chOff x="1685773" y="1757349"/>
            <a:chExt cx="8901430" cy="458089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5773" y="2272931"/>
              <a:ext cx="3350368" cy="357051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43689" y="4423955"/>
              <a:ext cx="5143490" cy="16894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25932" y="1757349"/>
              <a:ext cx="1585553" cy="230083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357549" y="5271644"/>
              <a:ext cx="2023110" cy="94615"/>
            </a:xfrm>
            <a:custGeom>
              <a:avLst/>
              <a:gdLst/>
              <a:ahLst/>
              <a:cxnLst/>
              <a:rect l="l" t="t" r="r" b="b"/>
              <a:pathLst>
                <a:path w="2023110" h="94614">
                  <a:moveTo>
                    <a:pt x="0" y="94233"/>
                  </a:moveTo>
                  <a:lnTo>
                    <a:pt x="2022703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365782" y="5234184"/>
              <a:ext cx="78105" cy="76200"/>
            </a:xfrm>
            <a:custGeom>
              <a:avLst/>
              <a:gdLst/>
              <a:ahLst/>
              <a:cxnLst/>
              <a:rect l="l" t="t" r="r" b="b"/>
              <a:pathLst>
                <a:path w="78104" h="76200">
                  <a:moveTo>
                    <a:pt x="0" y="0"/>
                  </a:moveTo>
                  <a:lnTo>
                    <a:pt x="3555" y="76111"/>
                  </a:lnTo>
                  <a:lnTo>
                    <a:pt x="77901" y="345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63687" y="3186029"/>
              <a:ext cx="2239645" cy="588010"/>
            </a:xfrm>
            <a:custGeom>
              <a:avLst/>
              <a:gdLst/>
              <a:ahLst/>
              <a:cxnLst/>
              <a:rect l="l" t="t" r="r" b="b"/>
              <a:pathLst>
                <a:path w="2239645" h="588010">
                  <a:moveTo>
                    <a:pt x="0" y="587578"/>
                  </a:moveTo>
                  <a:lnTo>
                    <a:pt x="2239416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781154" y="3152415"/>
              <a:ext cx="83820" cy="74295"/>
            </a:xfrm>
            <a:custGeom>
              <a:avLst/>
              <a:gdLst/>
              <a:ahLst/>
              <a:cxnLst/>
              <a:rect l="l" t="t" r="r" b="b"/>
              <a:pathLst>
                <a:path w="83820" h="74294">
                  <a:moveTo>
                    <a:pt x="0" y="0"/>
                  </a:moveTo>
                  <a:lnTo>
                    <a:pt x="19342" y="73698"/>
                  </a:lnTo>
                  <a:lnTo>
                    <a:pt x="83375" y="17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825934" y="6139546"/>
              <a:ext cx="1896745" cy="188595"/>
            </a:xfrm>
            <a:custGeom>
              <a:avLst/>
              <a:gdLst/>
              <a:ahLst/>
              <a:cxnLst/>
              <a:rect l="l" t="t" r="r" b="b"/>
              <a:pathLst>
                <a:path w="1896745" h="188595">
                  <a:moveTo>
                    <a:pt x="1896262" y="0"/>
                  </a:moveTo>
                  <a:lnTo>
                    <a:pt x="1891389" y="36697"/>
                  </a:lnTo>
                  <a:lnTo>
                    <a:pt x="1878101" y="66662"/>
                  </a:lnTo>
                  <a:lnTo>
                    <a:pt x="1858393" y="86864"/>
                  </a:lnTo>
                  <a:lnTo>
                    <a:pt x="1834261" y="94272"/>
                  </a:lnTo>
                  <a:lnTo>
                    <a:pt x="1045438" y="94272"/>
                  </a:lnTo>
                  <a:lnTo>
                    <a:pt x="1021306" y="101679"/>
                  </a:lnTo>
                  <a:lnTo>
                    <a:pt x="1001598" y="121881"/>
                  </a:lnTo>
                  <a:lnTo>
                    <a:pt x="988310" y="151847"/>
                  </a:lnTo>
                  <a:lnTo>
                    <a:pt x="983437" y="188544"/>
                  </a:lnTo>
                  <a:lnTo>
                    <a:pt x="978564" y="151847"/>
                  </a:lnTo>
                  <a:lnTo>
                    <a:pt x="965276" y="121881"/>
                  </a:lnTo>
                  <a:lnTo>
                    <a:pt x="945568" y="101679"/>
                  </a:lnTo>
                  <a:lnTo>
                    <a:pt x="921435" y="94272"/>
                  </a:lnTo>
                  <a:lnTo>
                    <a:pt x="62001" y="94272"/>
                  </a:lnTo>
                  <a:lnTo>
                    <a:pt x="37863" y="86864"/>
                  </a:lnTo>
                  <a:lnTo>
                    <a:pt x="18156" y="66662"/>
                  </a:lnTo>
                  <a:lnTo>
                    <a:pt x="4871" y="36697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896827" y="6136494"/>
              <a:ext cx="940435" cy="191770"/>
            </a:xfrm>
            <a:custGeom>
              <a:avLst/>
              <a:gdLst/>
              <a:ahLst/>
              <a:cxnLst/>
              <a:rect l="l" t="t" r="r" b="b"/>
              <a:pathLst>
                <a:path w="940434" h="191770">
                  <a:moveTo>
                    <a:pt x="940066" y="0"/>
                  </a:moveTo>
                  <a:lnTo>
                    <a:pt x="935115" y="37288"/>
                  </a:lnTo>
                  <a:lnTo>
                    <a:pt x="921613" y="67738"/>
                  </a:lnTo>
                  <a:lnTo>
                    <a:pt x="901586" y="88268"/>
                  </a:lnTo>
                  <a:lnTo>
                    <a:pt x="877061" y="95796"/>
                  </a:lnTo>
                  <a:lnTo>
                    <a:pt x="550544" y="95796"/>
                  </a:lnTo>
                  <a:lnTo>
                    <a:pt x="526020" y="103324"/>
                  </a:lnTo>
                  <a:lnTo>
                    <a:pt x="505993" y="123853"/>
                  </a:lnTo>
                  <a:lnTo>
                    <a:pt x="492491" y="154303"/>
                  </a:lnTo>
                  <a:lnTo>
                    <a:pt x="487540" y="191592"/>
                  </a:lnTo>
                  <a:lnTo>
                    <a:pt x="482587" y="154303"/>
                  </a:lnTo>
                  <a:lnTo>
                    <a:pt x="469080" y="123853"/>
                  </a:lnTo>
                  <a:lnTo>
                    <a:pt x="449049" y="103324"/>
                  </a:lnTo>
                  <a:lnTo>
                    <a:pt x="424522" y="95796"/>
                  </a:lnTo>
                  <a:lnTo>
                    <a:pt x="63004" y="95796"/>
                  </a:lnTo>
                  <a:lnTo>
                    <a:pt x="38479" y="88268"/>
                  </a:lnTo>
                  <a:lnTo>
                    <a:pt x="18453" y="67738"/>
                  </a:lnTo>
                  <a:lnTo>
                    <a:pt x="4951" y="37288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8509539" y="2827511"/>
            <a:ext cx="12642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Arial"/>
                <a:cs typeface="Arial"/>
              </a:rPr>
              <a:t>Set</a:t>
            </a:r>
            <a:r>
              <a:rPr dirty="0" sz="1800" spc="-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to</a:t>
            </a:r>
            <a:r>
              <a:rPr dirty="0" sz="1800" spc="-20" i="1">
                <a:latin typeface="Arial"/>
                <a:cs typeface="Arial"/>
              </a:rPr>
              <a:t> 230V.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96389" y="6307995"/>
            <a:ext cx="3549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i="1">
                <a:latin typeface="Arial"/>
                <a:cs typeface="Arial"/>
              </a:rPr>
              <a:t>DC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91589" y="6582316"/>
            <a:ext cx="965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i="1">
                <a:latin typeface="Arial"/>
                <a:cs typeface="Arial"/>
              </a:rPr>
              <a:t>OUTPUT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059858" y="6319325"/>
            <a:ext cx="7105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84150">
              <a:lnSpc>
                <a:spcPct val="100000"/>
              </a:lnSpc>
              <a:spcBef>
                <a:spcPts val="100"/>
              </a:spcBef>
            </a:pPr>
            <a:r>
              <a:rPr dirty="0" sz="1800" spc="-25" i="1">
                <a:latin typeface="Arial"/>
                <a:cs typeface="Arial"/>
              </a:rPr>
              <a:t>AC</a:t>
            </a:r>
            <a:r>
              <a:rPr dirty="0" sz="1800" spc="-25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INPUT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539428" y="5759495"/>
            <a:ext cx="871855" cy="533400"/>
            <a:chOff x="5539428" y="5759495"/>
            <a:chExt cx="871855" cy="533400"/>
          </a:xfrm>
        </p:grpSpPr>
        <p:sp>
          <p:nvSpPr>
            <p:cNvPr id="24" name="object 24"/>
            <p:cNvSpPr/>
            <p:nvPr/>
          </p:nvSpPr>
          <p:spPr>
            <a:xfrm>
              <a:off x="5590518" y="5773783"/>
              <a:ext cx="480059" cy="469265"/>
            </a:xfrm>
            <a:custGeom>
              <a:avLst/>
              <a:gdLst/>
              <a:ahLst/>
              <a:cxnLst/>
              <a:rect l="l" t="t" r="r" b="b"/>
              <a:pathLst>
                <a:path w="480060" h="469264">
                  <a:moveTo>
                    <a:pt x="479755" y="0"/>
                  </a:moveTo>
                  <a:lnTo>
                    <a:pt x="0" y="468693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539428" y="6201834"/>
              <a:ext cx="91440" cy="90805"/>
            </a:xfrm>
            <a:custGeom>
              <a:avLst/>
              <a:gdLst/>
              <a:ahLst/>
              <a:cxnLst/>
              <a:rect l="l" t="t" r="r" b="b"/>
              <a:pathLst>
                <a:path w="91439" h="90804">
                  <a:moveTo>
                    <a:pt x="31356" y="0"/>
                  </a:moveTo>
                  <a:lnTo>
                    <a:pt x="0" y="90563"/>
                  </a:lnTo>
                  <a:lnTo>
                    <a:pt x="91262" y="61315"/>
                  </a:lnTo>
                  <a:lnTo>
                    <a:pt x="313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368199" y="5806008"/>
              <a:ext cx="0" cy="403860"/>
            </a:xfrm>
            <a:custGeom>
              <a:avLst/>
              <a:gdLst/>
              <a:ahLst/>
              <a:cxnLst/>
              <a:rect l="l" t="t" r="r" b="b"/>
              <a:pathLst>
                <a:path w="0" h="403860">
                  <a:moveTo>
                    <a:pt x="0" y="0"/>
                  </a:moveTo>
                  <a:lnTo>
                    <a:pt x="0" y="403631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325341" y="6195349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0"/>
                  </a:moveTo>
                  <a:lnTo>
                    <a:pt x="0" y="0"/>
                  </a:lnTo>
                  <a:lnTo>
                    <a:pt x="42862" y="85724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3699092" y="6289114"/>
            <a:ext cx="37318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Arial"/>
                <a:cs typeface="Arial"/>
              </a:rPr>
              <a:t>LED</a:t>
            </a:r>
            <a:r>
              <a:rPr dirty="0" sz="1800" spc="-4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ON</a:t>
            </a:r>
            <a:r>
              <a:rPr dirty="0" sz="1800" spc="-3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when</a:t>
            </a:r>
            <a:r>
              <a:rPr dirty="0" sz="1800" spc="-10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AC</a:t>
            </a:r>
            <a:r>
              <a:rPr dirty="0" sz="1800" spc="29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OUTPUT</a:t>
            </a:r>
            <a:r>
              <a:rPr dirty="0" sz="1800" spc="-30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Voltage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272115" y="6563435"/>
            <a:ext cx="2776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3395" algn="l"/>
              </a:tabLst>
            </a:pPr>
            <a:r>
              <a:rPr dirty="0" sz="1800" spc="-10" i="1">
                <a:latin typeface="Arial"/>
                <a:cs typeface="Arial"/>
              </a:rPr>
              <a:t>INPUT</a:t>
            </a:r>
            <a:r>
              <a:rPr dirty="0" sz="1800" i="1">
                <a:latin typeface="Arial"/>
                <a:cs typeface="Arial"/>
              </a:rPr>
              <a:t>	</a:t>
            </a:r>
            <a:r>
              <a:rPr dirty="0" sz="1800" spc="-10" i="1">
                <a:latin typeface="Arial"/>
                <a:cs typeface="Arial"/>
              </a:rPr>
              <a:t>regulation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2172" y="6576721"/>
            <a:ext cx="103685" cy="16978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3197" y="6571215"/>
            <a:ext cx="10668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b="1" i="1">
                <a:solidFill>
                  <a:srgbClr val="404040"/>
                </a:solidFill>
                <a:latin typeface="Arial"/>
                <a:cs typeface="Arial"/>
              </a:rPr>
              <a:t>Automation</a:t>
            </a:r>
            <a:r>
              <a:rPr dirty="0" sz="1050" spc="-45" b="1" i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050" spc="-20" b="1" i="1">
                <a:solidFill>
                  <a:srgbClr val="404040"/>
                </a:solidFill>
                <a:latin typeface="Arial"/>
                <a:cs typeface="Arial"/>
              </a:rPr>
              <a:t>L</a:t>
            </a:r>
            <a:r>
              <a:rPr dirty="0" sz="1000" spc="-20" b="1" i="1">
                <a:solidFill>
                  <a:srgbClr val="404040"/>
                </a:solidFill>
                <a:latin typeface="Arial"/>
                <a:cs typeface="Arial"/>
              </a:rPr>
              <a:t>ab.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778912" y="753541"/>
            <a:ext cx="137160" cy="45085"/>
          </a:xfrm>
          <a:custGeom>
            <a:avLst/>
            <a:gdLst/>
            <a:ahLst/>
            <a:cxnLst/>
            <a:rect l="l" t="t" r="r" b="b"/>
            <a:pathLst>
              <a:path w="137160" h="45084">
                <a:moveTo>
                  <a:pt x="137032" y="0"/>
                </a:moveTo>
                <a:lnTo>
                  <a:pt x="0" y="0"/>
                </a:lnTo>
                <a:lnTo>
                  <a:pt x="0" y="44856"/>
                </a:lnTo>
                <a:lnTo>
                  <a:pt x="137032" y="44856"/>
                </a:lnTo>
                <a:lnTo>
                  <a:pt x="137032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00664" y="544153"/>
            <a:ext cx="3801745" cy="36921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61013" y="1301626"/>
            <a:ext cx="9087485" cy="14204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12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Motor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Driver</a:t>
            </a:r>
            <a:endParaRPr sz="24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125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Receives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output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SMPS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(12V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DC)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as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input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motor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driver</a:t>
            </a:r>
            <a:endParaRPr sz="20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254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Receive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control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signals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from</a:t>
            </a:r>
            <a:r>
              <a:rPr dirty="0" sz="2000" spc="-14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Arduino</a:t>
            </a:r>
            <a:endParaRPr sz="20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265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Applying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appropriate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output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voltage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with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motor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9" name="object 9" descr="검은색, 어두운이(가) 표시된 사진  자동 생성된 설명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55470" y="3642918"/>
            <a:ext cx="2448267" cy="2170315"/>
          </a:xfrm>
          <a:prstGeom prst="rect">
            <a:avLst/>
          </a:prstGeom>
        </p:spPr>
      </p:pic>
      <p:pic>
        <p:nvPicPr>
          <p:cNvPr id="10" name="object 10" descr="텍스트, 전자기기, 회로이(가) 표시된 사진  자동 생성된 설명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15813" y="3219665"/>
            <a:ext cx="4447513" cy="270870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945573" y="5925305"/>
            <a:ext cx="15119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맑은 고딕"/>
                <a:cs typeface="맑은 고딕"/>
              </a:rPr>
              <a:t>Motor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Driver</a:t>
            </a:r>
            <a:endParaRPr sz="2000">
              <a:latin typeface="맑은 고딕"/>
              <a:cs typeface="맑은 고딕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372031" y="2768735"/>
            <a:ext cx="4564380" cy="3578225"/>
            <a:chOff x="6372031" y="2768735"/>
            <a:chExt cx="4564380" cy="3578225"/>
          </a:xfrm>
        </p:grpSpPr>
        <p:sp>
          <p:nvSpPr>
            <p:cNvPr id="13" name="object 13"/>
            <p:cNvSpPr/>
            <p:nvPr/>
          </p:nvSpPr>
          <p:spPr>
            <a:xfrm>
              <a:off x="6733870" y="4506645"/>
              <a:ext cx="413384" cy="864869"/>
            </a:xfrm>
            <a:custGeom>
              <a:avLst/>
              <a:gdLst/>
              <a:ahLst/>
              <a:cxnLst/>
              <a:rect l="l" t="t" r="r" b="b"/>
              <a:pathLst>
                <a:path w="413384" h="864870">
                  <a:moveTo>
                    <a:pt x="0" y="0"/>
                  </a:moveTo>
                  <a:lnTo>
                    <a:pt x="412838" y="0"/>
                  </a:lnTo>
                  <a:lnTo>
                    <a:pt x="412838" y="864260"/>
                  </a:lnTo>
                  <a:lnTo>
                    <a:pt x="0" y="864260"/>
                  </a:lnTo>
                  <a:lnTo>
                    <a:pt x="0" y="0"/>
                  </a:lnTo>
                  <a:close/>
                </a:path>
              </a:pathLst>
            </a:custGeom>
            <a:ln w="5715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0125506" y="3685514"/>
              <a:ext cx="537845" cy="609600"/>
            </a:xfrm>
            <a:custGeom>
              <a:avLst/>
              <a:gdLst/>
              <a:ahLst/>
              <a:cxnLst/>
              <a:rect l="l" t="t" r="r" b="b"/>
              <a:pathLst>
                <a:path w="537845" h="609600">
                  <a:moveTo>
                    <a:pt x="0" y="0"/>
                  </a:moveTo>
                  <a:lnTo>
                    <a:pt x="537832" y="0"/>
                  </a:lnTo>
                  <a:lnTo>
                    <a:pt x="537832" y="609434"/>
                  </a:lnTo>
                  <a:lnTo>
                    <a:pt x="0" y="609434"/>
                  </a:lnTo>
                  <a:lnTo>
                    <a:pt x="0" y="0"/>
                  </a:lnTo>
                  <a:close/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610146" y="3784434"/>
              <a:ext cx="430530" cy="510540"/>
            </a:xfrm>
            <a:custGeom>
              <a:avLst/>
              <a:gdLst/>
              <a:ahLst/>
              <a:cxnLst/>
              <a:rect l="l" t="t" r="r" b="b"/>
              <a:pathLst>
                <a:path w="430529" h="510539">
                  <a:moveTo>
                    <a:pt x="0" y="0"/>
                  </a:moveTo>
                  <a:lnTo>
                    <a:pt x="430263" y="0"/>
                  </a:lnTo>
                  <a:lnTo>
                    <a:pt x="430263" y="510527"/>
                  </a:lnTo>
                  <a:lnTo>
                    <a:pt x="0" y="510527"/>
                  </a:lnTo>
                  <a:lnTo>
                    <a:pt x="0" y="0"/>
                  </a:lnTo>
                  <a:close/>
                </a:path>
              </a:pathLst>
            </a:custGeom>
            <a:ln w="571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697939" y="5434411"/>
              <a:ext cx="186055" cy="902969"/>
            </a:xfrm>
            <a:custGeom>
              <a:avLst/>
              <a:gdLst/>
              <a:ahLst/>
              <a:cxnLst/>
              <a:rect l="l" t="t" r="r" b="b"/>
              <a:pathLst>
                <a:path w="186054" h="902970">
                  <a:moveTo>
                    <a:pt x="0" y="902817"/>
                  </a:moveTo>
                  <a:lnTo>
                    <a:pt x="185712" y="902817"/>
                  </a:lnTo>
                  <a:lnTo>
                    <a:pt x="185712" y="0"/>
                  </a:lnTo>
                </a:path>
              </a:pathLst>
            </a:custGeom>
            <a:ln w="1905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845554" y="537090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381556" y="3151662"/>
              <a:ext cx="316865" cy="888365"/>
            </a:xfrm>
            <a:custGeom>
              <a:avLst/>
              <a:gdLst/>
              <a:ahLst/>
              <a:cxnLst/>
              <a:rect l="l" t="t" r="r" b="b"/>
              <a:pathLst>
                <a:path w="316865" h="888364">
                  <a:moveTo>
                    <a:pt x="316382" y="0"/>
                  </a:moveTo>
                  <a:lnTo>
                    <a:pt x="0" y="0"/>
                  </a:lnTo>
                  <a:lnTo>
                    <a:pt x="0" y="888034"/>
                  </a:lnTo>
                  <a:lnTo>
                    <a:pt x="165099" y="888034"/>
                  </a:lnTo>
                </a:path>
              </a:pathLst>
            </a:custGeom>
            <a:ln w="190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533949" y="400158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0125501" y="2778260"/>
              <a:ext cx="801370" cy="1212215"/>
            </a:xfrm>
            <a:custGeom>
              <a:avLst/>
              <a:gdLst/>
              <a:ahLst/>
              <a:cxnLst/>
              <a:rect l="l" t="t" r="r" b="b"/>
              <a:pathLst>
                <a:path w="801370" h="1212214">
                  <a:moveTo>
                    <a:pt x="0" y="0"/>
                  </a:moveTo>
                  <a:lnTo>
                    <a:pt x="0" y="453631"/>
                  </a:lnTo>
                  <a:lnTo>
                    <a:pt x="801306" y="453631"/>
                  </a:lnTo>
                  <a:lnTo>
                    <a:pt x="801306" y="1211973"/>
                  </a:lnTo>
                  <a:lnTo>
                    <a:pt x="601332" y="1211973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0663336" y="395213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087"/>
                  </a:lnTo>
                  <a:lnTo>
                    <a:pt x="76187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956693" y="2856944"/>
            <a:ext cx="66929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685" marR="5080" indent="-762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0000FF"/>
                </a:solidFill>
                <a:latin typeface="맑은 고딕"/>
                <a:cs typeface="맑은 고딕"/>
              </a:rPr>
              <a:t>Motor Power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75847" y="6042486"/>
            <a:ext cx="79057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096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00AF50"/>
                </a:solidFill>
                <a:latin typeface="맑은 고딕"/>
                <a:cs typeface="맑은 고딕"/>
              </a:rPr>
              <a:t>Motor Control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797733" y="2437464"/>
            <a:ext cx="6534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0000"/>
                </a:solidFill>
                <a:latin typeface="맑은 고딕"/>
                <a:cs typeface="맑은 고딕"/>
              </a:rPr>
              <a:t>Power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024657" y="4304022"/>
            <a:ext cx="4870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맑은 고딕"/>
                <a:cs typeface="맑은 고딕"/>
              </a:rPr>
              <a:t>(</a:t>
            </a:r>
            <a:r>
              <a:rPr dirty="0" sz="1800" spc="-5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1800">
                <a:solidFill>
                  <a:srgbClr val="FF0000"/>
                </a:solidFill>
                <a:latin typeface="맑은 고딕"/>
                <a:cs typeface="맑은 고딕"/>
              </a:rPr>
              <a:t>+</a:t>
            </a:r>
            <a:r>
              <a:rPr dirty="0" sz="1800" spc="-1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1800" spc="-50">
                <a:solidFill>
                  <a:srgbClr val="FF0000"/>
                </a:solidFill>
                <a:latin typeface="맑은 고딕"/>
                <a:cs typeface="맑은 고딕"/>
              </a:rPr>
              <a:t>)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970707" y="3320127"/>
            <a:ext cx="4216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맑은 고딕"/>
                <a:cs typeface="맑은 고딕"/>
              </a:rPr>
              <a:t>( - </a:t>
            </a:r>
            <a:r>
              <a:rPr dirty="0" sz="1800" spc="-50">
                <a:solidFill>
                  <a:srgbClr val="FF0000"/>
                </a:solidFill>
                <a:latin typeface="맑은 고딕"/>
                <a:cs typeface="맑은 고딕"/>
              </a:rPr>
              <a:t>)</a:t>
            </a:r>
            <a:endParaRPr sz="18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39819" y="6579406"/>
            <a:ext cx="104368" cy="16431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3197" y="6571215"/>
            <a:ext cx="10668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b="1" i="1">
                <a:solidFill>
                  <a:srgbClr val="404040"/>
                </a:solidFill>
                <a:latin typeface="Arial"/>
                <a:cs typeface="Arial"/>
              </a:rPr>
              <a:t>Automation</a:t>
            </a:r>
            <a:r>
              <a:rPr dirty="0" sz="1050" spc="-45" b="1" i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050" spc="-20" b="1" i="1">
                <a:solidFill>
                  <a:srgbClr val="404040"/>
                </a:solidFill>
                <a:latin typeface="Arial"/>
                <a:cs typeface="Arial"/>
              </a:rPr>
              <a:t>L</a:t>
            </a:r>
            <a:r>
              <a:rPr dirty="0" sz="1000" spc="-20" b="1" i="1">
                <a:solidFill>
                  <a:srgbClr val="404040"/>
                </a:solidFill>
                <a:latin typeface="Arial"/>
                <a:cs typeface="Arial"/>
              </a:rPr>
              <a:t>ab.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778912" y="753541"/>
            <a:ext cx="137160" cy="45085"/>
          </a:xfrm>
          <a:custGeom>
            <a:avLst/>
            <a:gdLst/>
            <a:ahLst/>
            <a:cxnLst/>
            <a:rect l="l" t="t" r="r" b="b"/>
            <a:pathLst>
              <a:path w="137160" h="45084">
                <a:moveTo>
                  <a:pt x="137032" y="0"/>
                </a:moveTo>
                <a:lnTo>
                  <a:pt x="0" y="0"/>
                </a:lnTo>
                <a:lnTo>
                  <a:pt x="0" y="44856"/>
                </a:lnTo>
                <a:lnTo>
                  <a:pt x="137032" y="44856"/>
                </a:lnTo>
                <a:lnTo>
                  <a:pt x="137032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00664" y="544153"/>
            <a:ext cx="3801745" cy="36921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61013" y="1301626"/>
            <a:ext cx="7867015" cy="7454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12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Arduino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mega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2560</a:t>
            </a:r>
            <a:endParaRPr sz="24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125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 spc="-10">
                <a:latin typeface="Arial"/>
                <a:cs typeface="Arial"/>
              </a:rPr>
              <a:t>Ultra-</a:t>
            </a:r>
            <a:r>
              <a:rPr dirty="0" sz="2000">
                <a:latin typeface="Arial"/>
                <a:cs typeface="Arial"/>
              </a:rPr>
              <a:t>compact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computer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control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multiple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devices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sensors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043478" y="2480407"/>
            <a:ext cx="5012690" cy="3959225"/>
            <a:chOff x="5043478" y="2480407"/>
            <a:chExt cx="5012690" cy="3959225"/>
          </a:xfrm>
        </p:grpSpPr>
        <p:sp>
          <p:nvSpPr>
            <p:cNvPr id="10" name="object 10"/>
            <p:cNvSpPr/>
            <p:nvPr/>
          </p:nvSpPr>
          <p:spPr>
            <a:xfrm>
              <a:off x="5053004" y="6060152"/>
              <a:ext cx="1292860" cy="369570"/>
            </a:xfrm>
            <a:custGeom>
              <a:avLst/>
              <a:gdLst/>
              <a:ahLst/>
              <a:cxnLst/>
              <a:rect l="l" t="t" r="r" b="b"/>
              <a:pathLst>
                <a:path w="1292860" h="369570">
                  <a:moveTo>
                    <a:pt x="1292301" y="0"/>
                  </a:moveTo>
                  <a:lnTo>
                    <a:pt x="1286108" y="58371"/>
                  </a:lnTo>
                  <a:lnTo>
                    <a:pt x="1268865" y="109065"/>
                  </a:lnTo>
                  <a:lnTo>
                    <a:pt x="1242572" y="149040"/>
                  </a:lnTo>
                  <a:lnTo>
                    <a:pt x="1209229" y="175256"/>
                  </a:lnTo>
                  <a:lnTo>
                    <a:pt x="1170838" y="184670"/>
                  </a:lnTo>
                  <a:lnTo>
                    <a:pt x="791679" y="184670"/>
                  </a:lnTo>
                  <a:lnTo>
                    <a:pt x="753288" y="194084"/>
                  </a:lnTo>
                  <a:lnTo>
                    <a:pt x="719945" y="220299"/>
                  </a:lnTo>
                  <a:lnTo>
                    <a:pt x="693652" y="260273"/>
                  </a:lnTo>
                  <a:lnTo>
                    <a:pt x="676409" y="310963"/>
                  </a:lnTo>
                  <a:lnTo>
                    <a:pt x="670217" y="369328"/>
                  </a:lnTo>
                  <a:lnTo>
                    <a:pt x="664024" y="310963"/>
                  </a:lnTo>
                  <a:lnTo>
                    <a:pt x="646780" y="260273"/>
                  </a:lnTo>
                  <a:lnTo>
                    <a:pt x="620485" y="220299"/>
                  </a:lnTo>
                  <a:lnTo>
                    <a:pt x="587139" y="194084"/>
                  </a:lnTo>
                  <a:lnTo>
                    <a:pt x="548741" y="184670"/>
                  </a:lnTo>
                  <a:lnTo>
                    <a:pt x="121462" y="184670"/>
                  </a:lnTo>
                  <a:lnTo>
                    <a:pt x="83071" y="175256"/>
                  </a:lnTo>
                  <a:lnTo>
                    <a:pt x="49728" y="149040"/>
                  </a:lnTo>
                  <a:lnTo>
                    <a:pt x="23435" y="109065"/>
                  </a:lnTo>
                  <a:lnTo>
                    <a:pt x="6192" y="58371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519304" y="6041832"/>
              <a:ext cx="2819400" cy="369570"/>
            </a:xfrm>
            <a:custGeom>
              <a:avLst/>
              <a:gdLst/>
              <a:ahLst/>
              <a:cxnLst/>
              <a:rect l="l" t="t" r="r" b="b"/>
              <a:pathLst>
                <a:path w="2819400" h="369570">
                  <a:moveTo>
                    <a:pt x="2819400" y="0"/>
                  </a:moveTo>
                  <a:lnTo>
                    <a:pt x="2813207" y="58371"/>
                  </a:lnTo>
                  <a:lnTo>
                    <a:pt x="2795964" y="109065"/>
                  </a:lnTo>
                  <a:lnTo>
                    <a:pt x="2769671" y="149040"/>
                  </a:lnTo>
                  <a:lnTo>
                    <a:pt x="2736328" y="175256"/>
                  </a:lnTo>
                  <a:lnTo>
                    <a:pt x="2697937" y="184670"/>
                  </a:lnTo>
                  <a:lnTo>
                    <a:pt x="1583664" y="184670"/>
                  </a:lnTo>
                  <a:lnTo>
                    <a:pt x="1545273" y="194084"/>
                  </a:lnTo>
                  <a:lnTo>
                    <a:pt x="1511930" y="220299"/>
                  </a:lnTo>
                  <a:lnTo>
                    <a:pt x="1485637" y="260273"/>
                  </a:lnTo>
                  <a:lnTo>
                    <a:pt x="1468394" y="310963"/>
                  </a:lnTo>
                  <a:lnTo>
                    <a:pt x="1462201" y="369328"/>
                  </a:lnTo>
                  <a:lnTo>
                    <a:pt x="1456009" y="310963"/>
                  </a:lnTo>
                  <a:lnTo>
                    <a:pt x="1438766" y="260273"/>
                  </a:lnTo>
                  <a:lnTo>
                    <a:pt x="1412473" y="220299"/>
                  </a:lnTo>
                  <a:lnTo>
                    <a:pt x="1379130" y="194084"/>
                  </a:lnTo>
                  <a:lnTo>
                    <a:pt x="1340739" y="184670"/>
                  </a:lnTo>
                  <a:lnTo>
                    <a:pt x="121462" y="184670"/>
                  </a:lnTo>
                  <a:lnTo>
                    <a:pt x="83071" y="175256"/>
                  </a:lnTo>
                  <a:lnTo>
                    <a:pt x="49728" y="149040"/>
                  </a:lnTo>
                  <a:lnTo>
                    <a:pt x="23435" y="109065"/>
                  </a:lnTo>
                  <a:lnTo>
                    <a:pt x="6192" y="58371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676953" y="3067080"/>
              <a:ext cx="369570" cy="2462530"/>
            </a:xfrm>
            <a:custGeom>
              <a:avLst/>
              <a:gdLst/>
              <a:ahLst/>
              <a:cxnLst/>
              <a:rect l="l" t="t" r="r" b="b"/>
              <a:pathLst>
                <a:path w="369570" h="2462529">
                  <a:moveTo>
                    <a:pt x="0" y="0"/>
                  </a:moveTo>
                  <a:lnTo>
                    <a:pt x="58371" y="6192"/>
                  </a:lnTo>
                  <a:lnTo>
                    <a:pt x="109065" y="23435"/>
                  </a:lnTo>
                  <a:lnTo>
                    <a:pt x="149040" y="49728"/>
                  </a:lnTo>
                  <a:lnTo>
                    <a:pt x="175256" y="83071"/>
                  </a:lnTo>
                  <a:lnTo>
                    <a:pt x="184670" y="121462"/>
                  </a:lnTo>
                  <a:lnTo>
                    <a:pt x="184670" y="1063663"/>
                  </a:lnTo>
                  <a:lnTo>
                    <a:pt x="194084" y="1102054"/>
                  </a:lnTo>
                  <a:lnTo>
                    <a:pt x="220299" y="1135397"/>
                  </a:lnTo>
                  <a:lnTo>
                    <a:pt x="260273" y="1161690"/>
                  </a:lnTo>
                  <a:lnTo>
                    <a:pt x="310963" y="1178933"/>
                  </a:lnTo>
                  <a:lnTo>
                    <a:pt x="369328" y="1185125"/>
                  </a:lnTo>
                  <a:lnTo>
                    <a:pt x="310963" y="1191318"/>
                  </a:lnTo>
                  <a:lnTo>
                    <a:pt x="260273" y="1208562"/>
                  </a:lnTo>
                  <a:lnTo>
                    <a:pt x="220299" y="1234857"/>
                  </a:lnTo>
                  <a:lnTo>
                    <a:pt x="194084" y="1268203"/>
                  </a:lnTo>
                  <a:lnTo>
                    <a:pt x="184670" y="1306601"/>
                  </a:lnTo>
                  <a:lnTo>
                    <a:pt x="184670" y="2340483"/>
                  </a:lnTo>
                  <a:lnTo>
                    <a:pt x="175256" y="2378874"/>
                  </a:lnTo>
                  <a:lnTo>
                    <a:pt x="149040" y="2412217"/>
                  </a:lnTo>
                  <a:lnTo>
                    <a:pt x="109065" y="2438510"/>
                  </a:lnTo>
                  <a:lnTo>
                    <a:pt x="58371" y="2455753"/>
                  </a:lnTo>
                  <a:lnTo>
                    <a:pt x="0" y="246194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053003" y="2489932"/>
              <a:ext cx="2349500" cy="369570"/>
            </a:xfrm>
            <a:custGeom>
              <a:avLst/>
              <a:gdLst/>
              <a:ahLst/>
              <a:cxnLst/>
              <a:rect l="l" t="t" r="r" b="b"/>
              <a:pathLst>
                <a:path w="2349500" h="369569">
                  <a:moveTo>
                    <a:pt x="0" y="369328"/>
                  </a:moveTo>
                  <a:lnTo>
                    <a:pt x="6192" y="310957"/>
                  </a:lnTo>
                  <a:lnTo>
                    <a:pt x="23435" y="260263"/>
                  </a:lnTo>
                  <a:lnTo>
                    <a:pt x="49728" y="220287"/>
                  </a:lnTo>
                  <a:lnTo>
                    <a:pt x="83071" y="194072"/>
                  </a:lnTo>
                  <a:lnTo>
                    <a:pt x="121462" y="184658"/>
                  </a:lnTo>
                  <a:lnTo>
                    <a:pt x="1009332" y="184658"/>
                  </a:lnTo>
                  <a:lnTo>
                    <a:pt x="1047723" y="175243"/>
                  </a:lnTo>
                  <a:lnTo>
                    <a:pt x="1081066" y="149028"/>
                  </a:lnTo>
                  <a:lnTo>
                    <a:pt x="1107359" y="109055"/>
                  </a:lnTo>
                  <a:lnTo>
                    <a:pt x="1124602" y="58365"/>
                  </a:lnTo>
                  <a:lnTo>
                    <a:pt x="1130795" y="0"/>
                  </a:lnTo>
                  <a:lnTo>
                    <a:pt x="1136987" y="58365"/>
                  </a:lnTo>
                  <a:lnTo>
                    <a:pt x="1154230" y="109055"/>
                  </a:lnTo>
                  <a:lnTo>
                    <a:pt x="1180524" y="149028"/>
                  </a:lnTo>
                  <a:lnTo>
                    <a:pt x="1213866" y="175243"/>
                  </a:lnTo>
                  <a:lnTo>
                    <a:pt x="1252258" y="184658"/>
                  </a:lnTo>
                  <a:lnTo>
                    <a:pt x="2227605" y="184658"/>
                  </a:lnTo>
                  <a:lnTo>
                    <a:pt x="2265996" y="194072"/>
                  </a:lnTo>
                  <a:lnTo>
                    <a:pt x="2299339" y="220287"/>
                  </a:lnTo>
                  <a:lnTo>
                    <a:pt x="2325632" y="260263"/>
                  </a:lnTo>
                  <a:lnTo>
                    <a:pt x="2342875" y="310957"/>
                  </a:lnTo>
                  <a:lnTo>
                    <a:pt x="2349068" y="369328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5179871" y="6517116"/>
            <a:ext cx="7924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맑은 고딕"/>
                <a:cs typeface="맑은 고딕"/>
              </a:rPr>
              <a:t>전원 </a:t>
            </a:r>
            <a:r>
              <a:rPr dirty="0" sz="1800" spc="-50">
                <a:latin typeface="맑은 고딕"/>
                <a:cs typeface="맑은 고딕"/>
              </a:rPr>
              <a:t>핀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19636" y="6457933"/>
            <a:ext cx="18808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맑은 고딕"/>
                <a:cs typeface="맑은 고딕"/>
              </a:rPr>
              <a:t>Analog</a:t>
            </a:r>
            <a:r>
              <a:rPr dirty="0" sz="1800" spc="-45">
                <a:latin typeface="맑은 고딕"/>
                <a:cs typeface="맑은 고딕"/>
              </a:rPr>
              <a:t> </a:t>
            </a:r>
            <a:r>
              <a:rPr dirty="0" sz="1800">
                <a:latin typeface="맑은 고딕"/>
                <a:cs typeface="맑은 고딕"/>
              </a:rPr>
              <a:t>Input</a:t>
            </a:r>
            <a:r>
              <a:rPr dirty="0" sz="1800" spc="-35">
                <a:latin typeface="맑은 고딕"/>
                <a:cs typeface="맑은 고딕"/>
              </a:rPr>
              <a:t> </a:t>
            </a:r>
            <a:r>
              <a:rPr dirty="0" sz="1800" spc="-20">
                <a:latin typeface="맑은 고딕"/>
                <a:cs typeface="맑은 고딕"/>
              </a:rPr>
              <a:t>Pins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194500" y="4127863"/>
            <a:ext cx="16021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맑은 고딕"/>
                <a:cs typeface="맑은 고딕"/>
              </a:rPr>
              <a:t>Digital</a:t>
            </a:r>
            <a:r>
              <a:rPr dirty="0" sz="1800" spc="-20">
                <a:latin typeface="맑은 고딕"/>
                <a:cs typeface="맑은 고딕"/>
              </a:rPr>
              <a:t> </a:t>
            </a:r>
            <a:r>
              <a:rPr dirty="0" sz="1800">
                <a:latin typeface="맑은 고딕"/>
                <a:cs typeface="맑은 고딕"/>
              </a:rPr>
              <a:t>I/O</a:t>
            </a:r>
            <a:r>
              <a:rPr dirty="0" sz="1800" spc="-15">
                <a:latin typeface="맑은 고딕"/>
                <a:cs typeface="맑은 고딕"/>
              </a:rPr>
              <a:t> </a:t>
            </a:r>
            <a:r>
              <a:rPr dirty="0" sz="1800" spc="-20">
                <a:latin typeface="맑은 고딕"/>
                <a:cs typeface="맑은 고딕"/>
              </a:rPr>
              <a:t>Pins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16745" y="2216961"/>
            <a:ext cx="23825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맑은 고딕"/>
                <a:cs typeface="맑은 고딕"/>
              </a:rPr>
              <a:t>Digital</a:t>
            </a:r>
            <a:r>
              <a:rPr dirty="0" sz="1800" spc="-15">
                <a:latin typeface="맑은 고딕"/>
                <a:cs typeface="맑은 고딕"/>
              </a:rPr>
              <a:t> </a:t>
            </a:r>
            <a:r>
              <a:rPr dirty="0" sz="1800">
                <a:latin typeface="맑은 고딕"/>
                <a:cs typeface="맑은 고딕"/>
              </a:rPr>
              <a:t>I/O</a:t>
            </a:r>
            <a:r>
              <a:rPr dirty="0" sz="1800" spc="-15">
                <a:latin typeface="맑은 고딕"/>
                <a:cs typeface="맑은 고딕"/>
              </a:rPr>
              <a:t> </a:t>
            </a:r>
            <a:r>
              <a:rPr dirty="0" sz="1800">
                <a:latin typeface="맑은 고딕"/>
                <a:cs typeface="맑은 고딕"/>
              </a:rPr>
              <a:t>Pins</a:t>
            </a:r>
            <a:r>
              <a:rPr dirty="0" sz="1800" spc="-35">
                <a:latin typeface="맑은 고딕"/>
                <a:cs typeface="맑은 고딕"/>
              </a:rPr>
              <a:t> </a:t>
            </a:r>
            <a:r>
              <a:rPr dirty="0" sz="1800" spc="-20">
                <a:latin typeface="맑은 고딕"/>
                <a:cs typeface="맑은 고딕"/>
              </a:rPr>
              <a:t>(PWM)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578735" y="2572024"/>
            <a:ext cx="1299845" cy="261620"/>
          </a:xfrm>
          <a:custGeom>
            <a:avLst/>
            <a:gdLst/>
            <a:ahLst/>
            <a:cxnLst/>
            <a:rect l="l" t="t" r="r" b="b"/>
            <a:pathLst>
              <a:path w="1299845" h="261619">
                <a:moveTo>
                  <a:pt x="0" y="261238"/>
                </a:moveTo>
                <a:lnTo>
                  <a:pt x="6752" y="210397"/>
                </a:lnTo>
                <a:lnTo>
                  <a:pt x="25165" y="168878"/>
                </a:lnTo>
                <a:lnTo>
                  <a:pt x="52474" y="140884"/>
                </a:lnTo>
                <a:lnTo>
                  <a:pt x="85915" y="130619"/>
                </a:lnTo>
                <a:lnTo>
                  <a:pt x="539635" y="130619"/>
                </a:lnTo>
                <a:lnTo>
                  <a:pt x="573082" y="120354"/>
                </a:lnTo>
                <a:lnTo>
                  <a:pt x="600390" y="92360"/>
                </a:lnTo>
                <a:lnTo>
                  <a:pt x="618800" y="50841"/>
                </a:lnTo>
                <a:lnTo>
                  <a:pt x="625551" y="0"/>
                </a:lnTo>
                <a:lnTo>
                  <a:pt x="632303" y="50841"/>
                </a:lnTo>
                <a:lnTo>
                  <a:pt x="650716" y="92360"/>
                </a:lnTo>
                <a:lnTo>
                  <a:pt x="678025" y="120354"/>
                </a:lnTo>
                <a:lnTo>
                  <a:pt x="711466" y="130619"/>
                </a:lnTo>
                <a:lnTo>
                  <a:pt x="1213586" y="130619"/>
                </a:lnTo>
                <a:lnTo>
                  <a:pt x="1247027" y="140884"/>
                </a:lnTo>
                <a:lnTo>
                  <a:pt x="1274337" y="168878"/>
                </a:lnTo>
                <a:lnTo>
                  <a:pt x="1292750" y="210397"/>
                </a:lnTo>
                <a:lnTo>
                  <a:pt x="1299502" y="261238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354723" y="2304502"/>
            <a:ext cx="20605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맑은 고딕"/>
                <a:cs typeface="맑은 고딕"/>
              </a:rPr>
              <a:t>Communication</a:t>
            </a:r>
            <a:r>
              <a:rPr dirty="0" sz="1800" spc="-95">
                <a:latin typeface="맑은 고딕"/>
                <a:cs typeface="맑은 고딕"/>
              </a:rPr>
              <a:t> </a:t>
            </a:r>
            <a:r>
              <a:rPr dirty="0" sz="1800" spc="-25">
                <a:latin typeface="맑은 고딕"/>
                <a:cs typeface="맑은 고딕"/>
              </a:rPr>
              <a:t>Pin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23875" y="3372064"/>
            <a:ext cx="10991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맑은 고딕"/>
                <a:cs typeface="맑은 고딕"/>
              </a:rPr>
              <a:t>USB</a:t>
            </a:r>
            <a:endParaRPr sz="1800">
              <a:latin typeface="맑은 고딕"/>
              <a:cs typeface="맑은 고딕"/>
            </a:endParaRPr>
          </a:p>
          <a:p>
            <a:pPr algn="ctr">
              <a:lnSpc>
                <a:spcPct val="100000"/>
              </a:lnSpc>
            </a:pPr>
            <a:r>
              <a:rPr dirty="0" sz="1800" spc="-10">
                <a:latin typeface="맑은 고딕"/>
                <a:cs typeface="맑은 고딕"/>
              </a:rPr>
              <a:t>Connector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458651" y="2859265"/>
            <a:ext cx="7290434" cy="3219450"/>
            <a:chOff x="2458651" y="2859265"/>
            <a:chExt cx="7290434" cy="3219450"/>
          </a:xfrm>
        </p:grpSpPr>
        <p:pic>
          <p:nvPicPr>
            <p:cNvPr id="22" name="object 22" descr="텍스트, 전자기기, 회로이(가) 표시된 사진  자동 생성된 설명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72701" y="2859265"/>
              <a:ext cx="6876199" cy="321896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530092" y="3528212"/>
              <a:ext cx="756920" cy="0"/>
            </a:xfrm>
            <a:custGeom>
              <a:avLst/>
              <a:gdLst/>
              <a:ahLst/>
              <a:cxnLst/>
              <a:rect l="l" t="t" r="r" b="b"/>
              <a:pathLst>
                <a:path w="756920" h="0">
                  <a:moveTo>
                    <a:pt x="756653" y="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458651" y="3485347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0"/>
                  </a:moveTo>
                  <a:lnTo>
                    <a:pt x="0" y="42862"/>
                  </a:lnTo>
                  <a:lnTo>
                    <a:pt x="85725" y="85725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0268" y="6576728"/>
            <a:ext cx="105473" cy="16977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78912" y="753541"/>
            <a:ext cx="137160" cy="45085"/>
          </a:xfrm>
          <a:custGeom>
            <a:avLst/>
            <a:gdLst/>
            <a:ahLst/>
            <a:cxnLst/>
            <a:rect l="l" t="t" r="r" b="b"/>
            <a:pathLst>
              <a:path w="137160" h="45084">
                <a:moveTo>
                  <a:pt x="137032" y="0"/>
                </a:moveTo>
                <a:lnTo>
                  <a:pt x="0" y="0"/>
                </a:lnTo>
                <a:lnTo>
                  <a:pt x="0" y="44856"/>
                </a:lnTo>
                <a:lnTo>
                  <a:pt x="137032" y="44856"/>
                </a:lnTo>
                <a:lnTo>
                  <a:pt x="137032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00664" y="544153"/>
            <a:ext cx="3801745" cy="3692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1626"/>
            <a:ext cx="9458325" cy="10826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12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 spc="-20">
                <a:latin typeface="Arial"/>
                <a:cs typeface="Arial"/>
              </a:rPr>
              <a:t>Variable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Resistance</a:t>
            </a:r>
            <a:endParaRPr sz="24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125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Resistance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that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can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change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value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current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flowing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through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circuit</a:t>
            </a:r>
            <a:endParaRPr sz="20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254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Output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strength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resistor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as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analog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value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via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Output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pin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346702" y="2346066"/>
            <a:ext cx="3219450" cy="3477895"/>
            <a:chOff x="4346702" y="2346066"/>
            <a:chExt cx="3219450" cy="347789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46702" y="2346066"/>
              <a:ext cx="3219437" cy="318134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410414" y="4892904"/>
              <a:ext cx="515620" cy="921385"/>
            </a:xfrm>
            <a:custGeom>
              <a:avLst/>
              <a:gdLst/>
              <a:ahLst/>
              <a:cxnLst/>
              <a:rect l="l" t="t" r="r" b="b"/>
              <a:pathLst>
                <a:path w="515620" h="921385">
                  <a:moveTo>
                    <a:pt x="0" y="921105"/>
                  </a:moveTo>
                  <a:lnTo>
                    <a:pt x="515023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885984" y="4837478"/>
              <a:ext cx="70485" cy="85725"/>
            </a:xfrm>
            <a:custGeom>
              <a:avLst/>
              <a:gdLst/>
              <a:ahLst/>
              <a:cxnLst/>
              <a:rect l="l" t="t" r="r" b="b"/>
              <a:pathLst>
                <a:path w="70485" h="85725">
                  <a:moveTo>
                    <a:pt x="70434" y="0"/>
                  </a:moveTo>
                  <a:lnTo>
                    <a:pt x="0" y="47917"/>
                  </a:lnTo>
                  <a:lnTo>
                    <a:pt x="66509" y="85102"/>
                  </a:lnTo>
                  <a:lnTo>
                    <a:pt x="704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217575" y="4785939"/>
              <a:ext cx="356870" cy="845819"/>
            </a:xfrm>
            <a:custGeom>
              <a:avLst/>
              <a:gdLst/>
              <a:ahLst/>
              <a:cxnLst/>
              <a:rect l="l" t="t" r="r" b="b"/>
              <a:pathLst>
                <a:path w="356870" h="845820">
                  <a:moveTo>
                    <a:pt x="356488" y="845489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187401" y="4727432"/>
              <a:ext cx="70485" cy="85090"/>
            </a:xfrm>
            <a:custGeom>
              <a:avLst/>
              <a:gdLst/>
              <a:ahLst/>
              <a:cxnLst/>
              <a:rect l="l" t="t" r="r" b="b"/>
              <a:pathLst>
                <a:path w="70485" h="85089">
                  <a:moveTo>
                    <a:pt x="5511" y="0"/>
                  </a:moveTo>
                  <a:lnTo>
                    <a:pt x="0" y="85013"/>
                  </a:lnTo>
                  <a:lnTo>
                    <a:pt x="70218" y="55410"/>
                  </a:lnTo>
                  <a:lnTo>
                    <a:pt x="55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167081" y="5658353"/>
            <a:ext cx="8121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00"/>
              </a:spcBef>
            </a:pPr>
            <a:r>
              <a:rPr dirty="0" sz="1800" spc="-50" i="1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800" spc="-10" i="1">
                <a:latin typeface="Arial"/>
                <a:cs typeface="Arial"/>
              </a:rPr>
              <a:t>(output)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31145" y="5816772"/>
            <a:ext cx="8115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i="1">
                <a:latin typeface="Arial"/>
                <a:cs typeface="Arial"/>
              </a:rPr>
              <a:t>1(GND)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480651" y="3376427"/>
            <a:ext cx="2932430" cy="2453640"/>
            <a:chOff x="4480651" y="3376427"/>
            <a:chExt cx="2932430" cy="2453640"/>
          </a:xfrm>
        </p:grpSpPr>
        <p:sp>
          <p:nvSpPr>
            <p:cNvPr id="17" name="object 17"/>
            <p:cNvSpPr/>
            <p:nvPr/>
          </p:nvSpPr>
          <p:spPr>
            <a:xfrm>
              <a:off x="4490176" y="4769171"/>
              <a:ext cx="1205865" cy="1051560"/>
            </a:xfrm>
            <a:custGeom>
              <a:avLst/>
              <a:gdLst/>
              <a:ahLst/>
              <a:cxnLst/>
              <a:rect l="l" t="t" r="r" b="b"/>
              <a:pathLst>
                <a:path w="1205864" h="1051560">
                  <a:moveTo>
                    <a:pt x="0" y="1051356"/>
                  </a:moveTo>
                  <a:lnTo>
                    <a:pt x="120548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661043" y="4727427"/>
              <a:ext cx="82550" cy="79375"/>
            </a:xfrm>
            <a:custGeom>
              <a:avLst/>
              <a:gdLst/>
              <a:ahLst/>
              <a:cxnLst/>
              <a:rect l="l" t="t" r="r" b="b"/>
              <a:pathLst>
                <a:path w="82550" h="79375">
                  <a:moveTo>
                    <a:pt x="82473" y="0"/>
                  </a:moveTo>
                  <a:lnTo>
                    <a:pt x="0" y="21374"/>
                  </a:lnTo>
                  <a:lnTo>
                    <a:pt x="50088" y="78803"/>
                  </a:lnTo>
                  <a:lnTo>
                    <a:pt x="824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506272" y="3406406"/>
              <a:ext cx="897255" cy="386080"/>
            </a:xfrm>
            <a:custGeom>
              <a:avLst/>
              <a:gdLst/>
              <a:ahLst/>
              <a:cxnLst/>
              <a:rect l="l" t="t" r="r" b="b"/>
              <a:pathLst>
                <a:path w="897254" h="386079">
                  <a:moveTo>
                    <a:pt x="896835" y="385521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447937" y="3376427"/>
              <a:ext cx="85090" cy="70485"/>
            </a:xfrm>
            <a:custGeom>
              <a:avLst/>
              <a:gdLst/>
              <a:ahLst/>
              <a:cxnLst/>
              <a:rect l="l" t="t" r="r" b="b"/>
              <a:pathLst>
                <a:path w="85090" h="70485">
                  <a:moveTo>
                    <a:pt x="85051" y="0"/>
                  </a:moveTo>
                  <a:lnTo>
                    <a:pt x="0" y="4902"/>
                  </a:lnTo>
                  <a:lnTo>
                    <a:pt x="54952" y="70002"/>
                  </a:lnTo>
                  <a:lnTo>
                    <a:pt x="8505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118630" y="5840934"/>
            <a:ext cx="583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i="1">
                <a:latin typeface="Arial"/>
                <a:cs typeface="Arial"/>
              </a:rPr>
              <a:t>2(5V)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  <p:sp>
        <p:nvSpPr>
          <p:cNvPr id="22" name="object 22"/>
          <p:cNvSpPr txBox="1"/>
          <p:nvPr/>
        </p:nvSpPr>
        <p:spPr>
          <a:xfrm>
            <a:off x="7446116" y="3623344"/>
            <a:ext cx="89598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60" i="1">
                <a:latin typeface="맑은 고딕"/>
                <a:cs typeface="맑은 고딕"/>
              </a:rPr>
              <a:t>Sweeper</a:t>
            </a:r>
            <a:endParaRPr sz="19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0380" y="6576731"/>
            <a:ext cx="103352" cy="16977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78912" y="753541"/>
            <a:ext cx="137160" cy="45085"/>
          </a:xfrm>
          <a:custGeom>
            <a:avLst/>
            <a:gdLst/>
            <a:ahLst/>
            <a:cxnLst/>
            <a:rect l="l" t="t" r="r" b="b"/>
            <a:pathLst>
              <a:path w="137160" h="45084">
                <a:moveTo>
                  <a:pt x="137032" y="0"/>
                </a:moveTo>
                <a:lnTo>
                  <a:pt x="0" y="0"/>
                </a:lnTo>
                <a:lnTo>
                  <a:pt x="0" y="44856"/>
                </a:lnTo>
                <a:lnTo>
                  <a:pt x="137032" y="44856"/>
                </a:lnTo>
                <a:lnTo>
                  <a:pt x="137032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00664" y="544153"/>
            <a:ext cx="3801745" cy="3692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1626"/>
            <a:ext cx="7802245" cy="10826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12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 spc="-10">
                <a:latin typeface="Arial"/>
                <a:cs typeface="Arial"/>
              </a:rPr>
              <a:t>Camera</a:t>
            </a:r>
            <a:endParaRPr sz="24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125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Sensors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perceive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your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surroundings</a:t>
            </a:r>
            <a:endParaRPr sz="20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254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Used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recognize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lane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information,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traffic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light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information,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etc.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8" name="object 8" descr="카메라, 검은색, 전자, 옅은이(가) 표시된 사진  자동 생성된 설명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75776" y="3164865"/>
            <a:ext cx="3153772" cy="3281932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53440" y="6575830"/>
            <a:ext cx="218681" cy="17067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78912" y="753541"/>
            <a:ext cx="137160" cy="45085"/>
          </a:xfrm>
          <a:custGeom>
            <a:avLst/>
            <a:gdLst/>
            <a:ahLst/>
            <a:cxnLst/>
            <a:rect l="l" t="t" r="r" b="b"/>
            <a:pathLst>
              <a:path w="137160" h="45084">
                <a:moveTo>
                  <a:pt x="137032" y="0"/>
                </a:moveTo>
                <a:lnTo>
                  <a:pt x="0" y="0"/>
                </a:lnTo>
                <a:lnTo>
                  <a:pt x="0" y="44856"/>
                </a:lnTo>
                <a:lnTo>
                  <a:pt x="137032" y="44856"/>
                </a:lnTo>
                <a:lnTo>
                  <a:pt x="137032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00664" y="544153"/>
            <a:ext cx="3801745" cy="3692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1626"/>
            <a:ext cx="5650865" cy="10826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12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 spc="-10">
                <a:latin typeface="Arial"/>
                <a:cs typeface="Arial"/>
              </a:rPr>
              <a:t>LiDAR</a:t>
            </a:r>
            <a:endParaRPr sz="24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125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Sensors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perceive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your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surroundings</a:t>
            </a:r>
            <a:endParaRPr sz="20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254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Used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recognize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obstacle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information,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etc.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10273" y="3106676"/>
            <a:ext cx="2280805" cy="256590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53440" y="6575834"/>
            <a:ext cx="182181" cy="167881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555210" y="2079993"/>
            <a:ext cx="1097280" cy="374650"/>
          </a:xfrm>
          <a:custGeom>
            <a:avLst/>
            <a:gdLst/>
            <a:ahLst/>
            <a:cxnLst/>
            <a:rect l="l" t="t" r="r" b="b"/>
            <a:pathLst>
              <a:path w="1097279" h="374650">
                <a:moveTo>
                  <a:pt x="0" y="0"/>
                </a:moveTo>
                <a:lnTo>
                  <a:pt x="1097279" y="0"/>
                </a:lnTo>
                <a:lnTo>
                  <a:pt x="1097279" y="374472"/>
                </a:lnTo>
                <a:lnTo>
                  <a:pt x="0" y="37447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807692" y="2094505"/>
            <a:ext cx="59245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latin typeface="Arial"/>
                <a:cs typeface="Arial"/>
              </a:rPr>
              <a:t>Lidar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8817" y="537705"/>
            <a:ext cx="5638546" cy="47651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61013" y="1301626"/>
            <a:ext cx="4136390" cy="391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08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Finished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vehicle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appearance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574051" y="1619973"/>
            <a:ext cx="3590290" cy="3319145"/>
            <a:chOff x="7574051" y="1619973"/>
            <a:chExt cx="3590290" cy="331914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74051" y="1619973"/>
              <a:ext cx="3590210" cy="331882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88536" y="3279393"/>
              <a:ext cx="71271" cy="97396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1724404" y="2258154"/>
            <a:ext cx="4047490" cy="2853055"/>
            <a:chOff x="1724404" y="2258154"/>
            <a:chExt cx="4047490" cy="2853055"/>
          </a:xfrm>
        </p:grpSpPr>
        <p:pic>
          <p:nvPicPr>
            <p:cNvPr id="14" name="object 14" descr="image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24404" y="2885910"/>
              <a:ext cx="4047308" cy="222491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16217" y="4165003"/>
              <a:ext cx="331500" cy="24223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016213" y="4066908"/>
              <a:ext cx="332105" cy="358140"/>
            </a:xfrm>
            <a:custGeom>
              <a:avLst/>
              <a:gdLst/>
              <a:ahLst/>
              <a:cxnLst/>
              <a:rect l="l" t="t" r="r" b="b"/>
              <a:pathLst>
                <a:path w="332105" h="358139">
                  <a:moveTo>
                    <a:pt x="0" y="0"/>
                  </a:moveTo>
                  <a:lnTo>
                    <a:pt x="331495" y="0"/>
                  </a:lnTo>
                  <a:lnTo>
                    <a:pt x="331495" y="357758"/>
                  </a:lnTo>
                  <a:lnTo>
                    <a:pt x="0" y="357758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220686" y="2638693"/>
              <a:ext cx="1561465" cy="1410970"/>
            </a:xfrm>
            <a:custGeom>
              <a:avLst/>
              <a:gdLst/>
              <a:ahLst/>
              <a:cxnLst/>
              <a:rect l="l" t="t" r="r" b="b"/>
              <a:pathLst>
                <a:path w="1561464" h="1410970">
                  <a:moveTo>
                    <a:pt x="0" y="1410792"/>
                  </a:moveTo>
                  <a:lnTo>
                    <a:pt x="1561096" y="0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781786" y="2267679"/>
              <a:ext cx="929640" cy="371475"/>
            </a:xfrm>
            <a:custGeom>
              <a:avLst/>
              <a:gdLst/>
              <a:ahLst/>
              <a:cxnLst/>
              <a:rect l="l" t="t" r="r" b="b"/>
              <a:pathLst>
                <a:path w="929639" h="371475">
                  <a:moveTo>
                    <a:pt x="0" y="371017"/>
                  </a:moveTo>
                  <a:lnTo>
                    <a:pt x="929551" y="0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9056916" y="1750428"/>
            <a:ext cx="1097280" cy="374650"/>
          </a:xfrm>
          <a:prstGeom prst="rect">
            <a:avLst/>
          </a:prstGeom>
          <a:ln w="12700">
            <a:solidFill>
              <a:srgbClr val="585858"/>
            </a:solidFill>
          </a:ln>
        </p:spPr>
        <p:txBody>
          <a:bodyPr wrap="square" lIns="0" tIns="74930" rIns="0" bIns="0" rtlCol="0" vert="horz">
            <a:spAutoFit/>
          </a:bodyPr>
          <a:lstStyle/>
          <a:p>
            <a:pPr marL="349885">
              <a:lnSpc>
                <a:spcPct val="100000"/>
              </a:lnSpc>
              <a:spcBef>
                <a:spcPts val="590"/>
              </a:spcBef>
            </a:pPr>
            <a:r>
              <a:rPr dirty="0" sz="1400" spc="-10">
                <a:latin typeface="Arial"/>
                <a:cs typeface="Arial"/>
              </a:rPr>
              <a:t>Lidar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73337" y="2201798"/>
            <a:ext cx="1281430" cy="374650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wrap="square" lIns="0" tIns="103505" rIns="0" bIns="0" rtlCol="0" vert="horz">
            <a:spAutoFit/>
          </a:bodyPr>
          <a:lstStyle/>
          <a:p>
            <a:pPr marL="135890">
              <a:lnSpc>
                <a:spcPct val="100000"/>
              </a:lnSpc>
              <a:spcBef>
                <a:spcPts val="815"/>
              </a:spcBef>
            </a:pPr>
            <a:r>
              <a:rPr dirty="0" sz="1050" b="1">
                <a:latin typeface="맑은 고딕"/>
                <a:cs typeface="맑은 고딕"/>
              </a:rPr>
              <a:t>각도별</a:t>
            </a:r>
            <a:r>
              <a:rPr dirty="0" sz="1050" spc="-110" b="1">
                <a:latin typeface="맑은 고딕"/>
                <a:cs typeface="맑은 고딕"/>
              </a:rPr>
              <a:t> </a:t>
            </a:r>
            <a:r>
              <a:rPr dirty="0" sz="1050" b="1">
                <a:latin typeface="맑은 고딕"/>
                <a:cs typeface="맑은 고딕"/>
              </a:rPr>
              <a:t>거리</a:t>
            </a:r>
            <a:r>
              <a:rPr dirty="0" sz="1050" spc="-95" b="1">
                <a:latin typeface="맑은 고딕"/>
                <a:cs typeface="맑은 고딕"/>
              </a:rPr>
              <a:t> </a:t>
            </a:r>
            <a:r>
              <a:rPr dirty="0" sz="1050" spc="-25" b="1">
                <a:latin typeface="맑은 고딕"/>
                <a:cs typeface="맑은 고딕"/>
              </a:rPr>
              <a:t>정보</a:t>
            </a:r>
            <a:endParaRPr sz="1050">
              <a:latin typeface="맑은 고딕"/>
              <a:cs typeface="맑은 고딕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734693" y="2130425"/>
            <a:ext cx="638175" cy="283845"/>
            <a:chOff x="8734693" y="2130425"/>
            <a:chExt cx="638175" cy="283845"/>
          </a:xfrm>
        </p:grpSpPr>
        <p:sp>
          <p:nvSpPr>
            <p:cNvPr id="22" name="object 22"/>
            <p:cNvSpPr/>
            <p:nvPr/>
          </p:nvSpPr>
          <p:spPr>
            <a:xfrm>
              <a:off x="8792929" y="2133600"/>
              <a:ext cx="576580" cy="250825"/>
            </a:xfrm>
            <a:custGeom>
              <a:avLst/>
              <a:gdLst/>
              <a:ahLst/>
              <a:cxnLst/>
              <a:rect l="l" t="t" r="r" b="b"/>
              <a:pathLst>
                <a:path w="576579" h="250825">
                  <a:moveTo>
                    <a:pt x="576224" y="0"/>
                  </a:moveTo>
                  <a:lnTo>
                    <a:pt x="0" y="250418"/>
                  </a:lnTo>
                </a:path>
              </a:pathLst>
            </a:custGeom>
            <a:ln w="6350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734693" y="2344009"/>
              <a:ext cx="85090" cy="70485"/>
            </a:xfrm>
            <a:custGeom>
              <a:avLst/>
              <a:gdLst/>
              <a:ahLst/>
              <a:cxnLst/>
              <a:rect l="l" t="t" r="r" b="b"/>
              <a:pathLst>
                <a:path w="85090" h="70485">
                  <a:moveTo>
                    <a:pt x="54698" y="0"/>
                  </a:moveTo>
                  <a:lnTo>
                    <a:pt x="0" y="65316"/>
                  </a:lnTo>
                  <a:lnTo>
                    <a:pt x="85077" y="69888"/>
                  </a:lnTo>
                  <a:lnTo>
                    <a:pt x="54698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53439" y="6575837"/>
            <a:ext cx="213779" cy="1678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61013" y="1301626"/>
            <a:ext cx="2032635" cy="391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08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Camera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-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PC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98439" y="3551938"/>
            <a:ext cx="5012690" cy="1034415"/>
            <a:chOff x="598439" y="3551938"/>
            <a:chExt cx="5012690" cy="1034415"/>
          </a:xfrm>
        </p:grpSpPr>
        <p:pic>
          <p:nvPicPr>
            <p:cNvPr id="6" name="object 6" descr="카메라, 검은색, 전자, 옅은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8439" y="3551938"/>
              <a:ext cx="1141613" cy="10339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24576" y="4156569"/>
              <a:ext cx="3891279" cy="0"/>
            </a:xfrm>
            <a:custGeom>
              <a:avLst/>
              <a:gdLst/>
              <a:ahLst/>
              <a:cxnLst/>
              <a:rect l="l" t="t" r="r" b="b"/>
              <a:pathLst>
                <a:path w="3891279" h="0">
                  <a:moveTo>
                    <a:pt x="0" y="0"/>
                  </a:moveTo>
                  <a:lnTo>
                    <a:pt x="3891229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496755" y="4099413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" name="object 9" descr="Laptop - Windows menu (3D 모델)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60135" y="2610611"/>
            <a:ext cx="1712975" cy="171297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068327" y="4214145"/>
            <a:ext cx="1298575" cy="636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Arial"/>
                <a:cs typeface="Arial"/>
              </a:rPr>
              <a:t>Video Information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5390" y="4567148"/>
            <a:ext cx="8763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Arial"/>
                <a:cs typeface="Arial"/>
              </a:rPr>
              <a:t>camera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13218" y="4585982"/>
            <a:ext cx="8051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Arial"/>
                <a:cs typeface="Arial"/>
              </a:rPr>
              <a:t>Laptop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3" name="object 13" descr="실내, 청결함, 공항, 수하물 수취이(가) 표시된 사진  자동 생성된 설명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32647" y="2436317"/>
            <a:ext cx="2553232" cy="166664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68058" y="1409458"/>
            <a:ext cx="3590211" cy="331883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9650920" y="1487830"/>
            <a:ext cx="1097280" cy="374650"/>
          </a:xfrm>
          <a:prstGeom prst="rect">
            <a:avLst/>
          </a:prstGeom>
          <a:ln w="12700">
            <a:solidFill>
              <a:srgbClr val="585858"/>
            </a:solidFill>
          </a:ln>
        </p:spPr>
        <p:txBody>
          <a:bodyPr wrap="square" lIns="0" tIns="74930" rIns="0" bIns="0" rtlCol="0" vert="horz">
            <a:spAutoFit/>
          </a:bodyPr>
          <a:lstStyle/>
          <a:p>
            <a:pPr marL="350520">
              <a:lnSpc>
                <a:spcPct val="100000"/>
              </a:lnSpc>
              <a:spcBef>
                <a:spcPts val="590"/>
              </a:spcBef>
            </a:pPr>
            <a:r>
              <a:rPr dirty="0" sz="1400" spc="-10">
                <a:latin typeface="Arial"/>
                <a:cs typeface="Arial"/>
              </a:rPr>
              <a:t>Lidar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328706" y="1867835"/>
            <a:ext cx="2223770" cy="1247775"/>
            <a:chOff x="9328706" y="1867835"/>
            <a:chExt cx="2223770" cy="1247775"/>
          </a:xfrm>
        </p:grpSpPr>
        <p:sp>
          <p:nvSpPr>
            <p:cNvPr id="17" name="object 17"/>
            <p:cNvSpPr/>
            <p:nvPr/>
          </p:nvSpPr>
          <p:spPr>
            <a:xfrm>
              <a:off x="9386942" y="1871010"/>
              <a:ext cx="576580" cy="250825"/>
            </a:xfrm>
            <a:custGeom>
              <a:avLst/>
              <a:gdLst/>
              <a:ahLst/>
              <a:cxnLst/>
              <a:rect l="l" t="t" r="r" b="b"/>
              <a:pathLst>
                <a:path w="576579" h="250825">
                  <a:moveTo>
                    <a:pt x="576224" y="0"/>
                  </a:moveTo>
                  <a:lnTo>
                    <a:pt x="0" y="250418"/>
                  </a:lnTo>
                </a:path>
              </a:pathLst>
            </a:custGeom>
            <a:ln w="6350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328706" y="2081420"/>
              <a:ext cx="85090" cy="70485"/>
            </a:xfrm>
            <a:custGeom>
              <a:avLst/>
              <a:gdLst/>
              <a:ahLst/>
              <a:cxnLst/>
              <a:rect l="l" t="t" r="r" b="b"/>
              <a:pathLst>
                <a:path w="85090" h="70485">
                  <a:moveTo>
                    <a:pt x="54698" y="0"/>
                  </a:moveTo>
                  <a:lnTo>
                    <a:pt x="0" y="65316"/>
                  </a:lnTo>
                  <a:lnTo>
                    <a:pt x="85077" y="69888"/>
                  </a:lnTo>
                  <a:lnTo>
                    <a:pt x="54698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80717" y="3018130"/>
              <a:ext cx="71266" cy="9740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723031" y="1987181"/>
              <a:ext cx="1243330" cy="168275"/>
            </a:xfrm>
            <a:custGeom>
              <a:avLst/>
              <a:gdLst/>
              <a:ahLst/>
              <a:cxnLst/>
              <a:rect l="l" t="t" r="r" b="b"/>
              <a:pathLst>
                <a:path w="1243329" h="168275">
                  <a:moveTo>
                    <a:pt x="1242860" y="0"/>
                  </a:moveTo>
                  <a:lnTo>
                    <a:pt x="0" y="0"/>
                  </a:lnTo>
                  <a:lnTo>
                    <a:pt x="0" y="168275"/>
                  </a:lnTo>
                  <a:lnTo>
                    <a:pt x="1242860" y="168275"/>
                  </a:lnTo>
                  <a:lnTo>
                    <a:pt x="12428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9723031" y="1987181"/>
              <a:ext cx="1243330" cy="168275"/>
            </a:xfrm>
            <a:custGeom>
              <a:avLst/>
              <a:gdLst/>
              <a:ahLst/>
              <a:cxnLst/>
              <a:rect l="l" t="t" r="r" b="b"/>
              <a:pathLst>
                <a:path w="1243329" h="168275">
                  <a:moveTo>
                    <a:pt x="0" y="0"/>
                  </a:moveTo>
                  <a:lnTo>
                    <a:pt x="1242860" y="0"/>
                  </a:lnTo>
                  <a:lnTo>
                    <a:pt x="1242860" y="168275"/>
                  </a:lnTo>
                  <a:lnTo>
                    <a:pt x="0" y="16827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9729381" y="1974029"/>
            <a:ext cx="123063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105"/>
              </a:spcBef>
            </a:pPr>
            <a:r>
              <a:rPr dirty="0" sz="1050" b="1">
                <a:latin typeface="맑은 고딕"/>
                <a:cs typeface="맑은 고딕"/>
              </a:rPr>
              <a:t>각도별</a:t>
            </a:r>
            <a:r>
              <a:rPr dirty="0" sz="1050" spc="-110" b="1">
                <a:latin typeface="맑은 고딕"/>
                <a:cs typeface="맑은 고딕"/>
              </a:rPr>
              <a:t> </a:t>
            </a:r>
            <a:r>
              <a:rPr dirty="0" sz="1050" b="1">
                <a:latin typeface="맑은 고딕"/>
                <a:cs typeface="맑은 고딕"/>
              </a:rPr>
              <a:t>거리</a:t>
            </a:r>
            <a:r>
              <a:rPr dirty="0" sz="1050" spc="-95" b="1">
                <a:latin typeface="맑은 고딕"/>
                <a:cs typeface="맑은 고딕"/>
              </a:rPr>
              <a:t> </a:t>
            </a:r>
            <a:r>
              <a:rPr dirty="0" sz="1050" spc="-25" b="1">
                <a:latin typeface="맑은 고딕"/>
                <a:cs typeface="맑은 고딕"/>
              </a:rPr>
              <a:t>정보</a:t>
            </a:r>
            <a:endParaRPr sz="1050">
              <a:latin typeface="맑은 고딕"/>
              <a:cs typeface="맑은 고딕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117189" y="1422477"/>
            <a:ext cx="1482725" cy="1172845"/>
          </a:xfrm>
          <a:custGeom>
            <a:avLst/>
            <a:gdLst/>
            <a:ahLst/>
            <a:cxnLst/>
            <a:rect l="l" t="t" r="r" b="b"/>
            <a:pathLst>
              <a:path w="1482725" h="1172845">
                <a:moveTo>
                  <a:pt x="0" y="586397"/>
                </a:moveTo>
                <a:lnTo>
                  <a:pt x="1861" y="544518"/>
                </a:lnTo>
                <a:lnTo>
                  <a:pt x="7361" y="503434"/>
                </a:lnTo>
                <a:lnTo>
                  <a:pt x="16376" y="463244"/>
                </a:lnTo>
                <a:lnTo>
                  <a:pt x="28778" y="424048"/>
                </a:lnTo>
                <a:lnTo>
                  <a:pt x="44444" y="385944"/>
                </a:lnTo>
                <a:lnTo>
                  <a:pt x="63247" y="349032"/>
                </a:lnTo>
                <a:lnTo>
                  <a:pt x="85061" y="313410"/>
                </a:lnTo>
                <a:lnTo>
                  <a:pt x="109762" y="279179"/>
                </a:lnTo>
                <a:lnTo>
                  <a:pt x="137225" y="246437"/>
                </a:lnTo>
                <a:lnTo>
                  <a:pt x="167322" y="215284"/>
                </a:lnTo>
                <a:lnTo>
                  <a:pt x="199930" y="185818"/>
                </a:lnTo>
                <a:lnTo>
                  <a:pt x="234923" y="158140"/>
                </a:lnTo>
                <a:lnTo>
                  <a:pt x="272174" y="132348"/>
                </a:lnTo>
                <a:lnTo>
                  <a:pt x="311560" y="108541"/>
                </a:lnTo>
                <a:lnTo>
                  <a:pt x="352954" y="86819"/>
                </a:lnTo>
                <a:lnTo>
                  <a:pt x="396230" y="67281"/>
                </a:lnTo>
                <a:lnTo>
                  <a:pt x="441264" y="50026"/>
                </a:lnTo>
                <a:lnTo>
                  <a:pt x="487931" y="35154"/>
                </a:lnTo>
                <a:lnTo>
                  <a:pt x="536103" y="22763"/>
                </a:lnTo>
                <a:lnTo>
                  <a:pt x="585657" y="12953"/>
                </a:lnTo>
                <a:lnTo>
                  <a:pt x="636466" y="5823"/>
                </a:lnTo>
                <a:lnTo>
                  <a:pt x="688405" y="1472"/>
                </a:lnTo>
                <a:lnTo>
                  <a:pt x="741349" y="0"/>
                </a:lnTo>
                <a:lnTo>
                  <a:pt x="794293" y="1472"/>
                </a:lnTo>
                <a:lnTo>
                  <a:pt x="846233" y="5823"/>
                </a:lnTo>
                <a:lnTo>
                  <a:pt x="897043" y="12953"/>
                </a:lnTo>
                <a:lnTo>
                  <a:pt x="946597" y="22763"/>
                </a:lnTo>
                <a:lnTo>
                  <a:pt x="994770" y="35154"/>
                </a:lnTo>
                <a:lnTo>
                  <a:pt x="1041436" y="50026"/>
                </a:lnTo>
                <a:lnTo>
                  <a:pt x="1086471" y="67281"/>
                </a:lnTo>
                <a:lnTo>
                  <a:pt x="1129748" y="86819"/>
                </a:lnTo>
                <a:lnTo>
                  <a:pt x="1171143" y="108541"/>
                </a:lnTo>
                <a:lnTo>
                  <a:pt x="1210529" y="132348"/>
                </a:lnTo>
                <a:lnTo>
                  <a:pt x="1247782" y="158140"/>
                </a:lnTo>
                <a:lnTo>
                  <a:pt x="1282775" y="185818"/>
                </a:lnTo>
                <a:lnTo>
                  <a:pt x="1315384" y="215284"/>
                </a:lnTo>
                <a:lnTo>
                  <a:pt x="1345482" y="246437"/>
                </a:lnTo>
                <a:lnTo>
                  <a:pt x="1372945" y="279179"/>
                </a:lnTo>
                <a:lnTo>
                  <a:pt x="1397647" y="313410"/>
                </a:lnTo>
                <a:lnTo>
                  <a:pt x="1419463" y="349032"/>
                </a:lnTo>
                <a:lnTo>
                  <a:pt x="1438266" y="385944"/>
                </a:lnTo>
                <a:lnTo>
                  <a:pt x="1453932" y="424048"/>
                </a:lnTo>
                <a:lnTo>
                  <a:pt x="1466335" y="463244"/>
                </a:lnTo>
                <a:lnTo>
                  <a:pt x="1475350" y="503434"/>
                </a:lnTo>
                <a:lnTo>
                  <a:pt x="1480850" y="544518"/>
                </a:lnTo>
                <a:lnTo>
                  <a:pt x="1482712" y="586397"/>
                </a:lnTo>
                <a:lnTo>
                  <a:pt x="1480850" y="628275"/>
                </a:lnTo>
                <a:lnTo>
                  <a:pt x="1475350" y="669359"/>
                </a:lnTo>
                <a:lnTo>
                  <a:pt x="1466335" y="709549"/>
                </a:lnTo>
                <a:lnTo>
                  <a:pt x="1453932" y="748745"/>
                </a:lnTo>
                <a:lnTo>
                  <a:pt x="1438266" y="786849"/>
                </a:lnTo>
                <a:lnTo>
                  <a:pt x="1419463" y="823762"/>
                </a:lnTo>
                <a:lnTo>
                  <a:pt x="1397647" y="859383"/>
                </a:lnTo>
                <a:lnTo>
                  <a:pt x="1372945" y="893614"/>
                </a:lnTo>
                <a:lnTo>
                  <a:pt x="1345482" y="926356"/>
                </a:lnTo>
                <a:lnTo>
                  <a:pt x="1315384" y="957509"/>
                </a:lnTo>
                <a:lnTo>
                  <a:pt x="1282775" y="986975"/>
                </a:lnTo>
                <a:lnTo>
                  <a:pt x="1247782" y="1014653"/>
                </a:lnTo>
                <a:lnTo>
                  <a:pt x="1210529" y="1040445"/>
                </a:lnTo>
                <a:lnTo>
                  <a:pt x="1171143" y="1064252"/>
                </a:lnTo>
                <a:lnTo>
                  <a:pt x="1129748" y="1085974"/>
                </a:lnTo>
                <a:lnTo>
                  <a:pt x="1086471" y="1105512"/>
                </a:lnTo>
                <a:lnTo>
                  <a:pt x="1041436" y="1122767"/>
                </a:lnTo>
                <a:lnTo>
                  <a:pt x="994770" y="1137640"/>
                </a:lnTo>
                <a:lnTo>
                  <a:pt x="946597" y="1150030"/>
                </a:lnTo>
                <a:lnTo>
                  <a:pt x="897043" y="1159841"/>
                </a:lnTo>
                <a:lnTo>
                  <a:pt x="846233" y="1166971"/>
                </a:lnTo>
                <a:lnTo>
                  <a:pt x="794293" y="1171321"/>
                </a:lnTo>
                <a:lnTo>
                  <a:pt x="741349" y="1172794"/>
                </a:lnTo>
                <a:lnTo>
                  <a:pt x="688405" y="1171321"/>
                </a:lnTo>
                <a:lnTo>
                  <a:pt x="636466" y="1166971"/>
                </a:lnTo>
                <a:lnTo>
                  <a:pt x="585657" y="1159841"/>
                </a:lnTo>
                <a:lnTo>
                  <a:pt x="536103" y="1150030"/>
                </a:lnTo>
                <a:lnTo>
                  <a:pt x="487931" y="1137640"/>
                </a:lnTo>
                <a:lnTo>
                  <a:pt x="441264" y="1122767"/>
                </a:lnTo>
                <a:lnTo>
                  <a:pt x="396230" y="1105512"/>
                </a:lnTo>
                <a:lnTo>
                  <a:pt x="352954" y="1085974"/>
                </a:lnTo>
                <a:lnTo>
                  <a:pt x="311560" y="1064252"/>
                </a:lnTo>
                <a:lnTo>
                  <a:pt x="272174" y="1040445"/>
                </a:lnTo>
                <a:lnTo>
                  <a:pt x="234923" y="1014653"/>
                </a:lnTo>
                <a:lnTo>
                  <a:pt x="199930" y="986975"/>
                </a:lnTo>
                <a:lnTo>
                  <a:pt x="167322" y="957509"/>
                </a:lnTo>
                <a:lnTo>
                  <a:pt x="137225" y="926356"/>
                </a:lnTo>
                <a:lnTo>
                  <a:pt x="109762" y="893614"/>
                </a:lnTo>
                <a:lnTo>
                  <a:pt x="85061" y="859383"/>
                </a:lnTo>
                <a:lnTo>
                  <a:pt x="63247" y="823762"/>
                </a:lnTo>
                <a:lnTo>
                  <a:pt x="44444" y="786849"/>
                </a:lnTo>
                <a:lnTo>
                  <a:pt x="28778" y="748745"/>
                </a:lnTo>
                <a:lnTo>
                  <a:pt x="16376" y="709549"/>
                </a:lnTo>
                <a:lnTo>
                  <a:pt x="7361" y="669359"/>
                </a:lnTo>
                <a:lnTo>
                  <a:pt x="1861" y="628275"/>
                </a:lnTo>
                <a:lnTo>
                  <a:pt x="0" y="586397"/>
                </a:lnTo>
                <a:close/>
              </a:path>
            </a:pathLst>
          </a:custGeom>
          <a:ln w="57150">
            <a:solidFill>
              <a:srgbClr val="00AF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4" name="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" name="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98817" y="537705"/>
            <a:ext cx="5638546" cy="476516"/>
          </a:xfrm>
          <a:prstGeom prst="rect">
            <a:avLst/>
          </a:prstGeom>
        </p:spPr>
      </p:pic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53436" y="6575837"/>
            <a:ext cx="211772" cy="17066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0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8816" y="537705"/>
            <a:ext cx="5638545" cy="47651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1626"/>
            <a:ext cx="1828800" cy="391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08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LiDAR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-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PC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8" name="object 8" descr="Laptop - Windows menu (3D 모델)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47003" y="3194316"/>
            <a:ext cx="1712975" cy="1712963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592839" y="2185168"/>
            <a:ext cx="5018405" cy="2255520"/>
            <a:chOff x="592839" y="2185168"/>
            <a:chExt cx="5018405" cy="2255520"/>
          </a:xfrm>
        </p:grpSpPr>
        <p:sp>
          <p:nvSpPr>
            <p:cNvPr id="10" name="object 10"/>
            <p:cNvSpPr/>
            <p:nvPr/>
          </p:nvSpPr>
          <p:spPr>
            <a:xfrm>
              <a:off x="1624576" y="4156568"/>
              <a:ext cx="3891279" cy="0"/>
            </a:xfrm>
            <a:custGeom>
              <a:avLst/>
              <a:gdLst/>
              <a:ahLst/>
              <a:cxnLst/>
              <a:rect l="l" t="t" r="r" b="b"/>
              <a:pathLst>
                <a:path w="3891279" h="0">
                  <a:moveTo>
                    <a:pt x="0" y="0"/>
                  </a:moveTo>
                  <a:lnTo>
                    <a:pt x="3891229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496756" y="4099413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2839" y="3328203"/>
              <a:ext cx="1072295" cy="111201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22844" y="2185168"/>
              <a:ext cx="1509922" cy="1914791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565340" y="4233617"/>
            <a:ext cx="1621155" cy="9410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Arial"/>
                <a:cs typeface="Arial"/>
              </a:rPr>
              <a:t>Distance </a:t>
            </a:r>
            <a:r>
              <a:rPr dirty="0" sz="2000">
                <a:latin typeface="Arial"/>
                <a:cs typeface="Arial"/>
              </a:rPr>
              <a:t>information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by </a:t>
            </a:r>
            <a:r>
              <a:rPr dirty="0" sz="2000" spc="-10">
                <a:latin typeface="Arial"/>
                <a:cs typeface="Arial"/>
              </a:rPr>
              <a:t>angle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5311" y="4567277"/>
            <a:ext cx="7607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Arial"/>
                <a:cs typeface="Arial"/>
              </a:rPr>
              <a:t>LiDAR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13138" y="4586110"/>
            <a:ext cx="8051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Arial"/>
                <a:cs typeface="Arial"/>
              </a:rPr>
              <a:t>Laptop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68058" y="1409458"/>
            <a:ext cx="3590211" cy="331883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650920" y="1487830"/>
            <a:ext cx="1097280" cy="374650"/>
          </a:xfrm>
          <a:prstGeom prst="rect">
            <a:avLst/>
          </a:prstGeom>
          <a:ln w="12700">
            <a:solidFill>
              <a:srgbClr val="585858"/>
            </a:solidFill>
          </a:ln>
        </p:spPr>
        <p:txBody>
          <a:bodyPr wrap="square" lIns="0" tIns="74930" rIns="0" bIns="0" rtlCol="0" vert="horz">
            <a:spAutoFit/>
          </a:bodyPr>
          <a:lstStyle/>
          <a:p>
            <a:pPr marL="350520">
              <a:lnSpc>
                <a:spcPct val="100000"/>
              </a:lnSpc>
              <a:spcBef>
                <a:spcPts val="590"/>
              </a:spcBef>
            </a:pPr>
            <a:r>
              <a:rPr dirty="0" sz="1400" spc="-10">
                <a:latin typeface="Arial"/>
                <a:cs typeface="Arial"/>
              </a:rPr>
              <a:t>Lidar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328706" y="1867835"/>
            <a:ext cx="2223770" cy="1247775"/>
            <a:chOff x="9328706" y="1867835"/>
            <a:chExt cx="2223770" cy="1247775"/>
          </a:xfrm>
        </p:grpSpPr>
        <p:sp>
          <p:nvSpPr>
            <p:cNvPr id="20" name="object 20"/>
            <p:cNvSpPr/>
            <p:nvPr/>
          </p:nvSpPr>
          <p:spPr>
            <a:xfrm>
              <a:off x="9386942" y="1871010"/>
              <a:ext cx="576580" cy="250825"/>
            </a:xfrm>
            <a:custGeom>
              <a:avLst/>
              <a:gdLst/>
              <a:ahLst/>
              <a:cxnLst/>
              <a:rect l="l" t="t" r="r" b="b"/>
              <a:pathLst>
                <a:path w="576579" h="250825">
                  <a:moveTo>
                    <a:pt x="576224" y="0"/>
                  </a:moveTo>
                  <a:lnTo>
                    <a:pt x="0" y="250418"/>
                  </a:lnTo>
                </a:path>
              </a:pathLst>
            </a:custGeom>
            <a:ln w="6350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9328706" y="2081420"/>
              <a:ext cx="85090" cy="70485"/>
            </a:xfrm>
            <a:custGeom>
              <a:avLst/>
              <a:gdLst/>
              <a:ahLst/>
              <a:cxnLst/>
              <a:rect l="l" t="t" r="r" b="b"/>
              <a:pathLst>
                <a:path w="85090" h="70485">
                  <a:moveTo>
                    <a:pt x="54698" y="0"/>
                  </a:moveTo>
                  <a:lnTo>
                    <a:pt x="0" y="65316"/>
                  </a:lnTo>
                  <a:lnTo>
                    <a:pt x="85077" y="69888"/>
                  </a:lnTo>
                  <a:lnTo>
                    <a:pt x="54698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480717" y="3018130"/>
              <a:ext cx="71266" cy="9740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9723031" y="1987181"/>
              <a:ext cx="1243330" cy="168275"/>
            </a:xfrm>
            <a:custGeom>
              <a:avLst/>
              <a:gdLst/>
              <a:ahLst/>
              <a:cxnLst/>
              <a:rect l="l" t="t" r="r" b="b"/>
              <a:pathLst>
                <a:path w="1243329" h="168275">
                  <a:moveTo>
                    <a:pt x="1242860" y="0"/>
                  </a:moveTo>
                  <a:lnTo>
                    <a:pt x="0" y="0"/>
                  </a:lnTo>
                  <a:lnTo>
                    <a:pt x="0" y="168275"/>
                  </a:lnTo>
                  <a:lnTo>
                    <a:pt x="1242860" y="168275"/>
                  </a:lnTo>
                  <a:lnTo>
                    <a:pt x="12428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723031" y="1987181"/>
              <a:ext cx="1243330" cy="168275"/>
            </a:xfrm>
            <a:custGeom>
              <a:avLst/>
              <a:gdLst/>
              <a:ahLst/>
              <a:cxnLst/>
              <a:rect l="l" t="t" r="r" b="b"/>
              <a:pathLst>
                <a:path w="1243329" h="168275">
                  <a:moveTo>
                    <a:pt x="0" y="0"/>
                  </a:moveTo>
                  <a:lnTo>
                    <a:pt x="1242860" y="0"/>
                  </a:lnTo>
                  <a:lnTo>
                    <a:pt x="1242860" y="168275"/>
                  </a:lnTo>
                  <a:lnTo>
                    <a:pt x="0" y="16827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9729381" y="1974029"/>
            <a:ext cx="123063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105"/>
              </a:spcBef>
            </a:pPr>
            <a:r>
              <a:rPr dirty="0" sz="1050" b="1">
                <a:latin typeface="맑은 고딕"/>
                <a:cs typeface="맑은 고딕"/>
              </a:rPr>
              <a:t>각도별</a:t>
            </a:r>
            <a:r>
              <a:rPr dirty="0" sz="1050" spc="-110" b="1">
                <a:latin typeface="맑은 고딕"/>
                <a:cs typeface="맑은 고딕"/>
              </a:rPr>
              <a:t> </a:t>
            </a:r>
            <a:r>
              <a:rPr dirty="0" sz="1050" b="1">
                <a:latin typeface="맑은 고딕"/>
                <a:cs typeface="맑은 고딕"/>
              </a:rPr>
              <a:t>거리</a:t>
            </a:r>
            <a:r>
              <a:rPr dirty="0" sz="1050" spc="-95" b="1">
                <a:latin typeface="맑은 고딕"/>
                <a:cs typeface="맑은 고딕"/>
              </a:rPr>
              <a:t> </a:t>
            </a:r>
            <a:r>
              <a:rPr dirty="0" sz="1050" spc="-25" b="1">
                <a:latin typeface="맑은 고딕"/>
                <a:cs typeface="맑은 고딕"/>
              </a:rPr>
              <a:t>정보</a:t>
            </a:r>
            <a:endParaRPr sz="1050">
              <a:latin typeface="맑은 고딕"/>
              <a:cs typeface="맑은 고딕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190528" y="1344019"/>
            <a:ext cx="2953385" cy="1645920"/>
          </a:xfrm>
          <a:custGeom>
            <a:avLst/>
            <a:gdLst/>
            <a:ahLst/>
            <a:cxnLst/>
            <a:rect l="l" t="t" r="r" b="b"/>
            <a:pathLst>
              <a:path w="2953384" h="1645920">
                <a:moveTo>
                  <a:pt x="2935603" y="180821"/>
                </a:moveTo>
                <a:lnTo>
                  <a:pt x="2910702" y="138765"/>
                </a:lnTo>
                <a:lnTo>
                  <a:pt x="2875843" y="102344"/>
                </a:lnTo>
                <a:lnTo>
                  <a:pt x="2831533" y="71519"/>
                </a:lnTo>
                <a:lnTo>
                  <a:pt x="2778278" y="46252"/>
                </a:lnTo>
                <a:lnTo>
                  <a:pt x="2716583" y="26505"/>
                </a:lnTo>
                <a:lnTo>
                  <a:pt x="2646955" y="12239"/>
                </a:lnTo>
                <a:lnTo>
                  <a:pt x="2569899" y="3417"/>
                </a:lnTo>
                <a:lnTo>
                  <a:pt x="2528744" y="1035"/>
                </a:lnTo>
                <a:lnTo>
                  <a:pt x="2485921" y="0"/>
                </a:lnTo>
                <a:lnTo>
                  <a:pt x="2441495" y="306"/>
                </a:lnTo>
                <a:lnTo>
                  <a:pt x="2395528" y="1949"/>
                </a:lnTo>
                <a:lnTo>
                  <a:pt x="2348083" y="4924"/>
                </a:lnTo>
                <a:lnTo>
                  <a:pt x="2299225" y="9227"/>
                </a:lnTo>
                <a:lnTo>
                  <a:pt x="2249015" y="14852"/>
                </a:lnTo>
                <a:lnTo>
                  <a:pt x="2197518" y="21795"/>
                </a:lnTo>
                <a:lnTo>
                  <a:pt x="2144796" y="30051"/>
                </a:lnTo>
                <a:lnTo>
                  <a:pt x="2090913" y="39616"/>
                </a:lnTo>
                <a:lnTo>
                  <a:pt x="2035931" y="50483"/>
                </a:lnTo>
                <a:lnTo>
                  <a:pt x="1979915" y="62650"/>
                </a:lnTo>
                <a:lnTo>
                  <a:pt x="1922928" y="76110"/>
                </a:lnTo>
                <a:lnTo>
                  <a:pt x="1865032" y="90859"/>
                </a:lnTo>
                <a:lnTo>
                  <a:pt x="1806292" y="106893"/>
                </a:lnTo>
                <a:lnTo>
                  <a:pt x="1746769" y="124206"/>
                </a:lnTo>
                <a:lnTo>
                  <a:pt x="1686528" y="142794"/>
                </a:lnTo>
                <a:lnTo>
                  <a:pt x="1625632" y="162652"/>
                </a:lnTo>
                <a:lnTo>
                  <a:pt x="1564143" y="183775"/>
                </a:lnTo>
                <a:lnTo>
                  <a:pt x="1502126" y="206159"/>
                </a:lnTo>
                <a:lnTo>
                  <a:pt x="1439643" y="229798"/>
                </a:lnTo>
                <a:lnTo>
                  <a:pt x="1376758" y="254688"/>
                </a:lnTo>
                <a:lnTo>
                  <a:pt x="1313534" y="280824"/>
                </a:lnTo>
                <a:lnTo>
                  <a:pt x="1250033" y="308202"/>
                </a:lnTo>
                <a:lnTo>
                  <a:pt x="1186952" y="336530"/>
                </a:lnTo>
                <a:lnTo>
                  <a:pt x="1124972" y="365494"/>
                </a:lnTo>
                <a:lnTo>
                  <a:pt x="1064140" y="395050"/>
                </a:lnTo>
                <a:lnTo>
                  <a:pt x="1004502" y="425153"/>
                </a:lnTo>
                <a:lnTo>
                  <a:pt x="946104" y="455762"/>
                </a:lnTo>
                <a:lnTo>
                  <a:pt x="888993" y="486832"/>
                </a:lnTo>
                <a:lnTo>
                  <a:pt x="833215" y="518321"/>
                </a:lnTo>
                <a:lnTo>
                  <a:pt x="778815" y="550184"/>
                </a:lnTo>
                <a:lnTo>
                  <a:pt x="725841" y="582378"/>
                </a:lnTo>
                <a:lnTo>
                  <a:pt x="674339" y="614861"/>
                </a:lnTo>
                <a:lnTo>
                  <a:pt x="624355" y="647588"/>
                </a:lnTo>
                <a:lnTo>
                  <a:pt x="575934" y="680516"/>
                </a:lnTo>
                <a:lnTo>
                  <a:pt x="529124" y="713601"/>
                </a:lnTo>
                <a:lnTo>
                  <a:pt x="483971" y="746801"/>
                </a:lnTo>
                <a:lnTo>
                  <a:pt x="440520" y="780072"/>
                </a:lnTo>
                <a:lnTo>
                  <a:pt x="398818" y="813371"/>
                </a:lnTo>
                <a:lnTo>
                  <a:pt x="358912" y="846653"/>
                </a:lnTo>
                <a:lnTo>
                  <a:pt x="320847" y="879876"/>
                </a:lnTo>
                <a:lnTo>
                  <a:pt x="284670" y="912997"/>
                </a:lnTo>
                <a:lnTo>
                  <a:pt x="250427" y="945971"/>
                </a:lnTo>
                <a:lnTo>
                  <a:pt x="218164" y="978755"/>
                </a:lnTo>
                <a:lnTo>
                  <a:pt x="187928" y="1011307"/>
                </a:lnTo>
                <a:lnTo>
                  <a:pt x="159765" y="1043582"/>
                </a:lnTo>
                <a:lnTo>
                  <a:pt x="133721" y="1075538"/>
                </a:lnTo>
                <a:lnTo>
                  <a:pt x="109842" y="1107130"/>
                </a:lnTo>
                <a:lnTo>
                  <a:pt x="68765" y="1169052"/>
                </a:lnTo>
                <a:lnTo>
                  <a:pt x="36904" y="1229000"/>
                </a:lnTo>
                <a:lnTo>
                  <a:pt x="14629" y="1286627"/>
                </a:lnTo>
                <a:lnTo>
                  <a:pt x="2310" y="1341586"/>
                </a:lnTo>
                <a:lnTo>
                  <a:pt x="0" y="1367957"/>
                </a:lnTo>
                <a:lnTo>
                  <a:pt x="317" y="1393530"/>
                </a:lnTo>
                <a:lnTo>
                  <a:pt x="9020" y="1442111"/>
                </a:lnTo>
                <a:lnTo>
                  <a:pt x="28673" y="1486767"/>
                </a:lnTo>
                <a:lnTo>
                  <a:pt x="58616" y="1526001"/>
                </a:lnTo>
                <a:lnTo>
                  <a:pt x="98263" y="1559619"/>
                </a:lnTo>
                <a:lnTo>
                  <a:pt x="147109" y="1587660"/>
                </a:lnTo>
                <a:lnTo>
                  <a:pt x="204647" y="1610162"/>
                </a:lnTo>
                <a:lnTo>
                  <a:pt x="270372" y="1627164"/>
                </a:lnTo>
                <a:lnTo>
                  <a:pt x="343778" y="1638703"/>
                </a:lnTo>
                <a:lnTo>
                  <a:pt x="383202" y="1642436"/>
                </a:lnTo>
                <a:lnTo>
                  <a:pt x="424358" y="1644818"/>
                </a:lnTo>
                <a:lnTo>
                  <a:pt x="467180" y="1645854"/>
                </a:lnTo>
                <a:lnTo>
                  <a:pt x="511606" y="1645547"/>
                </a:lnTo>
                <a:lnTo>
                  <a:pt x="557573" y="1643904"/>
                </a:lnTo>
                <a:lnTo>
                  <a:pt x="605018" y="1640929"/>
                </a:lnTo>
                <a:lnTo>
                  <a:pt x="653877" y="1636626"/>
                </a:lnTo>
                <a:lnTo>
                  <a:pt x="704086" y="1631001"/>
                </a:lnTo>
                <a:lnTo>
                  <a:pt x="755584" y="1624058"/>
                </a:lnTo>
                <a:lnTo>
                  <a:pt x="808306" y="1615802"/>
                </a:lnTo>
                <a:lnTo>
                  <a:pt x="862189" y="1606237"/>
                </a:lnTo>
                <a:lnTo>
                  <a:pt x="917170" y="1595370"/>
                </a:lnTo>
                <a:lnTo>
                  <a:pt x="973186" y="1583203"/>
                </a:lnTo>
                <a:lnTo>
                  <a:pt x="1030173" y="1569743"/>
                </a:lnTo>
                <a:lnTo>
                  <a:pt x="1088069" y="1554994"/>
                </a:lnTo>
                <a:lnTo>
                  <a:pt x="1146810" y="1538960"/>
                </a:lnTo>
                <a:lnTo>
                  <a:pt x="1206332" y="1521647"/>
                </a:lnTo>
                <a:lnTo>
                  <a:pt x="1266573" y="1503059"/>
                </a:lnTo>
                <a:lnTo>
                  <a:pt x="1327470" y="1483201"/>
                </a:lnTo>
                <a:lnTo>
                  <a:pt x="1388958" y="1462078"/>
                </a:lnTo>
                <a:lnTo>
                  <a:pt x="1450975" y="1439694"/>
                </a:lnTo>
                <a:lnTo>
                  <a:pt x="1513458" y="1416055"/>
                </a:lnTo>
                <a:lnTo>
                  <a:pt x="1576343" y="1391165"/>
                </a:lnTo>
                <a:lnTo>
                  <a:pt x="1639568" y="1365029"/>
                </a:lnTo>
                <a:lnTo>
                  <a:pt x="1703068" y="1337651"/>
                </a:lnTo>
                <a:lnTo>
                  <a:pt x="1766149" y="1309322"/>
                </a:lnTo>
                <a:lnTo>
                  <a:pt x="1828129" y="1280357"/>
                </a:lnTo>
                <a:lnTo>
                  <a:pt x="1888962" y="1250801"/>
                </a:lnTo>
                <a:lnTo>
                  <a:pt x="1948600" y="1220696"/>
                </a:lnTo>
                <a:lnTo>
                  <a:pt x="2006997" y="1190087"/>
                </a:lnTo>
                <a:lnTo>
                  <a:pt x="2064109" y="1159016"/>
                </a:lnTo>
                <a:lnTo>
                  <a:pt x="2119887" y="1127528"/>
                </a:lnTo>
                <a:lnTo>
                  <a:pt x="2174286" y="1095664"/>
                </a:lnTo>
                <a:lnTo>
                  <a:pt x="2227260" y="1063469"/>
                </a:lnTo>
                <a:lnTo>
                  <a:pt x="2278762" y="1030987"/>
                </a:lnTo>
                <a:lnTo>
                  <a:pt x="2328747" y="998260"/>
                </a:lnTo>
                <a:lnTo>
                  <a:pt x="2377167" y="965332"/>
                </a:lnTo>
                <a:lnTo>
                  <a:pt x="2423977" y="932246"/>
                </a:lnTo>
                <a:lnTo>
                  <a:pt x="2469131" y="899046"/>
                </a:lnTo>
                <a:lnTo>
                  <a:pt x="2512582" y="865775"/>
                </a:lnTo>
                <a:lnTo>
                  <a:pt x="2554283" y="832477"/>
                </a:lnTo>
                <a:lnTo>
                  <a:pt x="2594190" y="799195"/>
                </a:lnTo>
                <a:lnTo>
                  <a:pt x="2632254" y="765972"/>
                </a:lnTo>
                <a:lnTo>
                  <a:pt x="2668431" y="732852"/>
                </a:lnTo>
                <a:lnTo>
                  <a:pt x="2702674" y="699878"/>
                </a:lnTo>
                <a:lnTo>
                  <a:pt x="2734937" y="667093"/>
                </a:lnTo>
                <a:lnTo>
                  <a:pt x="2765173" y="634542"/>
                </a:lnTo>
                <a:lnTo>
                  <a:pt x="2793336" y="602267"/>
                </a:lnTo>
                <a:lnTo>
                  <a:pt x="2819381" y="570312"/>
                </a:lnTo>
                <a:lnTo>
                  <a:pt x="2843260" y="538720"/>
                </a:lnTo>
                <a:lnTo>
                  <a:pt x="2884337" y="476799"/>
                </a:lnTo>
                <a:lnTo>
                  <a:pt x="2916198" y="416852"/>
                </a:lnTo>
                <a:lnTo>
                  <a:pt x="2938473" y="359225"/>
                </a:lnTo>
                <a:lnTo>
                  <a:pt x="2950792" y="304266"/>
                </a:lnTo>
                <a:lnTo>
                  <a:pt x="2953102" y="277896"/>
                </a:lnTo>
                <a:lnTo>
                  <a:pt x="2952784" y="252323"/>
                </a:lnTo>
                <a:lnTo>
                  <a:pt x="2949793" y="227590"/>
                </a:lnTo>
                <a:lnTo>
                  <a:pt x="2944081" y="203742"/>
                </a:lnTo>
                <a:lnTo>
                  <a:pt x="2935603" y="180821"/>
                </a:lnTo>
                <a:close/>
              </a:path>
            </a:pathLst>
          </a:custGeom>
          <a:ln w="57150">
            <a:solidFill>
              <a:srgbClr val="00AF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53436" y="6575838"/>
            <a:ext cx="220700" cy="16786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8817" y="537705"/>
            <a:ext cx="5638546" cy="47651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1626"/>
            <a:ext cx="1979295" cy="391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08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PC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-</a:t>
            </a:r>
            <a:r>
              <a:rPr dirty="0" sz="2400" spc="-1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Arduino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68058" y="1409458"/>
            <a:ext cx="3590211" cy="331883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650920" y="1487830"/>
            <a:ext cx="1097280" cy="374650"/>
          </a:xfrm>
          <a:prstGeom prst="rect">
            <a:avLst/>
          </a:prstGeom>
          <a:ln w="12700">
            <a:solidFill>
              <a:srgbClr val="585858"/>
            </a:solidFill>
          </a:ln>
        </p:spPr>
        <p:txBody>
          <a:bodyPr wrap="square" lIns="0" tIns="74930" rIns="0" bIns="0" rtlCol="0" vert="horz">
            <a:spAutoFit/>
          </a:bodyPr>
          <a:lstStyle/>
          <a:p>
            <a:pPr marL="350520">
              <a:lnSpc>
                <a:spcPct val="100000"/>
              </a:lnSpc>
              <a:spcBef>
                <a:spcPts val="590"/>
              </a:spcBef>
            </a:pPr>
            <a:r>
              <a:rPr dirty="0" sz="1400" spc="-10">
                <a:latin typeface="Arial"/>
                <a:cs typeface="Arial"/>
              </a:rPr>
              <a:t>Lidar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328706" y="1867835"/>
            <a:ext cx="2223770" cy="1247775"/>
            <a:chOff x="9328706" y="1867835"/>
            <a:chExt cx="2223770" cy="1247775"/>
          </a:xfrm>
        </p:grpSpPr>
        <p:sp>
          <p:nvSpPr>
            <p:cNvPr id="11" name="object 11"/>
            <p:cNvSpPr/>
            <p:nvPr/>
          </p:nvSpPr>
          <p:spPr>
            <a:xfrm>
              <a:off x="9386942" y="1871010"/>
              <a:ext cx="576580" cy="250825"/>
            </a:xfrm>
            <a:custGeom>
              <a:avLst/>
              <a:gdLst/>
              <a:ahLst/>
              <a:cxnLst/>
              <a:rect l="l" t="t" r="r" b="b"/>
              <a:pathLst>
                <a:path w="576579" h="250825">
                  <a:moveTo>
                    <a:pt x="576224" y="0"/>
                  </a:moveTo>
                  <a:lnTo>
                    <a:pt x="0" y="250418"/>
                  </a:lnTo>
                </a:path>
              </a:pathLst>
            </a:custGeom>
            <a:ln w="6350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328706" y="2081420"/>
              <a:ext cx="85090" cy="70485"/>
            </a:xfrm>
            <a:custGeom>
              <a:avLst/>
              <a:gdLst/>
              <a:ahLst/>
              <a:cxnLst/>
              <a:rect l="l" t="t" r="r" b="b"/>
              <a:pathLst>
                <a:path w="85090" h="70485">
                  <a:moveTo>
                    <a:pt x="54698" y="0"/>
                  </a:moveTo>
                  <a:lnTo>
                    <a:pt x="0" y="65316"/>
                  </a:lnTo>
                  <a:lnTo>
                    <a:pt x="85077" y="69888"/>
                  </a:lnTo>
                  <a:lnTo>
                    <a:pt x="54698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80717" y="3018130"/>
              <a:ext cx="71266" cy="9740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723031" y="1987181"/>
              <a:ext cx="1243330" cy="168275"/>
            </a:xfrm>
            <a:custGeom>
              <a:avLst/>
              <a:gdLst/>
              <a:ahLst/>
              <a:cxnLst/>
              <a:rect l="l" t="t" r="r" b="b"/>
              <a:pathLst>
                <a:path w="1243329" h="168275">
                  <a:moveTo>
                    <a:pt x="1242860" y="0"/>
                  </a:moveTo>
                  <a:lnTo>
                    <a:pt x="0" y="0"/>
                  </a:lnTo>
                  <a:lnTo>
                    <a:pt x="0" y="168275"/>
                  </a:lnTo>
                  <a:lnTo>
                    <a:pt x="1242860" y="168275"/>
                  </a:lnTo>
                  <a:lnTo>
                    <a:pt x="12428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9723031" y="1987181"/>
              <a:ext cx="1243330" cy="168275"/>
            </a:xfrm>
            <a:custGeom>
              <a:avLst/>
              <a:gdLst/>
              <a:ahLst/>
              <a:cxnLst/>
              <a:rect l="l" t="t" r="r" b="b"/>
              <a:pathLst>
                <a:path w="1243329" h="168275">
                  <a:moveTo>
                    <a:pt x="0" y="0"/>
                  </a:moveTo>
                  <a:lnTo>
                    <a:pt x="1242860" y="0"/>
                  </a:lnTo>
                  <a:lnTo>
                    <a:pt x="1242860" y="168275"/>
                  </a:lnTo>
                  <a:lnTo>
                    <a:pt x="0" y="16827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9729381" y="1974029"/>
            <a:ext cx="123063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105"/>
              </a:spcBef>
            </a:pPr>
            <a:r>
              <a:rPr dirty="0" sz="1050" b="1">
                <a:latin typeface="맑은 고딕"/>
                <a:cs typeface="맑은 고딕"/>
              </a:rPr>
              <a:t>각도별</a:t>
            </a:r>
            <a:r>
              <a:rPr dirty="0" sz="1050" spc="-110" b="1">
                <a:latin typeface="맑은 고딕"/>
                <a:cs typeface="맑은 고딕"/>
              </a:rPr>
              <a:t> </a:t>
            </a:r>
            <a:r>
              <a:rPr dirty="0" sz="1050" b="1">
                <a:latin typeface="맑은 고딕"/>
                <a:cs typeface="맑은 고딕"/>
              </a:rPr>
              <a:t>거리</a:t>
            </a:r>
            <a:r>
              <a:rPr dirty="0" sz="1050" spc="-95" b="1">
                <a:latin typeface="맑은 고딕"/>
                <a:cs typeface="맑은 고딕"/>
              </a:rPr>
              <a:t> </a:t>
            </a:r>
            <a:r>
              <a:rPr dirty="0" sz="1050" spc="-25" b="1">
                <a:latin typeface="맑은 고딕"/>
                <a:cs typeface="맑은 고딕"/>
              </a:rPr>
              <a:t>정보</a:t>
            </a:r>
            <a:endParaRPr sz="1050">
              <a:latin typeface="맑은 고딕"/>
              <a:cs typeface="맑은 고딕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767255" y="3615028"/>
            <a:ext cx="2703830" cy="114300"/>
            <a:chOff x="2767255" y="3615028"/>
            <a:chExt cx="2703830" cy="114300"/>
          </a:xfrm>
        </p:grpSpPr>
        <p:sp>
          <p:nvSpPr>
            <p:cNvPr id="18" name="object 18"/>
            <p:cNvSpPr/>
            <p:nvPr/>
          </p:nvSpPr>
          <p:spPr>
            <a:xfrm>
              <a:off x="2767255" y="3672181"/>
              <a:ext cx="2608580" cy="0"/>
            </a:xfrm>
            <a:custGeom>
              <a:avLst/>
              <a:gdLst/>
              <a:ahLst/>
              <a:cxnLst/>
              <a:rect l="l" t="t" r="r" b="b"/>
              <a:pathLst>
                <a:path w="2608579" h="0">
                  <a:moveTo>
                    <a:pt x="0" y="0"/>
                  </a:moveTo>
                  <a:lnTo>
                    <a:pt x="2608503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356716" y="3615028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3388393" y="3360453"/>
            <a:ext cx="1535430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Arial"/>
                <a:cs typeface="Arial"/>
              </a:rPr>
              <a:t>Speed: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Slow </a:t>
            </a:r>
            <a:r>
              <a:rPr dirty="0" sz="2000">
                <a:latin typeface="Arial"/>
                <a:cs typeface="Arial"/>
              </a:rPr>
              <a:t>Steering: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Left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3108" y="4147137"/>
            <a:ext cx="3260090" cy="1245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Arial"/>
                <a:cs typeface="Arial"/>
              </a:rPr>
              <a:t>Laptop:</a:t>
            </a:r>
            <a:endParaRPr sz="2000">
              <a:latin typeface="Arial"/>
              <a:cs typeface="Arial"/>
            </a:endParaRPr>
          </a:p>
          <a:p>
            <a:pPr algn="ctr" marL="12700" marR="508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"/>
                <a:cs typeface="Arial"/>
              </a:rPr>
              <a:t>Based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on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sensor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information </a:t>
            </a:r>
            <a:r>
              <a:rPr dirty="0" sz="2000">
                <a:latin typeface="Arial"/>
                <a:cs typeface="Arial"/>
              </a:rPr>
              <a:t>Creating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Speed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&amp;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Steering Commands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22" name="object 22" descr="텍스트, 전자기기, 회로이(가) 표시된 사진  자동 생성된 설명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21540" y="3042246"/>
            <a:ext cx="1878812" cy="942568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6192215" y="4063649"/>
            <a:ext cx="9036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Arial"/>
                <a:cs typeface="Arial"/>
              </a:rPr>
              <a:t>Arduino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85571" y="2404293"/>
            <a:ext cx="2840990" cy="2951480"/>
            <a:chOff x="385571" y="2404293"/>
            <a:chExt cx="2840990" cy="2951480"/>
          </a:xfrm>
        </p:grpSpPr>
        <p:pic>
          <p:nvPicPr>
            <p:cNvPr id="25" name="object 25" descr="실내, 청결함, 공항, 수하물 수취이(가) 표시된 사진  자동 생성된 설명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5571" y="2514600"/>
              <a:ext cx="2840735" cy="2840735"/>
            </a:xfrm>
            <a:prstGeom prst="rect">
              <a:avLst/>
            </a:prstGeom>
          </p:spPr>
        </p:pic>
        <p:pic>
          <p:nvPicPr>
            <p:cNvPr id="26" name="object 26" descr="실내, 청결함, 공항, 수하물 수취이(가) 표시된 사진  자동 생성된 설명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4666" y="2404293"/>
              <a:ext cx="1454327" cy="898506"/>
            </a:xfrm>
            <a:prstGeom prst="rect">
              <a:avLst/>
            </a:prstGeom>
          </p:spPr>
        </p:pic>
      </p:grpSp>
      <p:sp>
        <p:nvSpPr>
          <p:cNvPr id="27" name="object 27"/>
          <p:cNvSpPr/>
          <p:nvPr/>
        </p:nvSpPr>
        <p:spPr>
          <a:xfrm>
            <a:off x="8094485" y="2114102"/>
            <a:ext cx="1628775" cy="1172845"/>
          </a:xfrm>
          <a:custGeom>
            <a:avLst/>
            <a:gdLst/>
            <a:ahLst/>
            <a:cxnLst/>
            <a:rect l="l" t="t" r="r" b="b"/>
            <a:pathLst>
              <a:path w="1628775" h="1172845">
                <a:moveTo>
                  <a:pt x="0" y="586397"/>
                </a:moveTo>
                <a:lnTo>
                  <a:pt x="1878" y="546248"/>
                </a:lnTo>
                <a:lnTo>
                  <a:pt x="7433" y="506825"/>
                </a:lnTo>
                <a:lnTo>
                  <a:pt x="16543" y="468216"/>
                </a:lnTo>
                <a:lnTo>
                  <a:pt x="29086" y="430507"/>
                </a:lnTo>
                <a:lnTo>
                  <a:pt x="44942" y="393787"/>
                </a:lnTo>
                <a:lnTo>
                  <a:pt x="63990" y="358142"/>
                </a:lnTo>
                <a:lnTo>
                  <a:pt x="86107" y="323661"/>
                </a:lnTo>
                <a:lnTo>
                  <a:pt x="111172" y="290429"/>
                </a:lnTo>
                <a:lnTo>
                  <a:pt x="139066" y="258534"/>
                </a:lnTo>
                <a:lnTo>
                  <a:pt x="169665" y="228065"/>
                </a:lnTo>
                <a:lnTo>
                  <a:pt x="202849" y="199107"/>
                </a:lnTo>
                <a:lnTo>
                  <a:pt x="238496" y="171750"/>
                </a:lnTo>
                <a:lnTo>
                  <a:pt x="276486" y="146078"/>
                </a:lnTo>
                <a:lnTo>
                  <a:pt x="316696" y="122181"/>
                </a:lnTo>
                <a:lnTo>
                  <a:pt x="359006" y="100146"/>
                </a:lnTo>
                <a:lnTo>
                  <a:pt x="403295" y="80059"/>
                </a:lnTo>
                <a:lnTo>
                  <a:pt x="449441" y="62008"/>
                </a:lnTo>
                <a:lnTo>
                  <a:pt x="497322" y="46081"/>
                </a:lnTo>
                <a:lnTo>
                  <a:pt x="546818" y="32364"/>
                </a:lnTo>
                <a:lnTo>
                  <a:pt x="597808" y="20946"/>
                </a:lnTo>
                <a:lnTo>
                  <a:pt x="650169" y="11913"/>
                </a:lnTo>
                <a:lnTo>
                  <a:pt x="703781" y="5353"/>
                </a:lnTo>
                <a:lnTo>
                  <a:pt x="758523" y="1352"/>
                </a:lnTo>
                <a:lnTo>
                  <a:pt x="814273" y="0"/>
                </a:lnTo>
                <a:lnTo>
                  <a:pt x="870022" y="1352"/>
                </a:lnTo>
                <a:lnTo>
                  <a:pt x="924764" y="5353"/>
                </a:lnTo>
                <a:lnTo>
                  <a:pt x="978376" y="11913"/>
                </a:lnTo>
                <a:lnTo>
                  <a:pt x="1030737" y="20946"/>
                </a:lnTo>
                <a:lnTo>
                  <a:pt x="1081727" y="32364"/>
                </a:lnTo>
                <a:lnTo>
                  <a:pt x="1131223" y="46081"/>
                </a:lnTo>
                <a:lnTo>
                  <a:pt x="1179105" y="62008"/>
                </a:lnTo>
                <a:lnTo>
                  <a:pt x="1225250" y="80059"/>
                </a:lnTo>
                <a:lnTo>
                  <a:pt x="1269539" y="100146"/>
                </a:lnTo>
                <a:lnTo>
                  <a:pt x="1311849" y="122181"/>
                </a:lnTo>
                <a:lnTo>
                  <a:pt x="1352060" y="146078"/>
                </a:lnTo>
                <a:lnTo>
                  <a:pt x="1390049" y="171750"/>
                </a:lnTo>
                <a:lnTo>
                  <a:pt x="1425697" y="199107"/>
                </a:lnTo>
                <a:lnTo>
                  <a:pt x="1458881" y="228065"/>
                </a:lnTo>
                <a:lnTo>
                  <a:pt x="1489480" y="258534"/>
                </a:lnTo>
                <a:lnTo>
                  <a:pt x="1517373" y="290429"/>
                </a:lnTo>
                <a:lnTo>
                  <a:pt x="1542439" y="323661"/>
                </a:lnTo>
                <a:lnTo>
                  <a:pt x="1564556" y="358142"/>
                </a:lnTo>
                <a:lnTo>
                  <a:pt x="1583603" y="393787"/>
                </a:lnTo>
                <a:lnTo>
                  <a:pt x="1599459" y="430507"/>
                </a:lnTo>
                <a:lnTo>
                  <a:pt x="1612003" y="468216"/>
                </a:lnTo>
                <a:lnTo>
                  <a:pt x="1621112" y="506825"/>
                </a:lnTo>
                <a:lnTo>
                  <a:pt x="1626667" y="546248"/>
                </a:lnTo>
                <a:lnTo>
                  <a:pt x="1628546" y="586397"/>
                </a:lnTo>
                <a:lnTo>
                  <a:pt x="1626667" y="626545"/>
                </a:lnTo>
                <a:lnTo>
                  <a:pt x="1621112" y="665968"/>
                </a:lnTo>
                <a:lnTo>
                  <a:pt x="1612003" y="704577"/>
                </a:lnTo>
                <a:lnTo>
                  <a:pt x="1599459" y="742286"/>
                </a:lnTo>
                <a:lnTo>
                  <a:pt x="1583603" y="779006"/>
                </a:lnTo>
                <a:lnTo>
                  <a:pt x="1564556" y="814651"/>
                </a:lnTo>
                <a:lnTo>
                  <a:pt x="1542439" y="849133"/>
                </a:lnTo>
                <a:lnTo>
                  <a:pt x="1517373" y="882364"/>
                </a:lnTo>
                <a:lnTo>
                  <a:pt x="1489480" y="914259"/>
                </a:lnTo>
                <a:lnTo>
                  <a:pt x="1458881" y="944728"/>
                </a:lnTo>
                <a:lnTo>
                  <a:pt x="1425697" y="973686"/>
                </a:lnTo>
                <a:lnTo>
                  <a:pt x="1390049" y="1001044"/>
                </a:lnTo>
                <a:lnTo>
                  <a:pt x="1352060" y="1026715"/>
                </a:lnTo>
                <a:lnTo>
                  <a:pt x="1311849" y="1050612"/>
                </a:lnTo>
                <a:lnTo>
                  <a:pt x="1269539" y="1072647"/>
                </a:lnTo>
                <a:lnTo>
                  <a:pt x="1225250" y="1092734"/>
                </a:lnTo>
                <a:lnTo>
                  <a:pt x="1179105" y="1110785"/>
                </a:lnTo>
                <a:lnTo>
                  <a:pt x="1131223" y="1126712"/>
                </a:lnTo>
                <a:lnTo>
                  <a:pt x="1081727" y="1140429"/>
                </a:lnTo>
                <a:lnTo>
                  <a:pt x="1030737" y="1151847"/>
                </a:lnTo>
                <a:lnTo>
                  <a:pt x="978376" y="1160880"/>
                </a:lnTo>
                <a:lnTo>
                  <a:pt x="924764" y="1167441"/>
                </a:lnTo>
                <a:lnTo>
                  <a:pt x="870022" y="1171441"/>
                </a:lnTo>
                <a:lnTo>
                  <a:pt x="814273" y="1172794"/>
                </a:lnTo>
                <a:lnTo>
                  <a:pt x="758523" y="1171441"/>
                </a:lnTo>
                <a:lnTo>
                  <a:pt x="703781" y="1167441"/>
                </a:lnTo>
                <a:lnTo>
                  <a:pt x="650169" y="1160880"/>
                </a:lnTo>
                <a:lnTo>
                  <a:pt x="597808" y="1151847"/>
                </a:lnTo>
                <a:lnTo>
                  <a:pt x="546818" y="1140429"/>
                </a:lnTo>
                <a:lnTo>
                  <a:pt x="497322" y="1126712"/>
                </a:lnTo>
                <a:lnTo>
                  <a:pt x="449441" y="1110785"/>
                </a:lnTo>
                <a:lnTo>
                  <a:pt x="403295" y="1092734"/>
                </a:lnTo>
                <a:lnTo>
                  <a:pt x="359006" y="1072647"/>
                </a:lnTo>
                <a:lnTo>
                  <a:pt x="316696" y="1050612"/>
                </a:lnTo>
                <a:lnTo>
                  <a:pt x="276486" y="1026715"/>
                </a:lnTo>
                <a:lnTo>
                  <a:pt x="238496" y="1001044"/>
                </a:lnTo>
                <a:lnTo>
                  <a:pt x="202849" y="973686"/>
                </a:lnTo>
                <a:lnTo>
                  <a:pt x="169665" y="944728"/>
                </a:lnTo>
                <a:lnTo>
                  <a:pt x="139066" y="914259"/>
                </a:lnTo>
                <a:lnTo>
                  <a:pt x="111172" y="882364"/>
                </a:lnTo>
                <a:lnTo>
                  <a:pt x="86107" y="849133"/>
                </a:lnTo>
                <a:lnTo>
                  <a:pt x="63990" y="814651"/>
                </a:lnTo>
                <a:lnTo>
                  <a:pt x="44942" y="779006"/>
                </a:lnTo>
                <a:lnTo>
                  <a:pt x="29086" y="742286"/>
                </a:lnTo>
                <a:lnTo>
                  <a:pt x="16543" y="704577"/>
                </a:lnTo>
                <a:lnTo>
                  <a:pt x="7433" y="665968"/>
                </a:lnTo>
                <a:lnTo>
                  <a:pt x="1878" y="626545"/>
                </a:lnTo>
                <a:lnTo>
                  <a:pt x="0" y="586397"/>
                </a:lnTo>
                <a:close/>
              </a:path>
            </a:pathLst>
          </a:custGeom>
          <a:ln w="57149">
            <a:solidFill>
              <a:srgbClr val="00AF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53438" y="6575837"/>
            <a:ext cx="212217" cy="17066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8817" y="537705"/>
            <a:ext cx="5638546" cy="47651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142471" y="1737723"/>
            <a:ext cx="3261360" cy="6216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2215"/>
              </a:lnSpc>
            </a:pPr>
            <a:r>
              <a:rPr dirty="0" sz="2000" spc="-20">
                <a:latin typeface="Arial"/>
                <a:cs typeface="Arial"/>
              </a:rPr>
              <a:t>heel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r>
              <a:rPr dirty="0" sz="2000">
                <a:latin typeface="Arial"/>
                <a:cs typeface="Arial"/>
              </a:rPr>
              <a:t>rection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which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handle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is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013" y="1301626"/>
            <a:ext cx="7747000" cy="1341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12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Arduino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–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Variable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Resistor</a:t>
            </a:r>
            <a:endParaRPr sz="24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125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 spc="-20">
                <a:latin typeface="Arial"/>
                <a:cs typeface="Arial"/>
              </a:rPr>
              <a:t>Variable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resistance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is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fixed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axle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vehicle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steering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w</a:t>
            </a:r>
            <a:endParaRPr sz="2000">
              <a:latin typeface="Arial"/>
              <a:cs typeface="Arial"/>
            </a:endParaRPr>
          </a:p>
          <a:p>
            <a:pPr lvl="1" marL="697865" marR="56515" indent="-228600">
              <a:lnSpc>
                <a:spcPts val="2160"/>
              </a:lnSpc>
              <a:spcBef>
                <a:spcPts val="525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variable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resistor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sends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information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Arduino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about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di </a:t>
            </a:r>
            <a:r>
              <a:rPr dirty="0" sz="2000">
                <a:latin typeface="Arial"/>
                <a:cs typeface="Arial"/>
              </a:rPr>
              <a:t>currently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turned.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8924" y="5322144"/>
            <a:ext cx="2395855" cy="9410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Holding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variable </a:t>
            </a:r>
            <a:r>
              <a:rPr dirty="0" sz="2000">
                <a:latin typeface="Arial"/>
                <a:cs typeface="Arial"/>
              </a:rPr>
              <a:t>resistor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handle </a:t>
            </a:r>
            <a:r>
              <a:rPr dirty="0" sz="2000" spc="-20">
                <a:latin typeface="Arial"/>
                <a:cs typeface="Arial"/>
              </a:rPr>
              <a:t>axis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0" name="object 10" descr="텍스트, 전자기기, 회로이(가) 표시된 사진  자동 생성된 설명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56740" y="5028963"/>
            <a:ext cx="2147969" cy="119048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952125" y="6206614"/>
            <a:ext cx="10744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Arial"/>
                <a:cs typeface="Arial"/>
              </a:rPr>
              <a:t>Arduino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9902" y="2204732"/>
            <a:ext cx="5117465" cy="2773045"/>
            <a:chOff x="239902" y="2204732"/>
            <a:chExt cx="5117465" cy="2773045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30614" y="2204732"/>
              <a:ext cx="923147" cy="137702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01085" y="3070407"/>
              <a:ext cx="1605540" cy="182973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238438" y="2937776"/>
              <a:ext cx="1682114" cy="2007235"/>
            </a:xfrm>
            <a:custGeom>
              <a:avLst/>
              <a:gdLst/>
              <a:ahLst/>
              <a:cxnLst/>
              <a:rect l="l" t="t" r="r" b="b"/>
              <a:pathLst>
                <a:path w="1682114" h="2007235">
                  <a:moveTo>
                    <a:pt x="0" y="0"/>
                  </a:moveTo>
                  <a:lnTo>
                    <a:pt x="1682102" y="0"/>
                  </a:lnTo>
                  <a:lnTo>
                    <a:pt x="1682102" y="2006714"/>
                  </a:lnTo>
                  <a:lnTo>
                    <a:pt x="0" y="200671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439332" y="3004206"/>
              <a:ext cx="706755" cy="621665"/>
            </a:xfrm>
            <a:custGeom>
              <a:avLst/>
              <a:gdLst/>
              <a:ahLst/>
              <a:cxnLst/>
              <a:rect l="l" t="t" r="r" b="b"/>
              <a:pathLst>
                <a:path w="706754" h="621664">
                  <a:moveTo>
                    <a:pt x="706513" y="0"/>
                  </a:moveTo>
                  <a:lnTo>
                    <a:pt x="658007" y="3181"/>
                  </a:lnTo>
                  <a:lnTo>
                    <a:pt x="610176" y="12364"/>
                  </a:lnTo>
                  <a:lnTo>
                    <a:pt x="563696" y="27001"/>
                  </a:lnTo>
                  <a:lnTo>
                    <a:pt x="519241" y="46547"/>
                  </a:lnTo>
                  <a:lnTo>
                    <a:pt x="477487" y="70457"/>
                  </a:lnTo>
                  <a:lnTo>
                    <a:pt x="439110" y="98185"/>
                  </a:lnTo>
                  <a:lnTo>
                    <a:pt x="404784" y="129185"/>
                  </a:lnTo>
                  <a:lnTo>
                    <a:pt x="375185" y="162913"/>
                  </a:lnTo>
                  <a:lnTo>
                    <a:pt x="350988" y="198823"/>
                  </a:lnTo>
                  <a:lnTo>
                    <a:pt x="332869" y="236368"/>
                  </a:lnTo>
                  <a:lnTo>
                    <a:pt x="321502" y="275004"/>
                  </a:lnTo>
                  <a:lnTo>
                    <a:pt x="317563" y="314185"/>
                  </a:lnTo>
                  <a:lnTo>
                    <a:pt x="313207" y="355410"/>
                  </a:lnTo>
                  <a:lnTo>
                    <a:pt x="300663" y="396000"/>
                  </a:lnTo>
                  <a:lnTo>
                    <a:pt x="280718" y="435319"/>
                  </a:lnTo>
                  <a:lnTo>
                    <a:pt x="254160" y="472731"/>
                  </a:lnTo>
                  <a:lnTo>
                    <a:pt x="221775" y="507599"/>
                  </a:lnTo>
                  <a:lnTo>
                    <a:pt x="184350" y="539289"/>
                  </a:lnTo>
                  <a:lnTo>
                    <a:pt x="142674" y="567164"/>
                  </a:lnTo>
                  <a:lnTo>
                    <a:pt x="97532" y="590587"/>
                  </a:lnTo>
                  <a:lnTo>
                    <a:pt x="49711" y="608924"/>
                  </a:lnTo>
                  <a:lnTo>
                    <a:pt x="0" y="621538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367943" y="3581741"/>
              <a:ext cx="89535" cy="85725"/>
            </a:xfrm>
            <a:custGeom>
              <a:avLst/>
              <a:gdLst/>
              <a:ahLst/>
              <a:cxnLst/>
              <a:rect l="l" t="t" r="r" b="b"/>
              <a:pathLst>
                <a:path w="89535" h="85725">
                  <a:moveTo>
                    <a:pt x="81241" y="0"/>
                  </a:moveTo>
                  <a:lnTo>
                    <a:pt x="0" y="50838"/>
                  </a:lnTo>
                  <a:lnTo>
                    <a:pt x="89420" y="85331"/>
                  </a:lnTo>
                  <a:lnTo>
                    <a:pt x="8124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880427" y="4164566"/>
              <a:ext cx="198120" cy="294005"/>
            </a:xfrm>
            <a:custGeom>
              <a:avLst/>
              <a:gdLst/>
              <a:ahLst/>
              <a:cxnLst/>
              <a:rect l="l" t="t" r="r" b="b"/>
              <a:pathLst>
                <a:path w="198119" h="294004">
                  <a:moveTo>
                    <a:pt x="128625" y="0"/>
                  </a:moveTo>
                  <a:lnTo>
                    <a:pt x="51079" y="73456"/>
                  </a:lnTo>
                  <a:lnTo>
                    <a:pt x="87807" y="73456"/>
                  </a:lnTo>
                  <a:lnTo>
                    <a:pt x="78499" y="130582"/>
                  </a:lnTo>
                  <a:lnTo>
                    <a:pt x="64479" y="181341"/>
                  </a:lnTo>
                  <a:lnTo>
                    <a:pt x="46334" y="224352"/>
                  </a:lnTo>
                  <a:lnTo>
                    <a:pt x="24646" y="258231"/>
                  </a:lnTo>
                  <a:lnTo>
                    <a:pt x="0" y="281597"/>
                  </a:lnTo>
                  <a:lnTo>
                    <a:pt x="4572" y="284505"/>
                  </a:lnTo>
                  <a:lnTo>
                    <a:pt x="33977" y="293832"/>
                  </a:lnTo>
                  <a:lnTo>
                    <a:pt x="62610" y="287889"/>
                  </a:lnTo>
                  <a:lnTo>
                    <a:pt x="89530" y="267942"/>
                  </a:lnTo>
                  <a:lnTo>
                    <a:pt x="113796" y="235259"/>
                  </a:lnTo>
                  <a:lnTo>
                    <a:pt x="134467" y="191106"/>
                  </a:lnTo>
                  <a:lnTo>
                    <a:pt x="150604" y="136749"/>
                  </a:lnTo>
                  <a:lnTo>
                    <a:pt x="161264" y="73456"/>
                  </a:lnTo>
                  <a:lnTo>
                    <a:pt x="198005" y="73456"/>
                  </a:lnTo>
                  <a:lnTo>
                    <a:pt x="128625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715077" y="4164571"/>
              <a:ext cx="202565" cy="294005"/>
            </a:xfrm>
            <a:custGeom>
              <a:avLst/>
              <a:gdLst/>
              <a:ahLst/>
              <a:cxnLst/>
              <a:rect l="l" t="t" r="r" b="b"/>
              <a:pathLst>
                <a:path w="202564" h="294004">
                  <a:moveTo>
                    <a:pt x="73456" y="0"/>
                  </a:moveTo>
                  <a:lnTo>
                    <a:pt x="0" y="0"/>
                  </a:lnTo>
                  <a:lnTo>
                    <a:pt x="3397" y="67369"/>
                  </a:lnTo>
                  <a:lnTo>
                    <a:pt x="13074" y="129214"/>
                  </a:lnTo>
                  <a:lnTo>
                    <a:pt x="28259" y="183770"/>
                  </a:lnTo>
                  <a:lnTo>
                    <a:pt x="48179" y="229274"/>
                  </a:lnTo>
                  <a:lnTo>
                    <a:pt x="72062" y="263960"/>
                  </a:lnTo>
                  <a:lnTo>
                    <a:pt x="128625" y="293827"/>
                  </a:lnTo>
                  <a:lnTo>
                    <a:pt x="202082" y="293827"/>
                  </a:lnTo>
                  <a:lnTo>
                    <a:pt x="172591" y="286066"/>
                  </a:lnTo>
                  <a:lnTo>
                    <a:pt x="145519" y="263960"/>
                  </a:lnTo>
                  <a:lnTo>
                    <a:pt x="121636" y="229274"/>
                  </a:lnTo>
                  <a:lnTo>
                    <a:pt x="101716" y="183770"/>
                  </a:lnTo>
                  <a:lnTo>
                    <a:pt x="86531" y="129214"/>
                  </a:lnTo>
                  <a:lnTo>
                    <a:pt x="76854" y="67369"/>
                  </a:lnTo>
                  <a:lnTo>
                    <a:pt x="73456" y="0"/>
                  </a:lnTo>
                  <a:close/>
                </a:path>
              </a:pathLst>
            </a:custGeom>
            <a:solidFill>
              <a:srgbClr val="00CD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715078" y="4164566"/>
              <a:ext cx="363855" cy="294005"/>
            </a:xfrm>
            <a:custGeom>
              <a:avLst/>
              <a:gdLst/>
              <a:ahLst/>
              <a:cxnLst/>
              <a:rect l="l" t="t" r="r" b="b"/>
              <a:pathLst>
                <a:path w="363855" h="294004">
                  <a:moveTo>
                    <a:pt x="165354" y="281597"/>
                  </a:moveTo>
                  <a:lnTo>
                    <a:pt x="211684" y="224352"/>
                  </a:lnTo>
                  <a:lnTo>
                    <a:pt x="229828" y="181341"/>
                  </a:lnTo>
                  <a:lnTo>
                    <a:pt x="243848" y="130582"/>
                  </a:lnTo>
                  <a:lnTo>
                    <a:pt x="253161" y="73456"/>
                  </a:lnTo>
                  <a:lnTo>
                    <a:pt x="216433" y="73456"/>
                  </a:lnTo>
                  <a:lnTo>
                    <a:pt x="293979" y="0"/>
                  </a:lnTo>
                  <a:lnTo>
                    <a:pt x="363347" y="73456"/>
                  </a:lnTo>
                  <a:lnTo>
                    <a:pt x="326618" y="73456"/>
                  </a:lnTo>
                  <a:lnTo>
                    <a:pt x="316377" y="134825"/>
                  </a:lnTo>
                  <a:lnTo>
                    <a:pt x="300850" y="188247"/>
                  </a:lnTo>
                  <a:lnTo>
                    <a:pt x="280847" y="232290"/>
                  </a:lnTo>
                  <a:lnTo>
                    <a:pt x="257178" y="265523"/>
                  </a:lnTo>
                  <a:lnTo>
                    <a:pt x="202082" y="293827"/>
                  </a:lnTo>
                  <a:lnTo>
                    <a:pt x="128625" y="293827"/>
                  </a:lnTo>
                  <a:lnTo>
                    <a:pt x="72062" y="263963"/>
                  </a:lnTo>
                  <a:lnTo>
                    <a:pt x="48179" y="229278"/>
                  </a:lnTo>
                  <a:lnTo>
                    <a:pt x="28259" y="183775"/>
                  </a:lnTo>
                  <a:lnTo>
                    <a:pt x="13074" y="129219"/>
                  </a:lnTo>
                  <a:lnTo>
                    <a:pt x="3397" y="67373"/>
                  </a:lnTo>
                  <a:lnTo>
                    <a:pt x="0" y="0"/>
                  </a:lnTo>
                  <a:lnTo>
                    <a:pt x="73456" y="0"/>
                  </a:lnTo>
                  <a:lnTo>
                    <a:pt x="76854" y="67373"/>
                  </a:lnTo>
                  <a:lnTo>
                    <a:pt x="86531" y="129219"/>
                  </a:lnTo>
                  <a:lnTo>
                    <a:pt x="101716" y="183775"/>
                  </a:lnTo>
                  <a:lnTo>
                    <a:pt x="121636" y="229278"/>
                  </a:lnTo>
                  <a:lnTo>
                    <a:pt x="145519" y="263963"/>
                  </a:lnTo>
                  <a:lnTo>
                    <a:pt x="172591" y="286067"/>
                  </a:lnTo>
                  <a:lnTo>
                    <a:pt x="202082" y="293827"/>
                  </a:lnTo>
                </a:path>
              </a:pathLst>
            </a:custGeom>
            <a:ln w="12700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912684" y="3632584"/>
              <a:ext cx="1374775" cy="1280795"/>
            </a:xfrm>
            <a:custGeom>
              <a:avLst/>
              <a:gdLst/>
              <a:ahLst/>
              <a:cxnLst/>
              <a:rect l="l" t="t" r="r" b="b"/>
              <a:pathLst>
                <a:path w="1374775" h="1280795">
                  <a:moveTo>
                    <a:pt x="0" y="0"/>
                  </a:moveTo>
                  <a:lnTo>
                    <a:pt x="1374355" y="1280185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234148" y="4857962"/>
              <a:ext cx="123189" cy="120014"/>
            </a:xfrm>
            <a:custGeom>
              <a:avLst/>
              <a:gdLst/>
              <a:ahLst/>
              <a:cxnLst/>
              <a:rect l="l" t="t" r="r" b="b"/>
              <a:pathLst>
                <a:path w="123189" h="120014">
                  <a:moveTo>
                    <a:pt x="77914" y="0"/>
                  </a:moveTo>
                  <a:lnTo>
                    <a:pt x="0" y="83629"/>
                  </a:lnTo>
                  <a:lnTo>
                    <a:pt x="122593" y="119722"/>
                  </a:lnTo>
                  <a:lnTo>
                    <a:pt x="7791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타이어, 바퀴, 차량, 육상 차량이(가) 표시된 사진  자동 생성된 설명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9902" y="3088601"/>
              <a:ext cx="1684985" cy="152163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54367" y="3606482"/>
              <a:ext cx="450215" cy="558165"/>
            </a:xfrm>
            <a:custGeom>
              <a:avLst/>
              <a:gdLst/>
              <a:ahLst/>
              <a:cxnLst/>
              <a:rect l="l" t="t" r="r" b="b"/>
              <a:pathLst>
                <a:path w="450215" h="558164">
                  <a:moveTo>
                    <a:pt x="0" y="0"/>
                  </a:moveTo>
                  <a:lnTo>
                    <a:pt x="449846" y="0"/>
                  </a:lnTo>
                  <a:lnTo>
                    <a:pt x="449846" y="558088"/>
                  </a:lnTo>
                  <a:lnTo>
                    <a:pt x="0" y="558088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079719" y="2942529"/>
              <a:ext cx="1163955" cy="1997710"/>
            </a:xfrm>
            <a:custGeom>
              <a:avLst/>
              <a:gdLst/>
              <a:ahLst/>
              <a:cxnLst/>
              <a:rect l="l" t="t" r="r" b="b"/>
              <a:pathLst>
                <a:path w="1163955" h="1997710">
                  <a:moveTo>
                    <a:pt x="1153627" y="0"/>
                  </a:moveTo>
                  <a:lnTo>
                    <a:pt x="1109415" y="29028"/>
                  </a:lnTo>
                  <a:lnTo>
                    <a:pt x="1065167" y="57350"/>
                  </a:lnTo>
                  <a:lnTo>
                    <a:pt x="1020886" y="85025"/>
                  </a:lnTo>
                  <a:lnTo>
                    <a:pt x="976575" y="112110"/>
                  </a:lnTo>
                  <a:lnTo>
                    <a:pt x="932237" y="138666"/>
                  </a:lnTo>
                  <a:lnTo>
                    <a:pt x="887875" y="164751"/>
                  </a:lnTo>
                  <a:lnTo>
                    <a:pt x="843492" y="190423"/>
                  </a:lnTo>
                  <a:lnTo>
                    <a:pt x="799090" y="215743"/>
                  </a:lnTo>
                  <a:lnTo>
                    <a:pt x="710246" y="265557"/>
                  </a:lnTo>
                  <a:lnTo>
                    <a:pt x="443594" y="412644"/>
                  </a:lnTo>
                  <a:lnTo>
                    <a:pt x="354750" y="462457"/>
                  </a:lnTo>
                  <a:lnTo>
                    <a:pt x="310349" y="487776"/>
                  </a:lnTo>
                  <a:lnTo>
                    <a:pt x="265966" y="513448"/>
                  </a:lnTo>
                  <a:lnTo>
                    <a:pt x="221603" y="539532"/>
                  </a:lnTo>
                  <a:lnTo>
                    <a:pt x="177265" y="566086"/>
                  </a:lnTo>
                  <a:lnTo>
                    <a:pt x="132954" y="593171"/>
                  </a:lnTo>
                  <a:lnTo>
                    <a:pt x="88673" y="620844"/>
                  </a:lnTo>
                  <a:lnTo>
                    <a:pt x="44425" y="649165"/>
                  </a:lnTo>
                  <a:lnTo>
                    <a:pt x="213" y="678192"/>
                  </a:lnTo>
                  <a:lnTo>
                    <a:pt x="0" y="799741"/>
                  </a:lnTo>
                  <a:lnTo>
                    <a:pt x="1468" y="1071272"/>
                  </a:lnTo>
                  <a:lnTo>
                    <a:pt x="1254" y="1192822"/>
                  </a:lnTo>
                  <a:lnTo>
                    <a:pt x="1163406" y="1997189"/>
                  </a:lnTo>
                  <a:lnTo>
                    <a:pt x="1163467" y="1947939"/>
                  </a:lnTo>
                  <a:lnTo>
                    <a:pt x="1162891" y="1646527"/>
                  </a:lnTo>
                  <a:lnTo>
                    <a:pt x="1154143" y="350666"/>
                  </a:lnTo>
                  <a:lnTo>
                    <a:pt x="1153627" y="0"/>
                  </a:lnTo>
                  <a:close/>
                </a:path>
              </a:pathLst>
            </a:custGeom>
            <a:solidFill>
              <a:srgbClr val="FF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079719" y="2942529"/>
              <a:ext cx="1163955" cy="1997710"/>
            </a:xfrm>
            <a:custGeom>
              <a:avLst/>
              <a:gdLst/>
              <a:ahLst/>
              <a:cxnLst/>
              <a:rect l="l" t="t" r="r" b="b"/>
              <a:pathLst>
                <a:path w="1163955" h="1997710">
                  <a:moveTo>
                    <a:pt x="213" y="678192"/>
                  </a:moveTo>
                  <a:lnTo>
                    <a:pt x="44425" y="649165"/>
                  </a:lnTo>
                  <a:lnTo>
                    <a:pt x="88673" y="620844"/>
                  </a:lnTo>
                  <a:lnTo>
                    <a:pt x="132954" y="593171"/>
                  </a:lnTo>
                  <a:lnTo>
                    <a:pt x="177265" y="566086"/>
                  </a:lnTo>
                  <a:lnTo>
                    <a:pt x="221603" y="539532"/>
                  </a:lnTo>
                  <a:lnTo>
                    <a:pt x="265966" y="513448"/>
                  </a:lnTo>
                  <a:lnTo>
                    <a:pt x="310349" y="487776"/>
                  </a:lnTo>
                  <a:lnTo>
                    <a:pt x="354750" y="462457"/>
                  </a:lnTo>
                  <a:lnTo>
                    <a:pt x="399166" y="437433"/>
                  </a:lnTo>
                  <a:lnTo>
                    <a:pt x="443594" y="412644"/>
                  </a:lnTo>
                  <a:lnTo>
                    <a:pt x="488031" y="388031"/>
                  </a:lnTo>
                  <a:lnTo>
                    <a:pt x="532474" y="363537"/>
                  </a:lnTo>
                  <a:lnTo>
                    <a:pt x="576920" y="339101"/>
                  </a:lnTo>
                  <a:lnTo>
                    <a:pt x="621366" y="314665"/>
                  </a:lnTo>
                  <a:lnTo>
                    <a:pt x="665809" y="290170"/>
                  </a:lnTo>
                  <a:lnTo>
                    <a:pt x="710246" y="265557"/>
                  </a:lnTo>
                  <a:lnTo>
                    <a:pt x="754674" y="240768"/>
                  </a:lnTo>
                  <a:lnTo>
                    <a:pt x="799090" y="215743"/>
                  </a:lnTo>
                  <a:lnTo>
                    <a:pt x="843492" y="190423"/>
                  </a:lnTo>
                  <a:lnTo>
                    <a:pt x="887875" y="164751"/>
                  </a:lnTo>
                  <a:lnTo>
                    <a:pt x="932237" y="138666"/>
                  </a:lnTo>
                  <a:lnTo>
                    <a:pt x="976575" y="112110"/>
                  </a:lnTo>
                  <a:lnTo>
                    <a:pt x="1020886" y="85025"/>
                  </a:lnTo>
                  <a:lnTo>
                    <a:pt x="1065167" y="57350"/>
                  </a:lnTo>
                  <a:lnTo>
                    <a:pt x="1109415" y="29028"/>
                  </a:lnTo>
                  <a:lnTo>
                    <a:pt x="1153627" y="0"/>
                  </a:lnTo>
                  <a:lnTo>
                    <a:pt x="1153567" y="49250"/>
                  </a:lnTo>
                  <a:lnTo>
                    <a:pt x="1153555" y="98810"/>
                  </a:lnTo>
                  <a:lnTo>
                    <a:pt x="1153590" y="148663"/>
                  </a:lnTo>
                  <a:lnTo>
                    <a:pt x="1153669" y="198792"/>
                  </a:lnTo>
                  <a:lnTo>
                    <a:pt x="1153789" y="249180"/>
                  </a:lnTo>
                  <a:lnTo>
                    <a:pt x="1153948" y="299810"/>
                  </a:lnTo>
                  <a:lnTo>
                    <a:pt x="1154143" y="350666"/>
                  </a:lnTo>
                  <a:lnTo>
                    <a:pt x="1154370" y="401732"/>
                  </a:lnTo>
                  <a:lnTo>
                    <a:pt x="1154629" y="452989"/>
                  </a:lnTo>
                  <a:lnTo>
                    <a:pt x="1154915" y="504423"/>
                  </a:lnTo>
                  <a:lnTo>
                    <a:pt x="1155226" y="556015"/>
                  </a:lnTo>
                  <a:lnTo>
                    <a:pt x="1155560" y="607749"/>
                  </a:lnTo>
                  <a:lnTo>
                    <a:pt x="1155914" y="659609"/>
                  </a:lnTo>
                  <a:lnTo>
                    <a:pt x="1156285" y="711577"/>
                  </a:lnTo>
                  <a:lnTo>
                    <a:pt x="1156671" y="763638"/>
                  </a:lnTo>
                  <a:lnTo>
                    <a:pt x="1157069" y="815773"/>
                  </a:lnTo>
                  <a:lnTo>
                    <a:pt x="1157476" y="867967"/>
                  </a:lnTo>
                  <a:lnTo>
                    <a:pt x="1157889" y="920203"/>
                  </a:lnTo>
                  <a:lnTo>
                    <a:pt x="1158307" y="972464"/>
                  </a:lnTo>
                  <a:lnTo>
                    <a:pt x="1158726" y="1024734"/>
                  </a:lnTo>
                  <a:lnTo>
                    <a:pt x="1159144" y="1076995"/>
                  </a:lnTo>
                  <a:lnTo>
                    <a:pt x="1159557" y="1129230"/>
                  </a:lnTo>
                  <a:lnTo>
                    <a:pt x="1159964" y="1181424"/>
                  </a:lnTo>
                  <a:lnTo>
                    <a:pt x="1160362" y="1233560"/>
                  </a:lnTo>
                  <a:lnTo>
                    <a:pt x="1160748" y="1285620"/>
                  </a:lnTo>
                  <a:lnTo>
                    <a:pt x="1161119" y="1337588"/>
                  </a:lnTo>
                  <a:lnTo>
                    <a:pt x="1161473" y="1389447"/>
                  </a:lnTo>
                  <a:lnTo>
                    <a:pt x="1161807" y="1441181"/>
                  </a:lnTo>
                  <a:lnTo>
                    <a:pt x="1162118" y="1492773"/>
                  </a:lnTo>
                  <a:lnTo>
                    <a:pt x="1162405" y="1544206"/>
                  </a:lnTo>
                  <a:lnTo>
                    <a:pt x="1162663" y="1595463"/>
                  </a:lnTo>
                  <a:lnTo>
                    <a:pt x="1162891" y="1646527"/>
                  </a:lnTo>
                  <a:lnTo>
                    <a:pt x="1163085" y="1697383"/>
                  </a:lnTo>
                  <a:lnTo>
                    <a:pt x="1163244" y="1748013"/>
                  </a:lnTo>
                  <a:lnTo>
                    <a:pt x="1163364" y="1798400"/>
                  </a:lnTo>
                  <a:lnTo>
                    <a:pt x="1163443" y="1848528"/>
                  </a:lnTo>
                  <a:lnTo>
                    <a:pt x="1163478" y="1898380"/>
                  </a:lnTo>
                  <a:lnTo>
                    <a:pt x="1163467" y="1947939"/>
                  </a:lnTo>
                  <a:lnTo>
                    <a:pt x="1163406" y="1997189"/>
                  </a:lnTo>
                  <a:lnTo>
                    <a:pt x="1254" y="1192822"/>
                  </a:lnTo>
                  <a:lnTo>
                    <a:pt x="1467" y="1127391"/>
                  </a:lnTo>
                  <a:lnTo>
                    <a:pt x="1468" y="1071272"/>
                  </a:lnTo>
                  <a:lnTo>
                    <a:pt x="1311" y="1022137"/>
                  </a:lnTo>
                  <a:lnTo>
                    <a:pt x="1049" y="977658"/>
                  </a:lnTo>
                  <a:lnTo>
                    <a:pt x="734" y="935507"/>
                  </a:lnTo>
                  <a:lnTo>
                    <a:pt x="419" y="893356"/>
                  </a:lnTo>
                  <a:lnTo>
                    <a:pt x="156" y="848876"/>
                  </a:lnTo>
                  <a:lnTo>
                    <a:pt x="0" y="799741"/>
                  </a:lnTo>
                  <a:lnTo>
                    <a:pt x="1" y="743623"/>
                  </a:lnTo>
                  <a:lnTo>
                    <a:pt x="213" y="678192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954045" y="4559515"/>
              <a:ext cx="1043940" cy="200025"/>
            </a:xfrm>
            <a:custGeom>
              <a:avLst/>
              <a:gdLst/>
              <a:ahLst/>
              <a:cxnLst/>
              <a:rect l="l" t="t" r="r" b="b"/>
              <a:pathLst>
                <a:path w="1043939" h="200025">
                  <a:moveTo>
                    <a:pt x="1043940" y="0"/>
                  </a:moveTo>
                  <a:lnTo>
                    <a:pt x="0" y="0"/>
                  </a:lnTo>
                  <a:lnTo>
                    <a:pt x="0" y="199644"/>
                  </a:lnTo>
                  <a:lnTo>
                    <a:pt x="1043940" y="199644"/>
                  </a:lnTo>
                  <a:lnTo>
                    <a:pt x="10439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2941351" y="3910921"/>
            <a:ext cx="4535170" cy="855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41475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Current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Steering: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Straight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Handle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shaft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156737" y="4772875"/>
            <a:ext cx="607060" cy="200025"/>
          </a:xfrm>
          <a:prstGeom prst="rect">
            <a:avLst/>
          </a:prstGeom>
          <a:solidFill>
            <a:srgbClr val="00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30"/>
              </a:lnSpc>
            </a:pPr>
            <a:r>
              <a:rPr dirty="0" sz="1400" spc="-10">
                <a:latin typeface="Arial"/>
                <a:cs typeface="Arial"/>
              </a:rPr>
              <a:t>rotation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260879" y="2966240"/>
            <a:ext cx="1652270" cy="1940560"/>
            <a:chOff x="2260879" y="2966240"/>
            <a:chExt cx="1652270" cy="1940560"/>
          </a:xfrm>
        </p:grpSpPr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05276" y="2966240"/>
              <a:ext cx="496984" cy="25620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88069" y="3361143"/>
              <a:ext cx="510726" cy="25620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60879" y="4109605"/>
              <a:ext cx="439356" cy="35954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22840" y="3153476"/>
              <a:ext cx="219646" cy="25620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12496" y="4347616"/>
              <a:ext cx="320440" cy="18986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82238" y="3667353"/>
              <a:ext cx="330445" cy="25621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21977" y="3819829"/>
              <a:ext cx="135795" cy="25620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03322" y="4827335"/>
              <a:ext cx="479189" cy="7889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79496" y="4109605"/>
              <a:ext cx="251236" cy="134783"/>
            </a:xfrm>
            <a:prstGeom prst="rect">
              <a:avLst/>
            </a:prstGeom>
          </p:spPr>
        </p:pic>
      </p:grpSp>
      <p:pic>
        <p:nvPicPr>
          <p:cNvPr id="40" name="object 4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168058" y="1409458"/>
            <a:ext cx="3590211" cy="3318833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9650920" y="1487830"/>
            <a:ext cx="1097280" cy="374650"/>
          </a:xfrm>
          <a:prstGeom prst="rect">
            <a:avLst/>
          </a:prstGeom>
          <a:ln w="12700">
            <a:solidFill>
              <a:srgbClr val="585858"/>
            </a:solidFill>
          </a:ln>
        </p:spPr>
        <p:txBody>
          <a:bodyPr wrap="square" lIns="0" tIns="74930" rIns="0" bIns="0" rtlCol="0" vert="horz">
            <a:spAutoFit/>
          </a:bodyPr>
          <a:lstStyle/>
          <a:p>
            <a:pPr marL="350520">
              <a:lnSpc>
                <a:spcPct val="100000"/>
              </a:lnSpc>
              <a:spcBef>
                <a:spcPts val="590"/>
              </a:spcBef>
            </a:pPr>
            <a:r>
              <a:rPr dirty="0" sz="1400" spc="-10">
                <a:latin typeface="Arial"/>
                <a:cs typeface="Arial"/>
              </a:rPr>
              <a:t>Lidar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9328706" y="1867835"/>
            <a:ext cx="2223770" cy="1247775"/>
            <a:chOff x="9328706" y="1867835"/>
            <a:chExt cx="2223770" cy="1247775"/>
          </a:xfrm>
        </p:grpSpPr>
        <p:sp>
          <p:nvSpPr>
            <p:cNvPr id="43" name="object 43"/>
            <p:cNvSpPr/>
            <p:nvPr/>
          </p:nvSpPr>
          <p:spPr>
            <a:xfrm>
              <a:off x="9386942" y="1871010"/>
              <a:ext cx="576580" cy="250825"/>
            </a:xfrm>
            <a:custGeom>
              <a:avLst/>
              <a:gdLst/>
              <a:ahLst/>
              <a:cxnLst/>
              <a:rect l="l" t="t" r="r" b="b"/>
              <a:pathLst>
                <a:path w="576579" h="250825">
                  <a:moveTo>
                    <a:pt x="576224" y="0"/>
                  </a:moveTo>
                  <a:lnTo>
                    <a:pt x="0" y="250418"/>
                  </a:lnTo>
                </a:path>
              </a:pathLst>
            </a:custGeom>
            <a:ln w="6350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9328706" y="2081420"/>
              <a:ext cx="85090" cy="70485"/>
            </a:xfrm>
            <a:custGeom>
              <a:avLst/>
              <a:gdLst/>
              <a:ahLst/>
              <a:cxnLst/>
              <a:rect l="l" t="t" r="r" b="b"/>
              <a:pathLst>
                <a:path w="85090" h="70485">
                  <a:moveTo>
                    <a:pt x="54698" y="0"/>
                  </a:moveTo>
                  <a:lnTo>
                    <a:pt x="0" y="65316"/>
                  </a:lnTo>
                  <a:lnTo>
                    <a:pt x="85077" y="69888"/>
                  </a:lnTo>
                  <a:lnTo>
                    <a:pt x="54698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480717" y="3018130"/>
              <a:ext cx="71266" cy="97405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9716681" y="1980831"/>
            <a:ext cx="1256030" cy="18097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50"/>
              </a:spcBef>
            </a:pPr>
            <a:r>
              <a:rPr dirty="0" sz="1050" b="1">
                <a:latin typeface="맑은 고딕"/>
                <a:cs typeface="맑은 고딕"/>
              </a:rPr>
              <a:t>각도별</a:t>
            </a:r>
            <a:r>
              <a:rPr dirty="0" sz="1050" spc="-110" b="1">
                <a:latin typeface="맑은 고딕"/>
                <a:cs typeface="맑은 고딕"/>
              </a:rPr>
              <a:t> </a:t>
            </a:r>
            <a:r>
              <a:rPr dirty="0" sz="1050" b="1">
                <a:latin typeface="맑은 고딕"/>
                <a:cs typeface="맑은 고딕"/>
              </a:rPr>
              <a:t>거리</a:t>
            </a:r>
            <a:r>
              <a:rPr dirty="0" sz="1050" spc="-95" b="1">
                <a:latin typeface="맑은 고딕"/>
                <a:cs typeface="맑은 고딕"/>
              </a:rPr>
              <a:t> </a:t>
            </a:r>
            <a:r>
              <a:rPr dirty="0" sz="1050" spc="-25" b="1">
                <a:latin typeface="맑은 고딕"/>
                <a:cs typeface="맑은 고딕"/>
              </a:rPr>
              <a:t>정보</a:t>
            </a:r>
            <a:endParaRPr sz="1050">
              <a:latin typeface="맑은 고딕"/>
              <a:cs typeface="맑은 고딕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8063157" y="2672916"/>
            <a:ext cx="3813175" cy="756285"/>
          </a:xfrm>
          <a:custGeom>
            <a:avLst/>
            <a:gdLst/>
            <a:ahLst/>
            <a:cxnLst/>
            <a:rect l="l" t="t" r="r" b="b"/>
            <a:pathLst>
              <a:path w="3813175" h="756285">
                <a:moveTo>
                  <a:pt x="0" y="378040"/>
                </a:moveTo>
                <a:lnTo>
                  <a:pt x="12825" y="333953"/>
                </a:lnTo>
                <a:lnTo>
                  <a:pt x="50348" y="291359"/>
                </a:lnTo>
                <a:lnTo>
                  <a:pt x="88377" y="263933"/>
                </a:lnTo>
                <a:lnTo>
                  <a:pt x="136324" y="237381"/>
                </a:lnTo>
                <a:lnTo>
                  <a:pt x="193763" y="211787"/>
                </a:lnTo>
                <a:lnTo>
                  <a:pt x="260272" y="187235"/>
                </a:lnTo>
                <a:lnTo>
                  <a:pt x="296795" y="175376"/>
                </a:lnTo>
                <a:lnTo>
                  <a:pt x="335427" y="163810"/>
                </a:lnTo>
                <a:lnTo>
                  <a:pt x="376114" y="152545"/>
                </a:lnTo>
                <a:lnTo>
                  <a:pt x="418803" y="141594"/>
                </a:lnTo>
                <a:lnTo>
                  <a:pt x="463442" y="130967"/>
                </a:lnTo>
                <a:lnTo>
                  <a:pt x="509978" y="120673"/>
                </a:lnTo>
                <a:lnTo>
                  <a:pt x="558357" y="110724"/>
                </a:lnTo>
                <a:lnTo>
                  <a:pt x="608526" y="101131"/>
                </a:lnTo>
                <a:lnTo>
                  <a:pt x="660433" y="91902"/>
                </a:lnTo>
                <a:lnTo>
                  <a:pt x="714025" y="83050"/>
                </a:lnTo>
                <a:lnTo>
                  <a:pt x="769248" y="74585"/>
                </a:lnTo>
                <a:lnTo>
                  <a:pt x="826050" y="66516"/>
                </a:lnTo>
                <a:lnTo>
                  <a:pt x="884377" y="58855"/>
                </a:lnTo>
                <a:lnTo>
                  <a:pt x="944178" y="51613"/>
                </a:lnTo>
                <a:lnTo>
                  <a:pt x="1005398" y="44799"/>
                </a:lnTo>
                <a:lnTo>
                  <a:pt x="1067984" y="38424"/>
                </a:lnTo>
                <a:lnTo>
                  <a:pt x="1131885" y="32498"/>
                </a:lnTo>
                <a:lnTo>
                  <a:pt x="1197046" y="27033"/>
                </a:lnTo>
                <a:lnTo>
                  <a:pt x="1263415" y="22039"/>
                </a:lnTo>
                <a:lnTo>
                  <a:pt x="1330939" y="17525"/>
                </a:lnTo>
                <a:lnTo>
                  <a:pt x="1399564" y="13503"/>
                </a:lnTo>
                <a:lnTo>
                  <a:pt x="1469239" y="9984"/>
                </a:lnTo>
                <a:lnTo>
                  <a:pt x="1539909" y="6977"/>
                </a:lnTo>
                <a:lnTo>
                  <a:pt x="1611523" y="4493"/>
                </a:lnTo>
                <a:lnTo>
                  <a:pt x="1684026" y="2543"/>
                </a:lnTo>
                <a:lnTo>
                  <a:pt x="1757366" y="1137"/>
                </a:lnTo>
                <a:lnTo>
                  <a:pt x="1831490" y="286"/>
                </a:lnTo>
                <a:lnTo>
                  <a:pt x="1906346" y="0"/>
                </a:lnTo>
                <a:lnTo>
                  <a:pt x="1981201" y="286"/>
                </a:lnTo>
                <a:lnTo>
                  <a:pt x="2055325" y="1137"/>
                </a:lnTo>
                <a:lnTo>
                  <a:pt x="2128665" y="2543"/>
                </a:lnTo>
                <a:lnTo>
                  <a:pt x="2201168" y="4493"/>
                </a:lnTo>
                <a:lnTo>
                  <a:pt x="2272781" y="6977"/>
                </a:lnTo>
                <a:lnTo>
                  <a:pt x="2343452" y="9984"/>
                </a:lnTo>
                <a:lnTo>
                  <a:pt x="2413126" y="13503"/>
                </a:lnTo>
                <a:lnTo>
                  <a:pt x="2481751" y="17525"/>
                </a:lnTo>
                <a:lnTo>
                  <a:pt x="2549275" y="22039"/>
                </a:lnTo>
                <a:lnTo>
                  <a:pt x="2615644" y="27033"/>
                </a:lnTo>
                <a:lnTo>
                  <a:pt x="2680804" y="32498"/>
                </a:lnTo>
                <a:lnTo>
                  <a:pt x="2744705" y="38424"/>
                </a:lnTo>
                <a:lnTo>
                  <a:pt x="2807291" y="44799"/>
                </a:lnTo>
                <a:lnTo>
                  <a:pt x="2868510" y="51613"/>
                </a:lnTo>
                <a:lnTo>
                  <a:pt x="2928310" y="58855"/>
                </a:lnTo>
                <a:lnTo>
                  <a:pt x="2986637" y="66516"/>
                </a:lnTo>
                <a:lnTo>
                  <a:pt x="3043439" y="74585"/>
                </a:lnTo>
                <a:lnTo>
                  <a:pt x="3098662" y="83050"/>
                </a:lnTo>
                <a:lnTo>
                  <a:pt x="3152253" y="91902"/>
                </a:lnTo>
                <a:lnTo>
                  <a:pt x="3204159" y="101131"/>
                </a:lnTo>
                <a:lnTo>
                  <a:pt x="3254328" y="110724"/>
                </a:lnTo>
                <a:lnTo>
                  <a:pt x="3302707" y="120673"/>
                </a:lnTo>
                <a:lnTo>
                  <a:pt x="3349242" y="130967"/>
                </a:lnTo>
                <a:lnTo>
                  <a:pt x="3393880" y="141594"/>
                </a:lnTo>
                <a:lnTo>
                  <a:pt x="3436569" y="152545"/>
                </a:lnTo>
                <a:lnTo>
                  <a:pt x="3477256" y="163810"/>
                </a:lnTo>
                <a:lnTo>
                  <a:pt x="3515887" y="175376"/>
                </a:lnTo>
                <a:lnTo>
                  <a:pt x="3552410" y="187235"/>
                </a:lnTo>
                <a:lnTo>
                  <a:pt x="3618918" y="211787"/>
                </a:lnTo>
                <a:lnTo>
                  <a:pt x="3676357" y="237381"/>
                </a:lnTo>
                <a:lnTo>
                  <a:pt x="3724303" y="263933"/>
                </a:lnTo>
                <a:lnTo>
                  <a:pt x="3762332" y="291359"/>
                </a:lnTo>
                <a:lnTo>
                  <a:pt x="3790020" y="319575"/>
                </a:lnTo>
                <a:lnTo>
                  <a:pt x="3811237" y="363196"/>
                </a:lnTo>
                <a:lnTo>
                  <a:pt x="3812679" y="378040"/>
                </a:lnTo>
                <a:lnTo>
                  <a:pt x="3811237" y="392885"/>
                </a:lnTo>
                <a:lnTo>
                  <a:pt x="3790020" y="436506"/>
                </a:lnTo>
                <a:lnTo>
                  <a:pt x="3762332" y="464722"/>
                </a:lnTo>
                <a:lnTo>
                  <a:pt x="3724303" y="492148"/>
                </a:lnTo>
                <a:lnTo>
                  <a:pt x="3676357" y="518700"/>
                </a:lnTo>
                <a:lnTo>
                  <a:pt x="3618918" y="544294"/>
                </a:lnTo>
                <a:lnTo>
                  <a:pt x="3552410" y="568846"/>
                </a:lnTo>
                <a:lnTo>
                  <a:pt x="3515887" y="580704"/>
                </a:lnTo>
                <a:lnTo>
                  <a:pt x="3477256" y="592271"/>
                </a:lnTo>
                <a:lnTo>
                  <a:pt x="3436569" y="603535"/>
                </a:lnTo>
                <a:lnTo>
                  <a:pt x="3393880" y="614486"/>
                </a:lnTo>
                <a:lnTo>
                  <a:pt x="3349242" y="625114"/>
                </a:lnTo>
                <a:lnTo>
                  <a:pt x="3302707" y="635407"/>
                </a:lnTo>
                <a:lnTo>
                  <a:pt x="3254328" y="645356"/>
                </a:lnTo>
                <a:lnTo>
                  <a:pt x="3204159" y="654950"/>
                </a:lnTo>
                <a:lnTo>
                  <a:pt x="3152253" y="664178"/>
                </a:lnTo>
                <a:lnTo>
                  <a:pt x="3098662" y="673031"/>
                </a:lnTo>
                <a:lnTo>
                  <a:pt x="3043439" y="681496"/>
                </a:lnTo>
                <a:lnTo>
                  <a:pt x="2986637" y="689564"/>
                </a:lnTo>
                <a:lnTo>
                  <a:pt x="2928310" y="697225"/>
                </a:lnTo>
                <a:lnTo>
                  <a:pt x="2868510" y="704468"/>
                </a:lnTo>
                <a:lnTo>
                  <a:pt x="2807291" y="711282"/>
                </a:lnTo>
                <a:lnTo>
                  <a:pt x="2744705" y="717657"/>
                </a:lnTo>
                <a:lnTo>
                  <a:pt x="2680804" y="723582"/>
                </a:lnTo>
                <a:lnTo>
                  <a:pt x="2615644" y="729048"/>
                </a:lnTo>
                <a:lnTo>
                  <a:pt x="2549275" y="734042"/>
                </a:lnTo>
                <a:lnTo>
                  <a:pt x="2481751" y="738556"/>
                </a:lnTo>
                <a:lnTo>
                  <a:pt x="2413126" y="742577"/>
                </a:lnTo>
                <a:lnTo>
                  <a:pt x="2343452" y="746097"/>
                </a:lnTo>
                <a:lnTo>
                  <a:pt x="2272781" y="749104"/>
                </a:lnTo>
                <a:lnTo>
                  <a:pt x="2201168" y="751588"/>
                </a:lnTo>
                <a:lnTo>
                  <a:pt x="2128665" y="753538"/>
                </a:lnTo>
                <a:lnTo>
                  <a:pt x="2055325" y="754944"/>
                </a:lnTo>
                <a:lnTo>
                  <a:pt x="1981201" y="755795"/>
                </a:lnTo>
                <a:lnTo>
                  <a:pt x="1906346" y="756081"/>
                </a:lnTo>
                <a:lnTo>
                  <a:pt x="1831490" y="755795"/>
                </a:lnTo>
                <a:lnTo>
                  <a:pt x="1757366" y="754944"/>
                </a:lnTo>
                <a:lnTo>
                  <a:pt x="1684026" y="753538"/>
                </a:lnTo>
                <a:lnTo>
                  <a:pt x="1611523" y="751588"/>
                </a:lnTo>
                <a:lnTo>
                  <a:pt x="1539909" y="749104"/>
                </a:lnTo>
                <a:lnTo>
                  <a:pt x="1469239" y="746097"/>
                </a:lnTo>
                <a:lnTo>
                  <a:pt x="1399564" y="742577"/>
                </a:lnTo>
                <a:lnTo>
                  <a:pt x="1330939" y="738556"/>
                </a:lnTo>
                <a:lnTo>
                  <a:pt x="1263415" y="734042"/>
                </a:lnTo>
                <a:lnTo>
                  <a:pt x="1197046" y="729048"/>
                </a:lnTo>
                <a:lnTo>
                  <a:pt x="1131885" y="723582"/>
                </a:lnTo>
                <a:lnTo>
                  <a:pt x="1067984" y="717657"/>
                </a:lnTo>
                <a:lnTo>
                  <a:pt x="1005398" y="711282"/>
                </a:lnTo>
                <a:lnTo>
                  <a:pt x="944178" y="704468"/>
                </a:lnTo>
                <a:lnTo>
                  <a:pt x="884377" y="697225"/>
                </a:lnTo>
                <a:lnTo>
                  <a:pt x="826050" y="689564"/>
                </a:lnTo>
                <a:lnTo>
                  <a:pt x="769248" y="681496"/>
                </a:lnTo>
                <a:lnTo>
                  <a:pt x="714025" y="673031"/>
                </a:lnTo>
                <a:lnTo>
                  <a:pt x="660433" y="664178"/>
                </a:lnTo>
                <a:lnTo>
                  <a:pt x="608526" y="654950"/>
                </a:lnTo>
                <a:lnTo>
                  <a:pt x="558357" y="645356"/>
                </a:lnTo>
                <a:lnTo>
                  <a:pt x="509978" y="635407"/>
                </a:lnTo>
                <a:lnTo>
                  <a:pt x="463442" y="625114"/>
                </a:lnTo>
                <a:lnTo>
                  <a:pt x="418803" y="614486"/>
                </a:lnTo>
                <a:lnTo>
                  <a:pt x="376114" y="603535"/>
                </a:lnTo>
                <a:lnTo>
                  <a:pt x="335427" y="592271"/>
                </a:lnTo>
                <a:lnTo>
                  <a:pt x="296795" y="580704"/>
                </a:lnTo>
                <a:lnTo>
                  <a:pt x="260272" y="568846"/>
                </a:lnTo>
                <a:lnTo>
                  <a:pt x="193763" y="544294"/>
                </a:lnTo>
                <a:lnTo>
                  <a:pt x="136324" y="518700"/>
                </a:lnTo>
                <a:lnTo>
                  <a:pt x="88377" y="492148"/>
                </a:lnTo>
                <a:lnTo>
                  <a:pt x="50348" y="464722"/>
                </a:lnTo>
                <a:lnTo>
                  <a:pt x="22659" y="436506"/>
                </a:lnTo>
                <a:lnTo>
                  <a:pt x="1442" y="392885"/>
                </a:lnTo>
                <a:lnTo>
                  <a:pt x="0" y="378040"/>
                </a:lnTo>
                <a:close/>
              </a:path>
            </a:pathLst>
          </a:custGeom>
          <a:ln w="57150">
            <a:solidFill>
              <a:srgbClr val="00AF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53440" y="6575832"/>
            <a:ext cx="218909" cy="17067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0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8816" y="537705"/>
            <a:ext cx="5638545" cy="47651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1626"/>
            <a:ext cx="4878070" cy="14204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12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 spc="-10">
                <a:latin typeface="Arial"/>
                <a:cs typeface="Arial"/>
              </a:rPr>
              <a:t>Arduino</a:t>
            </a:r>
            <a:endParaRPr sz="24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140"/>
              </a:spcBef>
              <a:buSzPct val="130000"/>
              <a:buFont typeface="Arial"/>
              <a:buChar char="•"/>
              <a:tabLst>
                <a:tab pos="697865" algn="l"/>
              </a:tabLst>
            </a:pPr>
            <a:r>
              <a:rPr dirty="0" sz="2000">
                <a:latin typeface="맑은 고딕"/>
                <a:cs typeface="맑은 고딕"/>
              </a:rPr>
              <a:t>PC로부터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속도</a:t>
            </a:r>
            <a:r>
              <a:rPr dirty="0" sz="2000" spc="-1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제어명령</a:t>
            </a:r>
            <a:r>
              <a:rPr dirty="0" sz="2000" spc="-20">
                <a:latin typeface="맑은 고딕"/>
                <a:cs typeface="맑은 고딕"/>
              </a:rPr>
              <a:t> </a:t>
            </a:r>
            <a:r>
              <a:rPr dirty="0" sz="2000" spc="-25">
                <a:latin typeface="맑은 고딕"/>
                <a:cs typeface="맑은 고딕"/>
              </a:rPr>
              <a:t>받음</a:t>
            </a:r>
            <a:endParaRPr sz="2000">
              <a:latin typeface="맑은 고딕"/>
              <a:cs typeface="맑은 고딕"/>
            </a:endParaRPr>
          </a:p>
          <a:p>
            <a:pPr lvl="1" marL="697865" indent="-228600">
              <a:lnSpc>
                <a:spcPct val="100000"/>
              </a:lnSpc>
              <a:spcBef>
                <a:spcPts val="260"/>
              </a:spcBef>
              <a:buSzPct val="130000"/>
              <a:buFont typeface="Arial"/>
              <a:buChar char="•"/>
              <a:tabLst>
                <a:tab pos="697865" algn="l"/>
              </a:tabLst>
            </a:pPr>
            <a:r>
              <a:rPr dirty="0" sz="2000">
                <a:latin typeface="맑은 고딕"/>
                <a:cs typeface="맑은 고딕"/>
              </a:rPr>
              <a:t>PC로부터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조향</a:t>
            </a:r>
            <a:r>
              <a:rPr dirty="0" sz="2000" spc="-1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제어명령</a:t>
            </a:r>
            <a:r>
              <a:rPr dirty="0" sz="2000" spc="-20">
                <a:latin typeface="맑은 고딕"/>
                <a:cs typeface="맑은 고딕"/>
              </a:rPr>
              <a:t> </a:t>
            </a:r>
            <a:r>
              <a:rPr dirty="0" sz="2000" spc="-25">
                <a:latin typeface="맑은 고딕"/>
                <a:cs typeface="맑은 고딕"/>
              </a:rPr>
              <a:t>받음</a:t>
            </a:r>
            <a:endParaRPr sz="2000">
              <a:latin typeface="맑은 고딕"/>
              <a:cs typeface="맑은 고딕"/>
            </a:endParaRPr>
          </a:p>
          <a:p>
            <a:pPr lvl="1" marL="697865" indent="-228600">
              <a:lnSpc>
                <a:spcPct val="100000"/>
              </a:lnSpc>
              <a:spcBef>
                <a:spcPts val="244"/>
              </a:spcBef>
              <a:buSzPct val="130000"/>
              <a:buFont typeface="Arial"/>
              <a:buChar char="•"/>
              <a:tabLst>
                <a:tab pos="697865" algn="l"/>
              </a:tabLst>
            </a:pPr>
            <a:r>
              <a:rPr dirty="0" sz="2000">
                <a:latin typeface="맑은 고딕"/>
                <a:cs typeface="맑은 고딕"/>
              </a:rPr>
              <a:t>가변저항으로부터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현재</a:t>
            </a:r>
            <a:r>
              <a:rPr dirty="0" sz="2000" spc="-2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조향</a:t>
            </a:r>
            <a:r>
              <a:rPr dirty="0" sz="2000" spc="-1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값</a:t>
            </a:r>
            <a:r>
              <a:rPr dirty="0" sz="2000" spc="-10">
                <a:latin typeface="맑은 고딕"/>
                <a:cs typeface="맑은 고딕"/>
              </a:rPr>
              <a:t> </a:t>
            </a:r>
            <a:r>
              <a:rPr dirty="0" sz="2000" spc="-25">
                <a:latin typeface="맑은 고딕"/>
                <a:cs typeface="맑은 고딕"/>
              </a:rPr>
              <a:t>받음</a:t>
            </a:r>
            <a:endParaRPr sz="2000">
              <a:latin typeface="맑은 고딕"/>
              <a:cs typeface="맑은 고딕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68058" y="1409458"/>
            <a:ext cx="3590211" cy="331883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650920" y="1487830"/>
            <a:ext cx="1097280" cy="374650"/>
          </a:xfrm>
          <a:prstGeom prst="rect">
            <a:avLst/>
          </a:prstGeom>
          <a:ln w="12700">
            <a:solidFill>
              <a:srgbClr val="585858"/>
            </a:solidFill>
          </a:ln>
        </p:spPr>
        <p:txBody>
          <a:bodyPr wrap="square" lIns="0" tIns="74930" rIns="0" bIns="0" rtlCol="0" vert="horz">
            <a:spAutoFit/>
          </a:bodyPr>
          <a:lstStyle/>
          <a:p>
            <a:pPr marL="350520">
              <a:lnSpc>
                <a:spcPct val="100000"/>
              </a:lnSpc>
              <a:spcBef>
                <a:spcPts val="590"/>
              </a:spcBef>
            </a:pPr>
            <a:r>
              <a:rPr dirty="0" sz="1400" spc="-10">
                <a:latin typeface="Arial"/>
                <a:cs typeface="Arial"/>
              </a:rPr>
              <a:t>Lidar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328706" y="1867835"/>
            <a:ext cx="2223770" cy="1247775"/>
            <a:chOff x="9328706" y="1867835"/>
            <a:chExt cx="2223770" cy="1247775"/>
          </a:xfrm>
        </p:grpSpPr>
        <p:sp>
          <p:nvSpPr>
            <p:cNvPr id="11" name="object 11"/>
            <p:cNvSpPr/>
            <p:nvPr/>
          </p:nvSpPr>
          <p:spPr>
            <a:xfrm>
              <a:off x="9386942" y="1871010"/>
              <a:ext cx="576580" cy="250825"/>
            </a:xfrm>
            <a:custGeom>
              <a:avLst/>
              <a:gdLst/>
              <a:ahLst/>
              <a:cxnLst/>
              <a:rect l="l" t="t" r="r" b="b"/>
              <a:pathLst>
                <a:path w="576579" h="250825">
                  <a:moveTo>
                    <a:pt x="576224" y="0"/>
                  </a:moveTo>
                  <a:lnTo>
                    <a:pt x="0" y="250418"/>
                  </a:lnTo>
                </a:path>
              </a:pathLst>
            </a:custGeom>
            <a:ln w="6350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328706" y="2081420"/>
              <a:ext cx="85090" cy="70485"/>
            </a:xfrm>
            <a:custGeom>
              <a:avLst/>
              <a:gdLst/>
              <a:ahLst/>
              <a:cxnLst/>
              <a:rect l="l" t="t" r="r" b="b"/>
              <a:pathLst>
                <a:path w="85090" h="70485">
                  <a:moveTo>
                    <a:pt x="54698" y="0"/>
                  </a:moveTo>
                  <a:lnTo>
                    <a:pt x="0" y="65316"/>
                  </a:lnTo>
                  <a:lnTo>
                    <a:pt x="85077" y="69888"/>
                  </a:lnTo>
                  <a:lnTo>
                    <a:pt x="54698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80717" y="3018130"/>
              <a:ext cx="71266" cy="9740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723031" y="1987181"/>
              <a:ext cx="1243330" cy="168275"/>
            </a:xfrm>
            <a:custGeom>
              <a:avLst/>
              <a:gdLst/>
              <a:ahLst/>
              <a:cxnLst/>
              <a:rect l="l" t="t" r="r" b="b"/>
              <a:pathLst>
                <a:path w="1243329" h="168275">
                  <a:moveTo>
                    <a:pt x="1242860" y="0"/>
                  </a:moveTo>
                  <a:lnTo>
                    <a:pt x="0" y="0"/>
                  </a:lnTo>
                  <a:lnTo>
                    <a:pt x="0" y="168275"/>
                  </a:lnTo>
                  <a:lnTo>
                    <a:pt x="1242860" y="168275"/>
                  </a:lnTo>
                  <a:lnTo>
                    <a:pt x="12428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9723031" y="1987181"/>
              <a:ext cx="1243330" cy="168275"/>
            </a:xfrm>
            <a:custGeom>
              <a:avLst/>
              <a:gdLst/>
              <a:ahLst/>
              <a:cxnLst/>
              <a:rect l="l" t="t" r="r" b="b"/>
              <a:pathLst>
                <a:path w="1243329" h="168275">
                  <a:moveTo>
                    <a:pt x="0" y="0"/>
                  </a:moveTo>
                  <a:lnTo>
                    <a:pt x="1242860" y="0"/>
                  </a:lnTo>
                  <a:lnTo>
                    <a:pt x="1242860" y="168275"/>
                  </a:lnTo>
                  <a:lnTo>
                    <a:pt x="0" y="16827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9828270" y="1974029"/>
            <a:ext cx="1033144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b="1">
                <a:latin typeface="맑은 고딕"/>
                <a:cs typeface="맑은 고딕"/>
              </a:rPr>
              <a:t>각도별</a:t>
            </a:r>
            <a:r>
              <a:rPr dirty="0" sz="1050" spc="-110" b="1">
                <a:latin typeface="맑은 고딕"/>
                <a:cs typeface="맑은 고딕"/>
              </a:rPr>
              <a:t> </a:t>
            </a:r>
            <a:r>
              <a:rPr dirty="0" sz="1050" b="1">
                <a:latin typeface="맑은 고딕"/>
                <a:cs typeface="맑은 고딕"/>
              </a:rPr>
              <a:t>거리</a:t>
            </a:r>
            <a:r>
              <a:rPr dirty="0" sz="1050" spc="-95" b="1">
                <a:latin typeface="맑은 고딕"/>
                <a:cs typeface="맑은 고딕"/>
              </a:rPr>
              <a:t> </a:t>
            </a:r>
            <a:r>
              <a:rPr dirty="0" sz="1050" spc="-25" b="1">
                <a:latin typeface="맑은 고딕"/>
                <a:cs typeface="맑은 고딕"/>
              </a:rPr>
              <a:t>정보</a:t>
            </a:r>
            <a:endParaRPr sz="1050">
              <a:latin typeface="맑은 고딕"/>
              <a:cs typeface="맑은 고딕"/>
            </a:endParaRPr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39127" y="3066948"/>
            <a:ext cx="6769633" cy="2244991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8063157" y="2136597"/>
            <a:ext cx="3813175" cy="1292860"/>
          </a:xfrm>
          <a:custGeom>
            <a:avLst/>
            <a:gdLst/>
            <a:ahLst/>
            <a:cxnLst/>
            <a:rect l="l" t="t" r="r" b="b"/>
            <a:pathLst>
              <a:path w="3813175" h="1292860">
                <a:moveTo>
                  <a:pt x="0" y="646201"/>
                </a:moveTo>
                <a:lnTo>
                  <a:pt x="5000" y="599036"/>
                </a:lnTo>
                <a:lnTo>
                  <a:pt x="19771" y="552789"/>
                </a:lnTo>
                <a:lnTo>
                  <a:pt x="43969" y="507577"/>
                </a:lnTo>
                <a:lnTo>
                  <a:pt x="77249" y="463515"/>
                </a:lnTo>
                <a:lnTo>
                  <a:pt x="119266" y="420722"/>
                </a:lnTo>
                <a:lnTo>
                  <a:pt x="169675" y="379314"/>
                </a:lnTo>
                <a:lnTo>
                  <a:pt x="228133" y="339407"/>
                </a:lnTo>
                <a:lnTo>
                  <a:pt x="294294" y="301118"/>
                </a:lnTo>
                <a:lnTo>
                  <a:pt x="330156" y="282617"/>
                </a:lnTo>
                <a:lnTo>
                  <a:pt x="367815" y="264565"/>
                </a:lnTo>
                <a:lnTo>
                  <a:pt x="407227" y="246975"/>
                </a:lnTo>
                <a:lnTo>
                  <a:pt x="448349" y="229863"/>
                </a:lnTo>
                <a:lnTo>
                  <a:pt x="491139" y="213244"/>
                </a:lnTo>
                <a:lnTo>
                  <a:pt x="535554" y="197131"/>
                </a:lnTo>
                <a:lnTo>
                  <a:pt x="581549" y="181540"/>
                </a:lnTo>
                <a:lnTo>
                  <a:pt x="629083" y="166484"/>
                </a:lnTo>
                <a:lnTo>
                  <a:pt x="678112" y="151979"/>
                </a:lnTo>
                <a:lnTo>
                  <a:pt x="728594" y="138040"/>
                </a:lnTo>
                <a:lnTo>
                  <a:pt x="780484" y="124680"/>
                </a:lnTo>
                <a:lnTo>
                  <a:pt x="833740" y="111915"/>
                </a:lnTo>
                <a:lnTo>
                  <a:pt x="888319" y="99759"/>
                </a:lnTo>
                <a:lnTo>
                  <a:pt x="944178" y="88226"/>
                </a:lnTo>
                <a:lnTo>
                  <a:pt x="1001273" y="77331"/>
                </a:lnTo>
                <a:lnTo>
                  <a:pt x="1059562" y="67090"/>
                </a:lnTo>
                <a:lnTo>
                  <a:pt x="1119002" y="57516"/>
                </a:lnTo>
                <a:lnTo>
                  <a:pt x="1179549" y="48624"/>
                </a:lnTo>
                <a:lnTo>
                  <a:pt x="1241161" y="40428"/>
                </a:lnTo>
                <a:lnTo>
                  <a:pt x="1303794" y="32944"/>
                </a:lnTo>
                <a:lnTo>
                  <a:pt x="1367405" y="26185"/>
                </a:lnTo>
                <a:lnTo>
                  <a:pt x="1431952" y="20167"/>
                </a:lnTo>
                <a:lnTo>
                  <a:pt x="1497391" y="14904"/>
                </a:lnTo>
                <a:lnTo>
                  <a:pt x="1563678" y="10411"/>
                </a:lnTo>
                <a:lnTo>
                  <a:pt x="1630772" y="6702"/>
                </a:lnTo>
                <a:lnTo>
                  <a:pt x="1698629" y="3791"/>
                </a:lnTo>
                <a:lnTo>
                  <a:pt x="1767205" y="1695"/>
                </a:lnTo>
                <a:lnTo>
                  <a:pt x="1836459" y="426"/>
                </a:lnTo>
                <a:lnTo>
                  <a:pt x="1906346" y="0"/>
                </a:lnTo>
                <a:lnTo>
                  <a:pt x="1976233" y="426"/>
                </a:lnTo>
                <a:lnTo>
                  <a:pt x="2045486" y="1695"/>
                </a:lnTo>
                <a:lnTo>
                  <a:pt x="2114062" y="3791"/>
                </a:lnTo>
                <a:lnTo>
                  <a:pt x="2181919" y="6702"/>
                </a:lnTo>
                <a:lnTo>
                  <a:pt x="2249013" y="10411"/>
                </a:lnTo>
                <a:lnTo>
                  <a:pt x="2315300" y="14904"/>
                </a:lnTo>
                <a:lnTo>
                  <a:pt x="2380739" y="20167"/>
                </a:lnTo>
                <a:lnTo>
                  <a:pt x="2445285" y="26185"/>
                </a:lnTo>
                <a:lnTo>
                  <a:pt x="2508896" y="32944"/>
                </a:lnTo>
                <a:lnTo>
                  <a:pt x="2571529" y="40428"/>
                </a:lnTo>
                <a:lnTo>
                  <a:pt x="2633140" y="48624"/>
                </a:lnTo>
                <a:lnTo>
                  <a:pt x="2693687" y="57516"/>
                </a:lnTo>
                <a:lnTo>
                  <a:pt x="2753126" y="67090"/>
                </a:lnTo>
                <a:lnTo>
                  <a:pt x="2811415" y="77331"/>
                </a:lnTo>
                <a:lnTo>
                  <a:pt x="2868510" y="88226"/>
                </a:lnTo>
                <a:lnTo>
                  <a:pt x="2924369" y="99759"/>
                </a:lnTo>
                <a:lnTo>
                  <a:pt x="2978947" y="111915"/>
                </a:lnTo>
                <a:lnTo>
                  <a:pt x="3032203" y="124680"/>
                </a:lnTo>
                <a:lnTo>
                  <a:pt x="3084093" y="138040"/>
                </a:lnTo>
                <a:lnTo>
                  <a:pt x="3134574" y="151979"/>
                </a:lnTo>
                <a:lnTo>
                  <a:pt x="3183602" y="166484"/>
                </a:lnTo>
                <a:lnTo>
                  <a:pt x="3231136" y="181540"/>
                </a:lnTo>
                <a:lnTo>
                  <a:pt x="3277131" y="197131"/>
                </a:lnTo>
                <a:lnTo>
                  <a:pt x="3321545" y="213244"/>
                </a:lnTo>
                <a:lnTo>
                  <a:pt x="3364335" y="229863"/>
                </a:lnTo>
                <a:lnTo>
                  <a:pt x="3405457" y="246975"/>
                </a:lnTo>
                <a:lnTo>
                  <a:pt x="3444869" y="264565"/>
                </a:lnTo>
                <a:lnTo>
                  <a:pt x="3482527" y="282617"/>
                </a:lnTo>
                <a:lnTo>
                  <a:pt x="3518388" y="301118"/>
                </a:lnTo>
                <a:lnTo>
                  <a:pt x="3552410" y="320053"/>
                </a:lnTo>
                <a:lnTo>
                  <a:pt x="3614762" y="359165"/>
                </a:lnTo>
                <a:lnTo>
                  <a:pt x="3669238" y="399837"/>
                </a:lnTo>
                <a:lnTo>
                  <a:pt x="3715493" y="441953"/>
                </a:lnTo>
                <a:lnTo>
                  <a:pt x="3753184" y="485395"/>
                </a:lnTo>
                <a:lnTo>
                  <a:pt x="3781966" y="530047"/>
                </a:lnTo>
                <a:lnTo>
                  <a:pt x="3801493" y="575791"/>
                </a:lnTo>
                <a:lnTo>
                  <a:pt x="3811422" y="622511"/>
                </a:lnTo>
                <a:lnTo>
                  <a:pt x="3812679" y="646201"/>
                </a:lnTo>
                <a:lnTo>
                  <a:pt x="3811422" y="669891"/>
                </a:lnTo>
                <a:lnTo>
                  <a:pt x="3801493" y="716611"/>
                </a:lnTo>
                <a:lnTo>
                  <a:pt x="3781966" y="762355"/>
                </a:lnTo>
                <a:lnTo>
                  <a:pt x="3753184" y="807007"/>
                </a:lnTo>
                <a:lnTo>
                  <a:pt x="3715493" y="850449"/>
                </a:lnTo>
                <a:lnTo>
                  <a:pt x="3669238" y="892564"/>
                </a:lnTo>
                <a:lnTo>
                  <a:pt x="3614762" y="933237"/>
                </a:lnTo>
                <a:lnTo>
                  <a:pt x="3552410" y="972349"/>
                </a:lnTo>
                <a:lnTo>
                  <a:pt x="3518388" y="991284"/>
                </a:lnTo>
                <a:lnTo>
                  <a:pt x="3482527" y="1009785"/>
                </a:lnTo>
                <a:lnTo>
                  <a:pt x="3444869" y="1027837"/>
                </a:lnTo>
                <a:lnTo>
                  <a:pt x="3405457" y="1045427"/>
                </a:lnTo>
                <a:lnTo>
                  <a:pt x="3364335" y="1062538"/>
                </a:lnTo>
                <a:lnTo>
                  <a:pt x="3321545" y="1079158"/>
                </a:lnTo>
                <a:lnTo>
                  <a:pt x="3277131" y="1095271"/>
                </a:lnTo>
                <a:lnTo>
                  <a:pt x="3231136" y="1110862"/>
                </a:lnTo>
                <a:lnTo>
                  <a:pt x="3183602" y="1125918"/>
                </a:lnTo>
                <a:lnTo>
                  <a:pt x="3134574" y="1140422"/>
                </a:lnTo>
                <a:lnTo>
                  <a:pt x="3084093" y="1154362"/>
                </a:lnTo>
                <a:lnTo>
                  <a:pt x="3032203" y="1167722"/>
                </a:lnTo>
                <a:lnTo>
                  <a:pt x="2978947" y="1180487"/>
                </a:lnTo>
                <a:lnTo>
                  <a:pt x="2924369" y="1192643"/>
                </a:lnTo>
                <a:lnTo>
                  <a:pt x="2868510" y="1204176"/>
                </a:lnTo>
                <a:lnTo>
                  <a:pt x="2811415" y="1215070"/>
                </a:lnTo>
                <a:lnTo>
                  <a:pt x="2753126" y="1225312"/>
                </a:lnTo>
                <a:lnTo>
                  <a:pt x="2693687" y="1234886"/>
                </a:lnTo>
                <a:lnTo>
                  <a:pt x="2633140" y="1243778"/>
                </a:lnTo>
                <a:lnTo>
                  <a:pt x="2571529" y="1251974"/>
                </a:lnTo>
                <a:lnTo>
                  <a:pt x="2508896" y="1259458"/>
                </a:lnTo>
                <a:lnTo>
                  <a:pt x="2445285" y="1266217"/>
                </a:lnTo>
                <a:lnTo>
                  <a:pt x="2380739" y="1272235"/>
                </a:lnTo>
                <a:lnTo>
                  <a:pt x="2315300" y="1277498"/>
                </a:lnTo>
                <a:lnTo>
                  <a:pt x="2249013" y="1281991"/>
                </a:lnTo>
                <a:lnTo>
                  <a:pt x="2181919" y="1285700"/>
                </a:lnTo>
                <a:lnTo>
                  <a:pt x="2114062" y="1288610"/>
                </a:lnTo>
                <a:lnTo>
                  <a:pt x="2045486" y="1290707"/>
                </a:lnTo>
                <a:lnTo>
                  <a:pt x="1976233" y="1291976"/>
                </a:lnTo>
                <a:lnTo>
                  <a:pt x="1906346" y="1292402"/>
                </a:lnTo>
                <a:lnTo>
                  <a:pt x="1836459" y="1291976"/>
                </a:lnTo>
                <a:lnTo>
                  <a:pt x="1767205" y="1290707"/>
                </a:lnTo>
                <a:lnTo>
                  <a:pt x="1698629" y="1288610"/>
                </a:lnTo>
                <a:lnTo>
                  <a:pt x="1630772" y="1285700"/>
                </a:lnTo>
                <a:lnTo>
                  <a:pt x="1563678" y="1281991"/>
                </a:lnTo>
                <a:lnTo>
                  <a:pt x="1497391" y="1277498"/>
                </a:lnTo>
                <a:lnTo>
                  <a:pt x="1431952" y="1272235"/>
                </a:lnTo>
                <a:lnTo>
                  <a:pt x="1367405" y="1266217"/>
                </a:lnTo>
                <a:lnTo>
                  <a:pt x="1303794" y="1259458"/>
                </a:lnTo>
                <a:lnTo>
                  <a:pt x="1241161" y="1251974"/>
                </a:lnTo>
                <a:lnTo>
                  <a:pt x="1179549" y="1243778"/>
                </a:lnTo>
                <a:lnTo>
                  <a:pt x="1119002" y="1234886"/>
                </a:lnTo>
                <a:lnTo>
                  <a:pt x="1059562" y="1225312"/>
                </a:lnTo>
                <a:lnTo>
                  <a:pt x="1001273" y="1215070"/>
                </a:lnTo>
                <a:lnTo>
                  <a:pt x="944178" y="1204176"/>
                </a:lnTo>
                <a:lnTo>
                  <a:pt x="888319" y="1192643"/>
                </a:lnTo>
                <a:lnTo>
                  <a:pt x="833740" y="1180487"/>
                </a:lnTo>
                <a:lnTo>
                  <a:pt x="780484" y="1167722"/>
                </a:lnTo>
                <a:lnTo>
                  <a:pt x="728594" y="1154362"/>
                </a:lnTo>
                <a:lnTo>
                  <a:pt x="678112" y="1140422"/>
                </a:lnTo>
                <a:lnTo>
                  <a:pt x="629083" y="1125918"/>
                </a:lnTo>
                <a:lnTo>
                  <a:pt x="581549" y="1110862"/>
                </a:lnTo>
                <a:lnTo>
                  <a:pt x="535554" y="1095271"/>
                </a:lnTo>
                <a:lnTo>
                  <a:pt x="491139" y="1079158"/>
                </a:lnTo>
                <a:lnTo>
                  <a:pt x="448349" y="1062538"/>
                </a:lnTo>
                <a:lnTo>
                  <a:pt x="407227" y="1045427"/>
                </a:lnTo>
                <a:lnTo>
                  <a:pt x="367815" y="1027837"/>
                </a:lnTo>
                <a:lnTo>
                  <a:pt x="330156" y="1009785"/>
                </a:lnTo>
                <a:lnTo>
                  <a:pt x="294294" y="991284"/>
                </a:lnTo>
                <a:lnTo>
                  <a:pt x="260272" y="972349"/>
                </a:lnTo>
                <a:lnTo>
                  <a:pt x="197920" y="933237"/>
                </a:lnTo>
                <a:lnTo>
                  <a:pt x="143443" y="892564"/>
                </a:lnTo>
                <a:lnTo>
                  <a:pt x="97187" y="850449"/>
                </a:lnTo>
                <a:lnTo>
                  <a:pt x="59495" y="807007"/>
                </a:lnTo>
                <a:lnTo>
                  <a:pt x="30713" y="762355"/>
                </a:lnTo>
                <a:lnTo>
                  <a:pt x="11186" y="716611"/>
                </a:lnTo>
                <a:lnTo>
                  <a:pt x="1257" y="669891"/>
                </a:lnTo>
                <a:lnTo>
                  <a:pt x="0" y="646201"/>
                </a:lnTo>
                <a:close/>
              </a:path>
            </a:pathLst>
          </a:custGeom>
          <a:ln w="57150">
            <a:solidFill>
              <a:srgbClr val="00AF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53433" y="6575837"/>
            <a:ext cx="217246" cy="167881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0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8816" y="537705"/>
            <a:ext cx="5638545" cy="47651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1626"/>
            <a:ext cx="7611745" cy="14204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12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 spc="-10">
                <a:latin typeface="Arial"/>
                <a:cs typeface="Arial"/>
              </a:rPr>
              <a:t>Arduino</a:t>
            </a:r>
            <a:endParaRPr sz="24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140"/>
              </a:spcBef>
              <a:buSzPct val="130000"/>
              <a:buFont typeface="Arial"/>
              <a:buChar char="•"/>
              <a:tabLst>
                <a:tab pos="697865" algn="l"/>
              </a:tabLst>
            </a:pPr>
            <a:r>
              <a:rPr dirty="0" sz="2000">
                <a:latin typeface="맑은 고딕"/>
                <a:cs typeface="맑은 고딕"/>
              </a:rPr>
              <a:t>Speed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control</a:t>
            </a:r>
            <a:r>
              <a:rPr dirty="0" sz="2000" spc="-6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commands</a:t>
            </a:r>
            <a:r>
              <a:rPr dirty="0" sz="2000" spc="-6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from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 spc="-25">
                <a:latin typeface="맑은 고딕"/>
                <a:cs typeface="맑은 고딕"/>
              </a:rPr>
              <a:t>PC</a:t>
            </a:r>
            <a:endParaRPr sz="2000">
              <a:latin typeface="맑은 고딕"/>
              <a:cs typeface="맑은 고딕"/>
            </a:endParaRPr>
          </a:p>
          <a:p>
            <a:pPr lvl="1" marL="697865" indent="-228600">
              <a:lnSpc>
                <a:spcPct val="100000"/>
              </a:lnSpc>
              <a:spcBef>
                <a:spcPts val="260"/>
              </a:spcBef>
              <a:buSzPct val="130000"/>
              <a:buFont typeface="Arial"/>
              <a:buChar char="•"/>
              <a:tabLst>
                <a:tab pos="697865" algn="l"/>
              </a:tabLst>
            </a:pPr>
            <a:r>
              <a:rPr dirty="0" sz="2000">
                <a:latin typeface="맑은 고딕"/>
                <a:cs typeface="맑은 고딕"/>
              </a:rPr>
              <a:t>Steering</a:t>
            </a:r>
            <a:r>
              <a:rPr dirty="0" sz="2000" spc="-6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control</a:t>
            </a:r>
            <a:r>
              <a:rPr dirty="0" sz="2000" spc="-7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commands</a:t>
            </a:r>
            <a:r>
              <a:rPr dirty="0" sz="2000" spc="-7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from</a:t>
            </a:r>
            <a:r>
              <a:rPr dirty="0" sz="2000" spc="-6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</a:t>
            </a:r>
            <a:r>
              <a:rPr dirty="0" sz="2000" spc="-60">
                <a:latin typeface="맑은 고딕"/>
                <a:cs typeface="맑은 고딕"/>
              </a:rPr>
              <a:t> </a:t>
            </a:r>
            <a:r>
              <a:rPr dirty="0" sz="2000" spc="-25">
                <a:latin typeface="맑은 고딕"/>
                <a:cs typeface="맑은 고딕"/>
              </a:rPr>
              <a:t>PC</a:t>
            </a:r>
            <a:endParaRPr sz="2000">
              <a:latin typeface="맑은 고딕"/>
              <a:cs typeface="맑은 고딕"/>
            </a:endParaRPr>
          </a:p>
          <a:p>
            <a:pPr lvl="1" marL="697865" indent="-228600">
              <a:lnSpc>
                <a:spcPct val="100000"/>
              </a:lnSpc>
              <a:spcBef>
                <a:spcPts val="244"/>
              </a:spcBef>
              <a:buSzPct val="130000"/>
              <a:buFont typeface="Arial"/>
              <a:buChar char="•"/>
              <a:tabLst>
                <a:tab pos="697865" algn="l"/>
              </a:tabLst>
            </a:pPr>
            <a:r>
              <a:rPr dirty="0" sz="2000">
                <a:latin typeface="맑은 고딕"/>
                <a:cs typeface="맑은 고딕"/>
              </a:rPr>
              <a:t>Receiving</a:t>
            </a:r>
            <a:r>
              <a:rPr dirty="0" sz="2000" spc="-7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7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current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steering</a:t>
            </a:r>
            <a:r>
              <a:rPr dirty="0" sz="2000" spc="-7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value</a:t>
            </a:r>
            <a:r>
              <a:rPr dirty="0" sz="2000" spc="-7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from</a:t>
            </a:r>
            <a:r>
              <a:rPr dirty="0" sz="2000" spc="-7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8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variable</a:t>
            </a:r>
            <a:r>
              <a:rPr dirty="0" sz="2000" spc="-75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resist</a:t>
            </a:r>
            <a:endParaRPr sz="2000">
              <a:latin typeface="맑은 고딕"/>
              <a:cs typeface="맑은 고딕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59381" y="2366253"/>
            <a:ext cx="242570" cy="33909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dirty="0" sz="2000" spc="-35">
                <a:latin typeface="맑은 고딕"/>
                <a:cs typeface="맑은 고딕"/>
              </a:rPr>
              <a:t>or</a:t>
            </a:r>
            <a:endParaRPr sz="2000">
              <a:latin typeface="맑은 고딕"/>
              <a:cs typeface="맑은 고딕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6675" y="2940189"/>
            <a:ext cx="6769991" cy="224498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68058" y="1409458"/>
            <a:ext cx="3590211" cy="331883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650920" y="1487830"/>
            <a:ext cx="1097280" cy="374650"/>
          </a:xfrm>
          <a:prstGeom prst="rect">
            <a:avLst/>
          </a:prstGeom>
          <a:ln w="12700">
            <a:solidFill>
              <a:srgbClr val="585858"/>
            </a:solidFill>
          </a:ln>
        </p:spPr>
        <p:txBody>
          <a:bodyPr wrap="square" lIns="0" tIns="74930" rIns="0" bIns="0" rtlCol="0" vert="horz">
            <a:spAutoFit/>
          </a:bodyPr>
          <a:lstStyle/>
          <a:p>
            <a:pPr marL="350520">
              <a:lnSpc>
                <a:spcPct val="100000"/>
              </a:lnSpc>
              <a:spcBef>
                <a:spcPts val="590"/>
              </a:spcBef>
            </a:pPr>
            <a:r>
              <a:rPr dirty="0" sz="1400" spc="-10">
                <a:latin typeface="Arial"/>
                <a:cs typeface="Arial"/>
              </a:rPr>
              <a:t>Lidar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328706" y="1867835"/>
            <a:ext cx="2223770" cy="1247775"/>
            <a:chOff x="9328706" y="1867835"/>
            <a:chExt cx="2223770" cy="1247775"/>
          </a:xfrm>
        </p:grpSpPr>
        <p:sp>
          <p:nvSpPr>
            <p:cNvPr id="13" name="object 13"/>
            <p:cNvSpPr/>
            <p:nvPr/>
          </p:nvSpPr>
          <p:spPr>
            <a:xfrm>
              <a:off x="9386942" y="1871010"/>
              <a:ext cx="576580" cy="250825"/>
            </a:xfrm>
            <a:custGeom>
              <a:avLst/>
              <a:gdLst/>
              <a:ahLst/>
              <a:cxnLst/>
              <a:rect l="l" t="t" r="r" b="b"/>
              <a:pathLst>
                <a:path w="576579" h="250825">
                  <a:moveTo>
                    <a:pt x="576224" y="0"/>
                  </a:moveTo>
                  <a:lnTo>
                    <a:pt x="0" y="250418"/>
                  </a:lnTo>
                </a:path>
              </a:pathLst>
            </a:custGeom>
            <a:ln w="6350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328706" y="2081420"/>
              <a:ext cx="85090" cy="70485"/>
            </a:xfrm>
            <a:custGeom>
              <a:avLst/>
              <a:gdLst/>
              <a:ahLst/>
              <a:cxnLst/>
              <a:rect l="l" t="t" r="r" b="b"/>
              <a:pathLst>
                <a:path w="85090" h="70485">
                  <a:moveTo>
                    <a:pt x="54698" y="0"/>
                  </a:moveTo>
                  <a:lnTo>
                    <a:pt x="0" y="65316"/>
                  </a:lnTo>
                  <a:lnTo>
                    <a:pt x="85077" y="69888"/>
                  </a:lnTo>
                  <a:lnTo>
                    <a:pt x="54698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80717" y="3018130"/>
              <a:ext cx="71266" cy="9740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723031" y="1987181"/>
              <a:ext cx="1243330" cy="168275"/>
            </a:xfrm>
            <a:custGeom>
              <a:avLst/>
              <a:gdLst/>
              <a:ahLst/>
              <a:cxnLst/>
              <a:rect l="l" t="t" r="r" b="b"/>
              <a:pathLst>
                <a:path w="1243329" h="168275">
                  <a:moveTo>
                    <a:pt x="1242860" y="0"/>
                  </a:moveTo>
                  <a:lnTo>
                    <a:pt x="0" y="0"/>
                  </a:lnTo>
                  <a:lnTo>
                    <a:pt x="0" y="168275"/>
                  </a:lnTo>
                  <a:lnTo>
                    <a:pt x="1242860" y="168275"/>
                  </a:lnTo>
                  <a:lnTo>
                    <a:pt x="12428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723031" y="1987181"/>
              <a:ext cx="1243330" cy="168275"/>
            </a:xfrm>
            <a:custGeom>
              <a:avLst/>
              <a:gdLst/>
              <a:ahLst/>
              <a:cxnLst/>
              <a:rect l="l" t="t" r="r" b="b"/>
              <a:pathLst>
                <a:path w="1243329" h="168275">
                  <a:moveTo>
                    <a:pt x="0" y="0"/>
                  </a:moveTo>
                  <a:lnTo>
                    <a:pt x="1242860" y="0"/>
                  </a:lnTo>
                  <a:lnTo>
                    <a:pt x="1242860" y="168275"/>
                  </a:lnTo>
                  <a:lnTo>
                    <a:pt x="0" y="16827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9828270" y="1974029"/>
            <a:ext cx="1033144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b="1">
                <a:latin typeface="맑은 고딕"/>
                <a:cs typeface="맑은 고딕"/>
              </a:rPr>
              <a:t>각도별</a:t>
            </a:r>
            <a:r>
              <a:rPr dirty="0" sz="1050" spc="-110" b="1">
                <a:latin typeface="맑은 고딕"/>
                <a:cs typeface="맑은 고딕"/>
              </a:rPr>
              <a:t> </a:t>
            </a:r>
            <a:r>
              <a:rPr dirty="0" sz="1050" b="1">
                <a:latin typeface="맑은 고딕"/>
                <a:cs typeface="맑은 고딕"/>
              </a:rPr>
              <a:t>거리</a:t>
            </a:r>
            <a:r>
              <a:rPr dirty="0" sz="1050" spc="-95" b="1">
                <a:latin typeface="맑은 고딕"/>
                <a:cs typeface="맑은 고딕"/>
              </a:rPr>
              <a:t> </a:t>
            </a:r>
            <a:r>
              <a:rPr dirty="0" sz="1050" spc="-25" b="1">
                <a:latin typeface="맑은 고딕"/>
                <a:cs typeface="맑은 고딕"/>
              </a:rPr>
              <a:t>정보</a:t>
            </a:r>
            <a:endParaRPr sz="1050">
              <a:latin typeface="맑은 고딕"/>
              <a:cs typeface="맑은 고딕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063157" y="2136597"/>
            <a:ext cx="3813175" cy="1292860"/>
          </a:xfrm>
          <a:custGeom>
            <a:avLst/>
            <a:gdLst/>
            <a:ahLst/>
            <a:cxnLst/>
            <a:rect l="l" t="t" r="r" b="b"/>
            <a:pathLst>
              <a:path w="3813175" h="1292860">
                <a:moveTo>
                  <a:pt x="0" y="646201"/>
                </a:moveTo>
                <a:lnTo>
                  <a:pt x="5000" y="599036"/>
                </a:lnTo>
                <a:lnTo>
                  <a:pt x="19771" y="552789"/>
                </a:lnTo>
                <a:lnTo>
                  <a:pt x="43969" y="507577"/>
                </a:lnTo>
                <a:lnTo>
                  <a:pt x="77249" y="463515"/>
                </a:lnTo>
                <a:lnTo>
                  <a:pt x="119266" y="420722"/>
                </a:lnTo>
                <a:lnTo>
                  <a:pt x="169675" y="379314"/>
                </a:lnTo>
                <a:lnTo>
                  <a:pt x="228133" y="339407"/>
                </a:lnTo>
                <a:lnTo>
                  <a:pt x="294294" y="301118"/>
                </a:lnTo>
                <a:lnTo>
                  <a:pt x="330156" y="282617"/>
                </a:lnTo>
                <a:lnTo>
                  <a:pt x="367815" y="264565"/>
                </a:lnTo>
                <a:lnTo>
                  <a:pt x="407227" y="246975"/>
                </a:lnTo>
                <a:lnTo>
                  <a:pt x="448349" y="229863"/>
                </a:lnTo>
                <a:lnTo>
                  <a:pt x="491139" y="213244"/>
                </a:lnTo>
                <a:lnTo>
                  <a:pt x="535554" y="197131"/>
                </a:lnTo>
                <a:lnTo>
                  <a:pt x="581549" y="181540"/>
                </a:lnTo>
                <a:lnTo>
                  <a:pt x="629083" y="166484"/>
                </a:lnTo>
                <a:lnTo>
                  <a:pt x="678112" y="151979"/>
                </a:lnTo>
                <a:lnTo>
                  <a:pt x="728594" y="138040"/>
                </a:lnTo>
                <a:lnTo>
                  <a:pt x="780484" y="124680"/>
                </a:lnTo>
                <a:lnTo>
                  <a:pt x="833740" y="111915"/>
                </a:lnTo>
                <a:lnTo>
                  <a:pt x="888319" y="99759"/>
                </a:lnTo>
                <a:lnTo>
                  <a:pt x="944178" y="88226"/>
                </a:lnTo>
                <a:lnTo>
                  <a:pt x="1001273" y="77331"/>
                </a:lnTo>
                <a:lnTo>
                  <a:pt x="1059562" y="67090"/>
                </a:lnTo>
                <a:lnTo>
                  <a:pt x="1119002" y="57516"/>
                </a:lnTo>
                <a:lnTo>
                  <a:pt x="1179549" y="48624"/>
                </a:lnTo>
                <a:lnTo>
                  <a:pt x="1241161" y="40428"/>
                </a:lnTo>
                <a:lnTo>
                  <a:pt x="1303794" y="32944"/>
                </a:lnTo>
                <a:lnTo>
                  <a:pt x="1367405" y="26185"/>
                </a:lnTo>
                <a:lnTo>
                  <a:pt x="1431952" y="20167"/>
                </a:lnTo>
                <a:lnTo>
                  <a:pt x="1497391" y="14904"/>
                </a:lnTo>
                <a:lnTo>
                  <a:pt x="1563678" y="10411"/>
                </a:lnTo>
                <a:lnTo>
                  <a:pt x="1630772" y="6702"/>
                </a:lnTo>
                <a:lnTo>
                  <a:pt x="1698629" y="3791"/>
                </a:lnTo>
                <a:lnTo>
                  <a:pt x="1767205" y="1695"/>
                </a:lnTo>
                <a:lnTo>
                  <a:pt x="1836459" y="426"/>
                </a:lnTo>
                <a:lnTo>
                  <a:pt x="1906346" y="0"/>
                </a:lnTo>
                <a:lnTo>
                  <a:pt x="1976233" y="426"/>
                </a:lnTo>
                <a:lnTo>
                  <a:pt x="2045486" y="1695"/>
                </a:lnTo>
                <a:lnTo>
                  <a:pt x="2114062" y="3791"/>
                </a:lnTo>
                <a:lnTo>
                  <a:pt x="2181919" y="6702"/>
                </a:lnTo>
                <a:lnTo>
                  <a:pt x="2249013" y="10411"/>
                </a:lnTo>
                <a:lnTo>
                  <a:pt x="2315300" y="14904"/>
                </a:lnTo>
                <a:lnTo>
                  <a:pt x="2380739" y="20167"/>
                </a:lnTo>
                <a:lnTo>
                  <a:pt x="2445285" y="26185"/>
                </a:lnTo>
                <a:lnTo>
                  <a:pt x="2508896" y="32944"/>
                </a:lnTo>
                <a:lnTo>
                  <a:pt x="2571529" y="40428"/>
                </a:lnTo>
                <a:lnTo>
                  <a:pt x="2633140" y="48624"/>
                </a:lnTo>
                <a:lnTo>
                  <a:pt x="2693687" y="57516"/>
                </a:lnTo>
                <a:lnTo>
                  <a:pt x="2753126" y="67090"/>
                </a:lnTo>
                <a:lnTo>
                  <a:pt x="2811415" y="77331"/>
                </a:lnTo>
                <a:lnTo>
                  <a:pt x="2868510" y="88226"/>
                </a:lnTo>
                <a:lnTo>
                  <a:pt x="2924369" y="99759"/>
                </a:lnTo>
                <a:lnTo>
                  <a:pt x="2978947" y="111915"/>
                </a:lnTo>
                <a:lnTo>
                  <a:pt x="3032203" y="124680"/>
                </a:lnTo>
                <a:lnTo>
                  <a:pt x="3084093" y="138040"/>
                </a:lnTo>
                <a:lnTo>
                  <a:pt x="3134574" y="151979"/>
                </a:lnTo>
                <a:lnTo>
                  <a:pt x="3183602" y="166484"/>
                </a:lnTo>
                <a:lnTo>
                  <a:pt x="3231136" y="181540"/>
                </a:lnTo>
                <a:lnTo>
                  <a:pt x="3277131" y="197131"/>
                </a:lnTo>
                <a:lnTo>
                  <a:pt x="3321545" y="213244"/>
                </a:lnTo>
                <a:lnTo>
                  <a:pt x="3364335" y="229863"/>
                </a:lnTo>
                <a:lnTo>
                  <a:pt x="3405457" y="246975"/>
                </a:lnTo>
                <a:lnTo>
                  <a:pt x="3444869" y="264565"/>
                </a:lnTo>
                <a:lnTo>
                  <a:pt x="3482527" y="282617"/>
                </a:lnTo>
                <a:lnTo>
                  <a:pt x="3518388" y="301118"/>
                </a:lnTo>
                <a:lnTo>
                  <a:pt x="3552410" y="320053"/>
                </a:lnTo>
                <a:lnTo>
                  <a:pt x="3614762" y="359165"/>
                </a:lnTo>
                <a:lnTo>
                  <a:pt x="3669238" y="399837"/>
                </a:lnTo>
                <a:lnTo>
                  <a:pt x="3715493" y="441953"/>
                </a:lnTo>
                <a:lnTo>
                  <a:pt x="3753184" y="485395"/>
                </a:lnTo>
                <a:lnTo>
                  <a:pt x="3781966" y="530047"/>
                </a:lnTo>
                <a:lnTo>
                  <a:pt x="3801493" y="575791"/>
                </a:lnTo>
                <a:lnTo>
                  <a:pt x="3811422" y="622511"/>
                </a:lnTo>
                <a:lnTo>
                  <a:pt x="3812679" y="646201"/>
                </a:lnTo>
                <a:lnTo>
                  <a:pt x="3811422" y="669891"/>
                </a:lnTo>
                <a:lnTo>
                  <a:pt x="3801493" y="716611"/>
                </a:lnTo>
                <a:lnTo>
                  <a:pt x="3781966" y="762355"/>
                </a:lnTo>
                <a:lnTo>
                  <a:pt x="3753184" y="807007"/>
                </a:lnTo>
                <a:lnTo>
                  <a:pt x="3715493" y="850449"/>
                </a:lnTo>
                <a:lnTo>
                  <a:pt x="3669238" y="892564"/>
                </a:lnTo>
                <a:lnTo>
                  <a:pt x="3614762" y="933237"/>
                </a:lnTo>
                <a:lnTo>
                  <a:pt x="3552410" y="972349"/>
                </a:lnTo>
                <a:lnTo>
                  <a:pt x="3518388" y="991284"/>
                </a:lnTo>
                <a:lnTo>
                  <a:pt x="3482527" y="1009785"/>
                </a:lnTo>
                <a:lnTo>
                  <a:pt x="3444869" y="1027837"/>
                </a:lnTo>
                <a:lnTo>
                  <a:pt x="3405457" y="1045427"/>
                </a:lnTo>
                <a:lnTo>
                  <a:pt x="3364335" y="1062538"/>
                </a:lnTo>
                <a:lnTo>
                  <a:pt x="3321545" y="1079158"/>
                </a:lnTo>
                <a:lnTo>
                  <a:pt x="3277131" y="1095271"/>
                </a:lnTo>
                <a:lnTo>
                  <a:pt x="3231136" y="1110862"/>
                </a:lnTo>
                <a:lnTo>
                  <a:pt x="3183602" y="1125918"/>
                </a:lnTo>
                <a:lnTo>
                  <a:pt x="3134574" y="1140422"/>
                </a:lnTo>
                <a:lnTo>
                  <a:pt x="3084093" y="1154362"/>
                </a:lnTo>
                <a:lnTo>
                  <a:pt x="3032203" y="1167722"/>
                </a:lnTo>
                <a:lnTo>
                  <a:pt x="2978947" y="1180487"/>
                </a:lnTo>
                <a:lnTo>
                  <a:pt x="2924369" y="1192643"/>
                </a:lnTo>
                <a:lnTo>
                  <a:pt x="2868510" y="1204176"/>
                </a:lnTo>
                <a:lnTo>
                  <a:pt x="2811415" y="1215070"/>
                </a:lnTo>
                <a:lnTo>
                  <a:pt x="2753126" y="1225312"/>
                </a:lnTo>
                <a:lnTo>
                  <a:pt x="2693687" y="1234886"/>
                </a:lnTo>
                <a:lnTo>
                  <a:pt x="2633140" y="1243778"/>
                </a:lnTo>
                <a:lnTo>
                  <a:pt x="2571529" y="1251974"/>
                </a:lnTo>
                <a:lnTo>
                  <a:pt x="2508896" y="1259458"/>
                </a:lnTo>
                <a:lnTo>
                  <a:pt x="2445285" y="1266217"/>
                </a:lnTo>
                <a:lnTo>
                  <a:pt x="2380739" y="1272235"/>
                </a:lnTo>
                <a:lnTo>
                  <a:pt x="2315300" y="1277498"/>
                </a:lnTo>
                <a:lnTo>
                  <a:pt x="2249013" y="1281991"/>
                </a:lnTo>
                <a:lnTo>
                  <a:pt x="2181919" y="1285700"/>
                </a:lnTo>
                <a:lnTo>
                  <a:pt x="2114062" y="1288610"/>
                </a:lnTo>
                <a:lnTo>
                  <a:pt x="2045486" y="1290707"/>
                </a:lnTo>
                <a:lnTo>
                  <a:pt x="1976233" y="1291976"/>
                </a:lnTo>
                <a:lnTo>
                  <a:pt x="1906346" y="1292402"/>
                </a:lnTo>
                <a:lnTo>
                  <a:pt x="1836459" y="1291976"/>
                </a:lnTo>
                <a:lnTo>
                  <a:pt x="1767205" y="1290707"/>
                </a:lnTo>
                <a:lnTo>
                  <a:pt x="1698629" y="1288610"/>
                </a:lnTo>
                <a:lnTo>
                  <a:pt x="1630772" y="1285700"/>
                </a:lnTo>
                <a:lnTo>
                  <a:pt x="1563678" y="1281991"/>
                </a:lnTo>
                <a:lnTo>
                  <a:pt x="1497391" y="1277498"/>
                </a:lnTo>
                <a:lnTo>
                  <a:pt x="1431952" y="1272235"/>
                </a:lnTo>
                <a:lnTo>
                  <a:pt x="1367405" y="1266217"/>
                </a:lnTo>
                <a:lnTo>
                  <a:pt x="1303794" y="1259458"/>
                </a:lnTo>
                <a:lnTo>
                  <a:pt x="1241161" y="1251974"/>
                </a:lnTo>
                <a:lnTo>
                  <a:pt x="1179549" y="1243778"/>
                </a:lnTo>
                <a:lnTo>
                  <a:pt x="1119002" y="1234886"/>
                </a:lnTo>
                <a:lnTo>
                  <a:pt x="1059562" y="1225312"/>
                </a:lnTo>
                <a:lnTo>
                  <a:pt x="1001273" y="1215070"/>
                </a:lnTo>
                <a:lnTo>
                  <a:pt x="944178" y="1204176"/>
                </a:lnTo>
                <a:lnTo>
                  <a:pt x="888319" y="1192643"/>
                </a:lnTo>
                <a:lnTo>
                  <a:pt x="833740" y="1180487"/>
                </a:lnTo>
                <a:lnTo>
                  <a:pt x="780484" y="1167722"/>
                </a:lnTo>
                <a:lnTo>
                  <a:pt x="728594" y="1154362"/>
                </a:lnTo>
                <a:lnTo>
                  <a:pt x="678112" y="1140422"/>
                </a:lnTo>
                <a:lnTo>
                  <a:pt x="629083" y="1125918"/>
                </a:lnTo>
                <a:lnTo>
                  <a:pt x="581549" y="1110862"/>
                </a:lnTo>
                <a:lnTo>
                  <a:pt x="535554" y="1095271"/>
                </a:lnTo>
                <a:lnTo>
                  <a:pt x="491139" y="1079158"/>
                </a:lnTo>
                <a:lnTo>
                  <a:pt x="448349" y="1062538"/>
                </a:lnTo>
                <a:lnTo>
                  <a:pt x="407227" y="1045427"/>
                </a:lnTo>
                <a:lnTo>
                  <a:pt x="367815" y="1027837"/>
                </a:lnTo>
                <a:lnTo>
                  <a:pt x="330156" y="1009785"/>
                </a:lnTo>
                <a:lnTo>
                  <a:pt x="294294" y="991284"/>
                </a:lnTo>
                <a:lnTo>
                  <a:pt x="260272" y="972349"/>
                </a:lnTo>
                <a:lnTo>
                  <a:pt x="197920" y="933237"/>
                </a:lnTo>
                <a:lnTo>
                  <a:pt x="143443" y="892564"/>
                </a:lnTo>
                <a:lnTo>
                  <a:pt x="97187" y="850449"/>
                </a:lnTo>
                <a:lnTo>
                  <a:pt x="59495" y="807007"/>
                </a:lnTo>
                <a:lnTo>
                  <a:pt x="30713" y="762355"/>
                </a:lnTo>
                <a:lnTo>
                  <a:pt x="11186" y="716611"/>
                </a:lnTo>
                <a:lnTo>
                  <a:pt x="1257" y="669891"/>
                </a:lnTo>
                <a:lnTo>
                  <a:pt x="0" y="646201"/>
                </a:lnTo>
                <a:close/>
              </a:path>
            </a:pathLst>
          </a:custGeom>
          <a:ln w="57150">
            <a:solidFill>
              <a:srgbClr val="00AF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53438" y="6575838"/>
            <a:ext cx="218795" cy="17066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0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8816" y="537705"/>
            <a:ext cx="5638545" cy="47651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1626"/>
            <a:ext cx="9959975" cy="14204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12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Arduino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–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Motor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Driver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–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Motor</a:t>
            </a:r>
            <a:endParaRPr sz="24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125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Arduino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transmits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control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signals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motor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driver</a:t>
            </a:r>
            <a:endParaRPr sz="20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254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motor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driver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receives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control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signal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from</a:t>
            </a:r>
            <a:r>
              <a:rPr dirty="0" sz="2000" spc="-14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Arduino</a:t>
            </a:r>
            <a:endParaRPr sz="20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265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motor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driver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applies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voltage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motor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according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Arduino's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control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signal.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95692" y="3061790"/>
            <a:ext cx="3385567" cy="31631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758438" y="3068980"/>
            <a:ext cx="1097280" cy="374650"/>
          </a:xfrm>
          <a:prstGeom prst="rect">
            <a:avLst/>
          </a:prstGeom>
          <a:ln w="12700">
            <a:solidFill>
              <a:srgbClr val="585858"/>
            </a:solidFill>
          </a:ln>
        </p:spPr>
        <p:txBody>
          <a:bodyPr wrap="square" lIns="0" tIns="74930" rIns="0" bIns="0" rtlCol="0" vert="horz">
            <a:spAutoFit/>
          </a:bodyPr>
          <a:lstStyle/>
          <a:p>
            <a:pPr marL="350520">
              <a:lnSpc>
                <a:spcPct val="100000"/>
              </a:lnSpc>
              <a:spcBef>
                <a:spcPts val="590"/>
              </a:spcBef>
            </a:pPr>
            <a:r>
              <a:rPr dirty="0" sz="1400" spc="-10">
                <a:latin typeface="Arial"/>
                <a:cs typeface="Arial"/>
              </a:rPr>
              <a:t>Lidar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436223" y="3448985"/>
            <a:ext cx="2223770" cy="1247775"/>
            <a:chOff x="9436223" y="3448985"/>
            <a:chExt cx="2223770" cy="1247775"/>
          </a:xfrm>
        </p:grpSpPr>
        <p:sp>
          <p:nvSpPr>
            <p:cNvPr id="11" name="object 11"/>
            <p:cNvSpPr/>
            <p:nvPr/>
          </p:nvSpPr>
          <p:spPr>
            <a:xfrm>
              <a:off x="9494457" y="3452160"/>
              <a:ext cx="576580" cy="250825"/>
            </a:xfrm>
            <a:custGeom>
              <a:avLst/>
              <a:gdLst/>
              <a:ahLst/>
              <a:cxnLst/>
              <a:rect l="l" t="t" r="r" b="b"/>
              <a:pathLst>
                <a:path w="576579" h="250825">
                  <a:moveTo>
                    <a:pt x="576224" y="0"/>
                  </a:moveTo>
                  <a:lnTo>
                    <a:pt x="0" y="250418"/>
                  </a:lnTo>
                </a:path>
              </a:pathLst>
            </a:custGeom>
            <a:ln w="6350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436223" y="3662570"/>
              <a:ext cx="85090" cy="70485"/>
            </a:xfrm>
            <a:custGeom>
              <a:avLst/>
              <a:gdLst/>
              <a:ahLst/>
              <a:cxnLst/>
              <a:rect l="l" t="t" r="r" b="b"/>
              <a:pathLst>
                <a:path w="85090" h="70485">
                  <a:moveTo>
                    <a:pt x="54698" y="0"/>
                  </a:moveTo>
                  <a:lnTo>
                    <a:pt x="0" y="65316"/>
                  </a:lnTo>
                  <a:lnTo>
                    <a:pt x="85077" y="69888"/>
                  </a:lnTo>
                  <a:lnTo>
                    <a:pt x="54698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88232" y="4599280"/>
              <a:ext cx="71268" cy="9740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830549" y="3568331"/>
              <a:ext cx="1243330" cy="168275"/>
            </a:xfrm>
            <a:custGeom>
              <a:avLst/>
              <a:gdLst/>
              <a:ahLst/>
              <a:cxnLst/>
              <a:rect l="l" t="t" r="r" b="b"/>
              <a:pathLst>
                <a:path w="1243329" h="168275">
                  <a:moveTo>
                    <a:pt x="1242860" y="0"/>
                  </a:moveTo>
                  <a:lnTo>
                    <a:pt x="0" y="0"/>
                  </a:lnTo>
                  <a:lnTo>
                    <a:pt x="0" y="168275"/>
                  </a:lnTo>
                  <a:lnTo>
                    <a:pt x="1242860" y="168275"/>
                  </a:lnTo>
                  <a:lnTo>
                    <a:pt x="12428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9830549" y="3568331"/>
              <a:ext cx="1243330" cy="168275"/>
            </a:xfrm>
            <a:custGeom>
              <a:avLst/>
              <a:gdLst/>
              <a:ahLst/>
              <a:cxnLst/>
              <a:rect l="l" t="t" r="r" b="b"/>
              <a:pathLst>
                <a:path w="1243329" h="168275">
                  <a:moveTo>
                    <a:pt x="0" y="0"/>
                  </a:moveTo>
                  <a:lnTo>
                    <a:pt x="1242860" y="0"/>
                  </a:lnTo>
                  <a:lnTo>
                    <a:pt x="1242860" y="168275"/>
                  </a:lnTo>
                  <a:lnTo>
                    <a:pt x="0" y="16827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9836899" y="3555179"/>
            <a:ext cx="123063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105"/>
              </a:spcBef>
            </a:pPr>
            <a:r>
              <a:rPr dirty="0" sz="1050" b="1">
                <a:latin typeface="맑은 고딕"/>
                <a:cs typeface="맑은 고딕"/>
              </a:rPr>
              <a:t>각도별</a:t>
            </a:r>
            <a:r>
              <a:rPr dirty="0" sz="1050" spc="-110" b="1">
                <a:latin typeface="맑은 고딕"/>
                <a:cs typeface="맑은 고딕"/>
              </a:rPr>
              <a:t> </a:t>
            </a:r>
            <a:r>
              <a:rPr dirty="0" sz="1050" b="1">
                <a:latin typeface="맑은 고딕"/>
                <a:cs typeface="맑은 고딕"/>
              </a:rPr>
              <a:t>거리</a:t>
            </a:r>
            <a:r>
              <a:rPr dirty="0" sz="1050" spc="-95" b="1">
                <a:latin typeface="맑은 고딕"/>
                <a:cs typeface="맑은 고딕"/>
              </a:rPr>
              <a:t> </a:t>
            </a:r>
            <a:r>
              <a:rPr dirty="0" sz="1050" spc="-25" b="1">
                <a:latin typeface="맑은 고딕"/>
                <a:cs typeface="맑은 고딕"/>
              </a:rPr>
              <a:t>정보</a:t>
            </a:r>
            <a:endParaRPr sz="1050">
              <a:latin typeface="맑은 고딕"/>
              <a:cs typeface="맑은 고딕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14405" y="3145167"/>
            <a:ext cx="9502775" cy="3368040"/>
            <a:chOff x="314405" y="3145167"/>
            <a:chExt cx="9502775" cy="3368040"/>
          </a:xfrm>
        </p:grpSpPr>
        <p:sp>
          <p:nvSpPr>
            <p:cNvPr id="18" name="object 18"/>
            <p:cNvSpPr/>
            <p:nvPr/>
          </p:nvSpPr>
          <p:spPr>
            <a:xfrm>
              <a:off x="8128410" y="4216521"/>
              <a:ext cx="1659889" cy="2267585"/>
            </a:xfrm>
            <a:custGeom>
              <a:avLst/>
              <a:gdLst/>
              <a:ahLst/>
              <a:cxnLst/>
              <a:rect l="l" t="t" r="r" b="b"/>
              <a:pathLst>
                <a:path w="1659890" h="2267585">
                  <a:moveTo>
                    <a:pt x="0" y="1133779"/>
                  </a:moveTo>
                  <a:lnTo>
                    <a:pt x="957" y="1078847"/>
                  </a:lnTo>
                  <a:lnTo>
                    <a:pt x="3799" y="1024590"/>
                  </a:lnTo>
                  <a:lnTo>
                    <a:pt x="8483" y="971067"/>
                  </a:lnTo>
                  <a:lnTo>
                    <a:pt x="14965" y="918337"/>
                  </a:lnTo>
                  <a:lnTo>
                    <a:pt x="23201" y="866460"/>
                  </a:lnTo>
                  <a:lnTo>
                    <a:pt x="33149" y="815495"/>
                  </a:lnTo>
                  <a:lnTo>
                    <a:pt x="44765" y="765502"/>
                  </a:lnTo>
                  <a:lnTo>
                    <a:pt x="58005" y="716540"/>
                  </a:lnTo>
                  <a:lnTo>
                    <a:pt x="72826" y="668669"/>
                  </a:lnTo>
                  <a:lnTo>
                    <a:pt x="89184" y="621947"/>
                  </a:lnTo>
                  <a:lnTo>
                    <a:pt x="107036" y="576435"/>
                  </a:lnTo>
                  <a:lnTo>
                    <a:pt x="126338" y="532191"/>
                  </a:lnTo>
                  <a:lnTo>
                    <a:pt x="147047" y="489275"/>
                  </a:lnTo>
                  <a:lnTo>
                    <a:pt x="169120" y="447746"/>
                  </a:lnTo>
                  <a:lnTo>
                    <a:pt x="192513" y="407665"/>
                  </a:lnTo>
                  <a:lnTo>
                    <a:pt x="217182" y="369089"/>
                  </a:lnTo>
                  <a:lnTo>
                    <a:pt x="243084" y="332079"/>
                  </a:lnTo>
                  <a:lnTo>
                    <a:pt x="270176" y="296694"/>
                  </a:lnTo>
                  <a:lnTo>
                    <a:pt x="298413" y="262994"/>
                  </a:lnTo>
                  <a:lnTo>
                    <a:pt x="327754" y="231037"/>
                  </a:lnTo>
                  <a:lnTo>
                    <a:pt x="358153" y="200883"/>
                  </a:lnTo>
                  <a:lnTo>
                    <a:pt x="389568" y="172592"/>
                  </a:lnTo>
                  <a:lnTo>
                    <a:pt x="421955" y="146223"/>
                  </a:lnTo>
                  <a:lnTo>
                    <a:pt x="455271" y="121835"/>
                  </a:lnTo>
                  <a:lnTo>
                    <a:pt x="489472" y="99488"/>
                  </a:lnTo>
                  <a:lnTo>
                    <a:pt x="524515" y="79242"/>
                  </a:lnTo>
                  <a:lnTo>
                    <a:pt x="560357" y="61154"/>
                  </a:lnTo>
                  <a:lnTo>
                    <a:pt x="596953" y="45286"/>
                  </a:lnTo>
                  <a:lnTo>
                    <a:pt x="634260" y="31696"/>
                  </a:lnTo>
                  <a:lnTo>
                    <a:pt x="672235" y="20444"/>
                  </a:lnTo>
                  <a:lnTo>
                    <a:pt x="710834" y="11588"/>
                  </a:lnTo>
                  <a:lnTo>
                    <a:pt x="750015" y="5190"/>
                  </a:lnTo>
                  <a:lnTo>
                    <a:pt x="789733" y="1307"/>
                  </a:lnTo>
                  <a:lnTo>
                    <a:pt x="829944" y="0"/>
                  </a:lnTo>
                  <a:lnTo>
                    <a:pt x="870155" y="1307"/>
                  </a:lnTo>
                  <a:lnTo>
                    <a:pt x="909872" y="5190"/>
                  </a:lnTo>
                  <a:lnTo>
                    <a:pt x="949051" y="11588"/>
                  </a:lnTo>
                  <a:lnTo>
                    <a:pt x="987650" y="20444"/>
                  </a:lnTo>
                  <a:lnTo>
                    <a:pt x="1025624" y="31696"/>
                  </a:lnTo>
                  <a:lnTo>
                    <a:pt x="1062931" y="45286"/>
                  </a:lnTo>
                  <a:lnTo>
                    <a:pt x="1099526" y="61154"/>
                  </a:lnTo>
                  <a:lnTo>
                    <a:pt x="1135367" y="79242"/>
                  </a:lnTo>
                  <a:lnTo>
                    <a:pt x="1170409" y="99488"/>
                  </a:lnTo>
                  <a:lnTo>
                    <a:pt x="1204609" y="121835"/>
                  </a:lnTo>
                  <a:lnTo>
                    <a:pt x="1237925" y="146223"/>
                  </a:lnTo>
                  <a:lnTo>
                    <a:pt x="1270312" y="172592"/>
                  </a:lnTo>
                  <a:lnTo>
                    <a:pt x="1301726" y="200883"/>
                  </a:lnTo>
                  <a:lnTo>
                    <a:pt x="1332125" y="231037"/>
                  </a:lnTo>
                  <a:lnTo>
                    <a:pt x="1361465" y="262994"/>
                  </a:lnTo>
                  <a:lnTo>
                    <a:pt x="1389703" y="296694"/>
                  </a:lnTo>
                  <a:lnTo>
                    <a:pt x="1416794" y="332079"/>
                  </a:lnTo>
                  <a:lnTo>
                    <a:pt x="1442696" y="369089"/>
                  </a:lnTo>
                  <a:lnTo>
                    <a:pt x="1467365" y="407665"/>
                  </a:lnTo>
                  <a:lnTo>
                    <a:pt x="1490757" y="447746"/>
                  </a:lnTo>
                  <a:lnTo>
                    <a:pt x="1512830" y="489275"/>
                  </a:lnTo>
                  <a:lnTo>
                    <a:pt x="1533539" y="532191"/>
                  </a:lnTo>
                  <a:lnTo>
                    <a:pt x="1552841" y="576435"/>
                  </a:lnTo>
                  <a:lnTo>
                    <a:pt x="1570693" y="621947"/>
                  </a:lnTo>
                  <a:lnTo>
                    <a:pt x="1587051" y="668669"/>
                  </a:lnTo>
                  <a:lnTo>
                    <a:pt x="1601872" y="716540"/>
                  </a:lnTo>
                  <a:lnTo>
                    <a:pt x="1615112" y="765502"/>
                  </a:lnTo>
                  <a:lnTo>
                    <a:pt x="1626727" y="815495"/>
                  </a:lnTo>
                  <a:lnTo>
                    <a:pt x="1636675" y="866460"/>
                  </a:lnTo>
                  <a:lnTo>
                    <a:pt x="1644912" y="918337"/>
                  </a:lnTo>
                  <a:lnTo>
                    <a:pt x="1651394" y="971067"/>
                  </a:lnTo>
                  <a:lnTo>
                    <a:pt x="1656078" y="1024590"/>
                  </a:lnTo>
                  <a:lnTo>
                    <a:pt x="1658920" y="1078847"/>
                  </a:lnTo>
                  <a:lnTo>
                    <a:pt x="1659877" y="1133779"/>
                  </a:lnTo>
                  <a:lnTo>
                    <a:pt x="1658920" y="1188711"/>
                  </a:lnTo>
                  <a:lnTo>
                    <a:pt x="1656078" y="1242969"/>
                  </a:lnTo>
                  <a:lnTo>
                    <a:pt x="1651394" y="1296492"/>
                  </a:lnTo>
                  <a:lnTo>
                    <a:pt x="1644912" y="1349222"/>
                  </a:lnTo>
                  <a:lnTo>
                    <a:pt x="1636675" y="1401098"/>
                  </a:lnTo>
                  <a:lnTo>
                    <a:pt x="1626727" y="1452063"/>
                  </a:lnTo>
                  <a:lnTo>
                    <a:pt x="1615112" y="1502056"/>
                  </a:lnTo>
                  <a:lnTo>
                    <a:pt x="1601872" y="1551018"/>
                  </a:lnTo>
                  <a:lnTo>
                    <a:pt x="1587051" y="1598890"/>
                  </a:lnTo>
                  <a:lnTo>
                    <a:pt x="1570693" y="1645612"/>
                  </a:lnTo>
                  <a:lnTo>
                    <a:pt x="1552841" y="1691124"/>
                  </a:lnTo>
                  <a:lnTo>
                    <a:pt x="1533539" y="1735368"/>
                  </a:lnTo>
                  <a:lnTo>
                    <a:pt x="1512830" y="1778284"/>
                  </a:lnTo>
                  <a:lnTo>
                    <a:pt x="1490757" y="1819812"/>
                  </a:lnTo>
                  <a:lnTo>
                    <a:pt x="1467365" y="1859894"/>
                  </a:lnTo>
                  <a:lnTo>
                    <a:pt x="1442696" y="1898470"/>
                  </a:lnTo>
                  <a:lnTo>
                    <a:pt x="1416794" y="1935480"/>
                  </a:lnTo>
                  <a:lnTo>
                    <a:pt x="1389703" y="1970864"/>
                  </a:lnTo>
                  <a:lnTo>
                    <a:pt x="1361465" y="2004565"/>
                  </a:lnTo>
                  <a:lnTo>
                    <a:pt x="1332125" y="2036522"/>
                  </a:lnTo>
                  <a:lnTo>
                    <a:pt x="1301726" y="2066675"/>
                  </a:lnTo>
                  <a:lnTo>
                    <a:pt x="1270312" y="2094966"/>
                  </a:lnTo>
                  <a:lnTo>
                    <a:pt x="1237925" y="2121336"/>
                  </a:lnTo>
                  <a:lnTo>
                    <a:pt x="1204609" y="2145723"/>
                  </a:lnTo>
                  <a:lnTo>
                    <a:pt x="1170409" y="2168070"/>
                  </a:lnTo>
                  <a:lnTo>
                    <a:pt x="1135367" y="2188317"/>
                  </a:lnTo>
                  <a:lnTo>
                    <a:pt x="1099526" y="2206404"/>
                  </a:lnTo>
                  <a:lnTo>
                    <a:pt x="1062931" y="2222273"/>
                  </a:lnTo>
                  <a:lnTo>
                    <a:pt x="1025624" y="2235863"/>
                  </a:lnTo>
                  <a:lnTo>
                    <a:pt x="987650" y="2247115"/>
                  </a:lnTo>
                  <a:lnTo>
                    <a:pt x="949051" y="2255970"/>
                  </a:lnTo>
                  <a:lnTo>
                    <a:pt x="909872" y="2262369"/>
                  </a:lnTo>
                  <a:lnTo>
                    <a:pt x="870155" y="2266252"/>
                  </a:lnTo>
                  <a:lnTo>
                    <a:pt x="829944" y="2267559"/>
                  </a:lnTo>
                  <a:lnTo>
                    <a:pt x="789733" y="2266252"/>
                  </a:lnTo>
                  <a:lnTo>
                    <a:pt x="750015" y="2262369"/>
                  </a:lnTo>
                  <a:lnTo>
                    <a:pt x="710834" y="2255970"/>
                  </a:lnTo>
                  <a:lnTo>
                    <a:pt x="672235" y="2247115"/>
                  </a:lnTo>
                  <a:lnTo>
                    <a:pt x="634260" y="2235863"/>
                  </a:lnTo>
                  <a:lnTo>
                    <a:pt x="596953" y="2222273"/>
                  </a:lnTo>
                  <a:lnTo>
                    <a:pt x="560357" y="2206404"/>
                  </a:lnTo>
                  <a:lnTo>
                    <a:pt x="524515" y="2188317"/>
                  </a:lnTo>
                  <a:lnTo>
                    <a:pt x="489472" y="2168070"/>
                  </a:lnTo>
                  <a:lnTo>
                    <a:pt x="455271" y="2145723"/>
                  </a:lnTo>
                  <a:lnTo>
                    <a:pt x="421955" y="2121336"/>
                  </a:lnTo>
                  <a:lnTo>
                    <a:pt x="389568" y="2094966"/>
                  </a:lnTo>
                  <a:lnTo>
                    <a:pt x="358153" y="2066675"/>
                  </a:lnTo>
                  <a:lnTo>
                    <a:pt x="327754" y="2036522"/>
                  </a:lnTo>
                  <a:lnTo>
                    <a:pt x="298413" y="2004565"/>
                  </a:lnTo>
                  <a:lnTo>
                    <a:pt x="270176" y="1970864"/>
                  </a:lnTo>
                  <a:lnTo>
                    <a:pt x="243084" y="1935480"/>
                  </a:lnTo>
                  <a:lnTo>
                    <a:pt x="217182" y="1898470"/>
                  </a:lnTo>
                  <a:lnTo>
                    <a:pt x="192513" y="1859894"/>
                  </a:lnTo>
                  <a:lnTo>
                    <a:pt x="169120" y="1819812"/>
                  </a:lnTo>
                  <a:lnTo>
                    <a:pt x="147047" y="1778284"/>
                  </a:lnTo>
                  <a:lnTo>
                    <a:pt x="126338" y="1735368"/>
                  </a:lnTo>
                  <a:lnTo>
                    <a:pt x="107036" y="1691124"/>
                  </a:lnTo>
                  <a:lnTo>
                    <a:pt x="89184" y="1645612"/>
                  </a:lnTo>
                  <a:lnTo>
                    <a:pt x="72826" y="1598890"/>
                  </a:lnTo>
                  <a:lnTo>
                    <a:pt x="58005" y="1551018"/>
                  </a:lnTo>
                  <a:lnTo>
                    <a:pt x="44765" y="1502056"/>
                  </a:lnTo>
                  <a:lnTo>
                    <a:pt x="33149" y="1452063"/>
                  </a:lnTo>
                  <a:lnTo>
                    <a:pt x="23201" y="1401098"/>
                  </a:lnTo>
                  <a:lnTo>
                    <a:pt x="14965" y="1349222"/>
                  </a:lnTo>
                  <a:lnTo>
                    <a:pt x="8483" y="1296492"/>
                  </a:lnTo>
                  <a:lnTo>
                    <a:pt x="3799" y="1242969"/>
                  </a:lnTo>
                  <a:lnTo>
                    <a:pt x="957" y="1188711"/>
                  </a:lnTo>
                  <a:lnTo>
                    <a:pt x="0" y="1133779"/>
                  </a:lnTo>
                  <a:close/>
                </a:path>
              </a:pathLst>
            </a:custGeom>
            <a:ln w="5715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4405" y="3145167"/>
              <a:ext cx="7921518" cy="2490356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53435" y="6575830"/>
            <a:ext cx="216789" cy="17067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0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8816" y="537705"/>
            <a:ext cx="5638545" cy="4765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3838" y="2820613"/>
            <a:ext cx="10515420" cy="332065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61013" y="1301626"/>
            <a:ext cx="6528434" cy="19221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12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Power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System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Configuratio</a:t>
            </a:r>
            <a:endParaRPr sz="24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125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Powered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by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electricit</a:t>
            </a:r>
            <a:endParaRPr sz="20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254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Connected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via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battery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as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below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25"/>
              </a:spcBef>
            </a:pPr>
            <a:endParaRPr sz="20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"/>
                <a:cs typeface="Arial"/>
              </a:rPr>
              <a:t>12V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DC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66370" y="3844757"/>
            <a:ext cx="10280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220V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AC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49079" y="3888023"/>
            <a:ext cx="9169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12V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DC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45770" y="4883658"/>
            <a:ext cx="9169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12V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DC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3730" y="3429000"/>
            <a:ext cx="1815680" cy="1630679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2163" y="6576731"/>
            <a:ext cx="229958" cy="16977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0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0482" y="537955"/>
            <a:ext cx="4287329" cy="3756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1626"/>
            <a:ext cx="6047740" cy="391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08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How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assemble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front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rear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wheels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7443" y="2420797"/>
            <a:ext cx="5278170" cy="241727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96000" y="2420797"/>
            <a:ext cx="5214632" cy="241727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2161" y="6575837"/>
            <a:ext cx="193471" cy="16786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3721" y="523694"/>
            <a:ext cx="1455801" cy="25834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062594" y="673328"/>
            <a:ext cx="197485" cy="25400"/>
          </a:xfrm>
          <a:custGeom>
            <a:avLst/>
            <a:gdLst/>
            <a:ahLst/>
            <a:cxnLst/>
            <a:rect l="l" t="t" r="r" b="b"/>
            <a:pathLst>
              <a:path w="197485" h="25400">
                <a:moveTo>
                  <a:pt x="197485" y="0"/>
                </a:moveTo>
                <a:lnTo>
                  <a:pt x="0" y="0"/>
                </a:lnTo>
                <a:lnTo>
                  <a:pt x="0" y="25146"/>
                </a:lnTo>
                <a:lnTo>
                  <a:pt x="197485" y="25146"/>
                </a:lnTo>
                <a:lnTo>
                  <a:pt x="197485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8318" y="519363"/>
            <a:ext cx="6915124" cy="2626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1626"/>
            <a:ext cx="2742565" cy="391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08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Summary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diagram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199555" y="1807616"/>
            <a:ext cx="4435475" cy="4398645"/>
            <a:chOff x="5199555" y="1807616"/>
            <a:chExt cx="4435475" cy="4398645"/>
          </a:xfrm>
        </p:grpSpPr>
        <p:sp>
          <p:nvSpPr>
            <p:cNvPr id="9" name="object 9"/>
            <p:cNvSpPr/>
            <p:nvPr/>
          </p:nvSpPr>
          <p:spPr>
            <a:xfrm>
              <a:off x="5462977" y="1813965"/>
              <a:ext cx="2761615" cy="2287270"/>
            </a:xfrm>
            <a:custGeom>
              <a:avLst/>
              <a:gdLst/>
              <a:ahLst/>
              <a:cxnLst/>
              <a:rect l="l" t="t" r="r" b="b"/>
              <a:pathLst>
                <a:path w="2761615" h="2287270">
                  <a:moveTo>
                    <a:pt x="2686024" y="0"/>
                  </a:moveTo>
                  <a:lnTo>
                    <a:pt x="0" y="2195042"/>
                  </a:lnTo>
                  <a:lnTo>
                    <a:pt x="75260" y="2287143"/>
                  </a:lnTo>
                  <a:lnTo>
                    <a:pt x="2761284" y="92100"/>
                  </a:lnTo>
                  <a:lnTo>
                    <a:pt x="268602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462977" y="1813966"/>
              <a:ext cx="2761615" cy="2287270"/>
            </a:xfrm>
            <a:custGeom>
              <a:avLst/>
              <a:gdLst/>
              <a:ahLst/>
              <a:cxnLst/>
              <a:rect l="l" t="t" r="r" b="b"/>
              <a:pathLst>
                <a:path w="2761615" h="2287270">
                  <a:moveTo>
                    <a:pt x="2686024" y="0"/>
                  </a:moveTo>
                  <a:lnTo>
                    <a:pt x="2761284" y="92100"/>
                  </a:lnTo>
                  <a:lnTo>
                    <a:pt x="75260" y="2287143"/>
                  </a:lnTo>
                  <a:lnTo>
                    <a:pt x="0" y="2195042"/>
                  </a:lnTo>
                  <a:lnTo>
                    <a:pt x="2686024" y="0"/>
                  </a:lnTo>
                  <a:close/>
                </a:path>
              </a:pathLst>
            </a:custGeom>
            <a:ln w="12700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842709" y="3497695"/>
              <a:ext cx="2785745" cy="2312035"/>
            </a:xfrm>
            <a:custGeom>
              <a:avLst/>
              <a:gdLst/>
              <a:ahLst/>
              <a:cxnLst/>
              <a:rect l="l" t="t" r="r" b="b"/>
              <a:pathLst>
                <a:path w="2785745" h="2312035">
                  <a:moveTo>
                    <a:pt x="2698076" y="0"/>
                  </a:moveTo>
                  <a:lnTo>
                    <a:pt x="0" y="2204885"/>
                  </a:lnTo>
                  <a:lnTo>
                    <a:pt x="87503" y="2311958"/>
                  </a:lnTo>
                  <a:lnTo>
                    <a:pt x="2785579" y="107073"/>
                  </a:lnTo>
                  <a:lnTo>
                    <a:pt x="269807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842709" y="3497695"/>
              <a:ext cx="2785745" cy="2312035"/>
            </a:xfrm>
            <a:custGeom>
              <a:avLst/>
              <a:gdLst/>
              <a:ahLst/>
              <a:cxnLst/>
              <a:rect l="l" t="t" r="r" b="b"/>
              <a:pathLst>
                <a:path w="2785745" h="2312035">
                  <a:moveTo>
                    <a:pt x="2698076" y="0"/>
                  </a:moveTo>
                  <a:lnTo>
                    <a:pt x="2785579" y="107073"/>
                  </a:lnTo>
                  <a:lnTo>
                    <a:pt x="87503" y="2311958"/>
                  </a:lnTo>
                  <a:lnTo>
                    <a:pt x="0" y="2204885"/>
                  </a:lnTo>
                  <a:lnTo>
                    <a:pt x="2698076" y="0"/>
                  </a:lnTo>
                  <a:close/>
                </a:path>
              </a:pathLst>
            </a:custGeom>
            <a:ln w="12700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205905" y="3868997"/>
              <a:ext cx="1974214" cy="2330450"/>
            </a:xfrm>
            <a:custGeom>
              <a:avLst/>
              <a:gdLst/>
              <a:ahLst/>
              <a:cxnLst/>
              <a:rect l="l" t="t" r="r" b="b"/>
              <a:pathLst>
                <a:path w="1974215" h="2330450">
                  <a:moveTo>
                    <a:pt x="88519" y="0"/>
                  </a:moveTo>
                  <a:lnTo>
                    <a:pt x="0" y="73964"/>
                  </a:lnTo>
                  <a:lnTo>
                    <a:pt x="1885365" y="2330310"/>
                  </a:lnTo>
                  <a:lnTo>
                    <a:pt x="1973897" y="2256332"/>
                  </a:lnTo>
                  <a:lnTo>
                    <a:pt x="88519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205905" y="3868996"/>
              <a:ext cx="1974214" cy="2330450"/>
            </a:xfrm>
            <a:custGeom>
              <a:avLst/>
              <a:gdLst/>
              <a:ahLst/>
              <a:cxnLst/>
              <a:rect l="l" t="t" r="r" b="b"/>
              <a:pathLst>
                <a:path w="1974215" h="2330450">
                  <a:moveTo>
                    <a:pt x="0" y="73964"/>
                  </a:moveTo>
                  <a:lnTo>
                    <a:pt x="88519" y="0"/>
                  </a:lnTo>
                  <a:lnTo>
                    <a:pt x="1973897" y="2256332"/>
                  </a:lnTo>
                  <a:lnTo>
                    <a:pt x="1885365" y="2330310"/>
                  </a:lnTo>
                  <a:lnTo>
                    <a:pt x="0" y="73964"/>
                  </a:lnTo>
                  <a:close/>
                </a:path>
              </a:pathLst>
            </a:custGeom>
            <a:ln w="12700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697278" y="3093050"/>
              <a:ext cx="459740" cy="161925"/>
            </a:xfrm>
            <a:custGeom>
              <a:avLst/>
              <a:gdLst/>
              <a:ahLst/>
              <a:cxnLst/>
              <a:rect l="l" t="t" r="r" b="b"/>
              <a:pathLst>
                <a:path w="459739" h="161925">
                  <a:moveTo>
                    <a:pt x="0" y="0"/>
                  </a:moveTo>
                  <a:lnTo>
                    <a:pt x="459270" y="161861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31905" y="3214752"/>
              <a:ext cx="85090" cy="72390"/>
            </a:xfrm>
            <a:custGeom>
              <a:avLst/>
              <a:gdLst/>
              <a:ahLst/>
              <a:cxnLst/>
              <a:rect l="l" t="t" r="r" b="b"/>
              <a:pathLst>
                <a:path w="85089" h="72389">
                  <a:moveTo>
                    <a:pt x="25336" y="0"/>
                  </a:moveTo>
                  <a:lnTo>
                    <a:pt x="0" y="71869"/>
                  </a:lnTo>
                  <a:lnTo>
                    <a:pt x="84531" y="61264"/>
                  </a:lnTo>
                  <a:lnTo>
                    <a:pt x="253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5110980" y="2938146"/>
            <a:ext cx="5600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Arial"/>
                <a:cs typeface="Arial"/>
              </a:rPr>
              <a:t>PCB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Arial"/>
                <a:cs typeface="Arial"/>
              </a:rPr>
              <a:t>Support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016051" y="4964522"/>
            <a:ext cx="377825" cy="281940"/>
            <a:chOff x="8016051" y="4964522"/>
            <a:chExt cx="377825" cy="281940"/>
          </a:xfrm>
        </p:grpSpPr>
        <p:sp>
          <p:nvSpPr>
            <p:cNvPr id="19" name="object 19"/>
            <p:cNvSpPr/>
            <p:nvPr/>
          </p:nvSpPr>
          <p:spPr>
            <a:xfrm>
              <a:off x="8066963" y="5002472"/>
              <a:ext cx="323215" cy="241300"/>
            </a:xfrm>
            <a:custGeom>
              <a:avLst/>
              <a:gdLst/>
              <a:ahLst/>
              <a:cxnLst/>
              <a:rect l="l" t="t" r="r" b="b"/>
              <a:pathLst>
                <a:path w="323215" h="241300">
                  <a:moveTo>
                    <a:pt x="323202" y="240817"/>
                  </a:moveTo>
                  <a:lnTo>
                    <a:pt x="0" y="0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016051" y="4964522"/>
              <a:ext cx="84455" cy="76200"/>
            </a:xfrm>
            <a:custGeom>
              <a:avLst/>
              <a:gdLst/>
              <a:ahLst/>
              <a:cxnLst/>
              <a:rect l="l" t="t" r="r" b="b"/>
              <a:pathLst>
                <a:path w="84454" h="76200">
                  <a:moveTo>
                    <a:pt x="0" y="0"/>
                  </a:moveTo>
                  <a:lnTo>
                    <a:pt x="38328" y="76085"/>
                  </a:lnTo>
                  <a:lnTo>
                    <a:pt x="83858" y="149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8377249" y="5231393"/>
            <a:ext cx="5600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Arial"/>
                <a:cs typeface="Arial"/>
              </a:rPr>
              <a:t>PCB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Arial"/>
                <a:cs typeface="Arial"/>
              </a:rPr>
              <a:t>Support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169103" y="1515427"/>
            <a:ext cx="4810125" cy="4556125"/>
            <a:chOff x="5169103" y="1515427"/>
            <a:chExt cx="4810125" cy="4556125"/>
          </a:xfrm>
        </p:grpSpPr>
        <p:sp>
          <p:nvSpPr>
            <p:cNvPr id="23" name="object 23"/>
            <p:cNvSpPr/>
            <p:nvPr/>
          </p:nvSpPr>
          <p:spPr>
            <a:xfrm>
              <a:off x="5384700" y="4129559"/>
              <a:ext cx="1758314" cy="1526540"/>
            </a:xfrm>
            <a:custGeom>
              <a:avLst/>
              <a:gdLst/>
              <a:ahLst/>
              <a:cxnLst/>
              <a:rect l="l" t="t" r="r" b="b"/>
              <a:pathLst>
                <a:path w="1758315" h="1526539">
                  <a:moveTo>
                    <a:pt x="1650860" y="0"/>
                  </a:moveTo>
                  <a:lnTo>
                    <a:pt x="0" y="1400086"/>
                  </a:lnTo>
                  <a:lnTo>
                    <a:pt x="107200" y="1526501"/>
                  </a:lnTo>
                  <a:lnTo>
                    <a:pt x="1758073" y="126415"/>
                  </a:lnTo>
                  <a:lnTo>
                    <a:pt x="16508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384700" y="4129559"/>
              <a:ext cx="1758314" cy="1526540"/>
            </a:xfrm>
            <a:custGeom>
              <a:avLst/>
              <a:gdLst/>
              <a:ahLst/>
              <a:cxnLst/>
              <a:rect l="l" t="t" r="r" b="b"/>
              <a:pathLst>
                <a:path w="1758315" h="1526539">
                  <a:moveTo>
                    <a:pt x="1650860" y="0"/>
                  </a:moveTo>
                  <a:lnTo>
                    <a:pt x="1758073" y="126415"/>
                  </a:lnTo>
                  <a:lnTo>
                    <a:pt x="107200" y="1526501"/>
                  </a:lnTo>
                  <a:lnTo>
                    <a:pt x="0" y="1400086"/>
                  </a:lnTo>
                  <a:lnTo>
                    <a:pt x="1650860" y="0"/>
                  </a:lnTo>
                  <a:close/>
                </a:path>
              </a:pathLst>
            </a:custGeom>
            <a:ln w="12700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69103" y="3854005"/>
              <a:ext cx="527875" cy="50643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39382" y="5565026"/>
              <a:ext cx="527900" cy="506437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998541" y="1521777"/>
              <a:ext cx="1974214" cy="2330450"/>
            </a:xfrm>
            <a:custGeom>
              <a:avLst/>
              <a:gdLst/>
              <a:ahLst/>
              <a:cxnLst/>
              <a:rect l="l" t="t" r="r" b="b"/>
              <a:pathLst>
                <a:path w="1974215" h="2330450">
                  <a:moveTo>
                    <a:pt x="88519" y="0"/>
                  </a:moveTo>
                  <a:lnTo>
                    <a:pt x="0" y="73964"/>
                  </a:lnTo>
                  <a:lnTo>
                    <a:pt x="1885365" y="2330310"/>
                  </a:lnTo>
                  <a:lnTo>
                    <a:pt x="1973897" y="2256332"/>
                  </a:lnTo>
                  <a:lnTo>
                    <a:pt x="88519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998539" y="1521777"/>
              <a:ext cx="1974214" cy="2330450"/>
            </a:xfrm>
            <a:custGeom>
              <a:avLst/>
              <a:gdLst/>
              <a:ahLst/>
              <a:cxnLst/>
              <a:rect l="l" t="t" r="r" b="b"/>
              <a:pathLst>
                <a:path w="1974215" h="2330450">
                  <a:moveTo>
                    <a:pt x="0" y="73964"/>
                  </a:moveTo>
                  <a:lnTo>
                    <a:pt x="88519" y="0"/>
                  </a:lnTo>
                  <a:lnTo>
                    <a:pt x="1973897" y="2256332"/>
                  </a:lnTo>
                  <a:lnTo>
                    <a:pt x="1885365" y="2330310"/>
                  </a:lnTo>
                  <a:lnTo>
                    <a:pt x="0" y="73964"/>
                  </a:lnTo>
                  <a:close/>
                </a:path>
              </a:pathLst>
            </a:custGeom>
            <a:ln w="12700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91830" y="1571650"/>
              <a:ext cx="527900" cy="50642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77883" y="3260826"/>
              <a:ext cx="527888" cy="506437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716864" y="4782070"/>
              <a:ext cx="185420" cy="18415"/>
            </a:xfrm>
            <a:custGeom>
              <a:avLst/>
              <a:gdLst/>
              <a:ahLst/>
              <a:cxnLst/>
              <a:rect l="l" t="t" r="r" b="b"/>
              <a:pathLst>
                <a:path w="185420" h="18414">
                  <a:moveTo>
                    <a:pt x="185191" y="17906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653664" y="4745379"/>
              <a:ext cx="80010" cy="76200"/>
            </a:xfrm>
            <a:custGeom>
              <a:avLst/>
              <a:gdLst/>
              <a:ahLst/>
              <a:cxnLst/>
              <a:rect l="l" t="t" r="r" b="b"/>
              <a:pathLst>
                <a:path w="80009" h="76200">
                  <a:moveTo>
                    <a:pt x="79514" y="0"/>
                  </a:moveTo>
                  <a:lnTo>
                    <a:pt x="0" y="30581"/>
                  </a:lnTo>
                  <a:lnTo>
                    <a:pt x="72174" y="75844"/>
                  </a:lnTo>
                  <a:lnTo>
                    <a:pt x="795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6922453" y="4588573"/>
            <a:ext cx="6438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Handle </a:t>
            </a:r>
            <a:r>
              <a:rPr dirty="0" sz="1200">
                <a:latin typeface="Arial"/>
                <a:cs typeface="Arial"/>
              </a:rPr>
              <a:t>Axle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Rod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528298" y="3156849"/>
            <a:ext cx="940435" cy="1838325"/>
            <a:chOff x="8528298" y="3156849"/>
            <a:chExt cx="940435" cy="1838325"/>
          </a:xfrm>
        </p:grpSpPr>
        <p:sp>
          <p:nvSpPr>
            <p:cNvPr id="35" name="object 35"/>
            <p:cNvSpPr/>
            <p:nvPr/>
          </p:nvSpPr>
          <p:spPr>
            <a:xfrm>
              <a:off x="8557183" y="3213406"/>
              <a:ext cx="908685" cy="1778635"/>
            </a:xfrm>
            <a:custGeom>
              <a:avLst/>
              <a:gdLst/>
              <a:ahLst/>
              <a:cxnLst/>
              <a:rect l="l" t="t" r="r" b="b"/>
              <a:pathLst>
                <a:path w="908684" h="1778635">
                  <a:moveTo>
                    <a:pt x="908202" y="1778368"/>
                  </a:moveTo>
                  <a:lnTo>
                    <a:pt x="0" y="0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8528298" y="3156849"/>
              <a:ext cx="69215" cy="85725"/>
            </a:xfrm>
            <a:custGeom>
              <a:avLst/>
              <a:gdLst/>
              <a:ahLst/>
              <a:cxnLst/>
              <a:rect l="l" t="t" r="r" b="b"/>
              <a:pathLst>
                <a:path w="69215" h="85725">
                  <a:moveTo>
                    <a:pt x="0" y="0"/>
                  </a:moveTo>
                  <a:lnTo>
                    <a:pt x="723" y="85191"/>
                  </a:lnTo>
                  <a:lnTo>
                    <a:pt x="68592" y="505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9253542" y="4992506"/>
            <a:ext cx="7213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Variable resistance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947343" y="1929805"/>
            <a:ext cx="3973829" cy="2891155"/>
            <a:chOff x="4947343" y="1929805"/>
            <a:chExt cx="3973829" cy="2891155"/>
          </a:xfrm>
        </p:grpSpPr>
        <p:sp>
          <p:nvSpPr>
            <p:cNvPr id="39" name="object 39"/>
            <p:cNvSpPr/>
            <p:nvPr/>
          </p:nvSpPr>
          <p:spPr>
            <a:xfrm>
              <a:off x="8625381" y="1932980"/>
              <a:ext cx="292735" cy="219710"/>
            </a:xfrm>
            <a:custGeom>
              <a:avLst/>
              <a:gdLst/>
              <a:ahLst/>
              <a:cxnLst/>
              <a:rect l="l" t="t" r="r" b="b"/>
              <a:pathLst>
                <a:path w="292734" h="219710">
                  <a:moveTo>
                    <a:pt x="292506" y="0"/>
                  </a:moveTo>
                  <a:lnTo>
                    <a:pt x="0" y="219417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8574589" y="2114298"/>
              <a:ext cx="83820" cy="76200"/>
            </a:xfrm>
            <a:custGeom>
              <a:avLst/>
              <a:gdLst/>
              <a:ahLst/>
              <a:cxnLst/>
              <a:rect l="l" t="t" r="r" b="b"/>
              <a:pathLst>
                <a:path w="83820" h="76200">
                  <a:moveTo>
                    <a:pt x="38087" y="0"/>
                  </a:moveTo>
                  <a:lnTo>
                    <a:pt x="0" y="76200"/>
                  </a:lnTo>
                  <a:lnTo>
                    <a:pt x="83820" y="60947"/>
                  </a:lnTo>
                  <a:lnTo>
                    <a:pt x="380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378529" y="4596505"/>
              <a:ext cx="304800" cy="220979"/>
            </a:xfrm>
            <a:custGeom>
              <a:avLst/>
              <a:gdLst/>
              <a:ahLst/>
              <a:cxnLst/>
              <a:rect l="l" t="t" r="r" b="b"/>
              <a:pathLst>
                <a:path w="304800" h="220979">
                  <a:moveTo>
                    <a:pt x="0" y="220929"/>
                  </a:moveTo>
                  <a:lnTo>
                    <a:pt x="304647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650530" y="4559231"/>
              <a:ext cx="84455" cy="76200"/>
            </a:xfrm>
            <a:custGeom>
              <a:avLst/>
              <a:gdLst/>
              <a:ahLst/>
              <a:cxnLst/>
              <a:rect l="l" t="t" r="r" b="b"/>
              <a:pathLst>
                <a:path w="84454" h="76200">
                  <a:moveTo>
                    <a:pt x="84061" y="0"/>
                  </a:moveTo>
                  <a:lnTo>
                    <a:pt x="0" y="13893"/>
                  </a:lnTo>
                  <a:lnTo>
                    <a:pt x="44742" y="75577"/>
                  </a:lnTo>
                  <a:lnTo>
                    <a:pt x="840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950518" y="4219064"/>
              <a:ext cx="304800" cy="220979"/>
            </a:xfrm>
            <a:custGeom>
              <a:avLst/>
              <a:gdLst/>
              <a:ahLst/>
              <a:cxnLst/>
              <a:rect l="l" t="t" r="r" b="b"/>
              <a:pathLst>
                <a:path w="304800" h="220979">
                  <a:moveTo>
                    <a:pt x="0" y="220929"/>
                  </a:moveTo>
                  <a:lnTo>
                    <a:pt x="304647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222519" y="4181789"/>
              <a:ext cx="84455" cy="76200"/>
            </a:xfrm>
            <a:custGeom>
              <a:avLst/>
              <a:gdLst/>
              <a:ahLst/>
              <a:cxnLst/>
              <a:rect l="l" t="t" r="r" b="b"/>
              <a:pathLst>
                <a:path w="84454" h="76200">
                  <a:moveTo>
                    <a:pt x="84061" y="0"/>
                  </a:moveTo>
                  <a:lnTo>
                    <a:pt x="0" y="13893"/>
                  </a:lnTo>
                  <a:lnTo>
                    <a:pt x="44742" y="75577"/>
                  </a:lnTo>
                  <a:lnTo>
                    <a:pt x="840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9018681" y="1687726"/>
            <a:ext cx="4165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board</a:t>
            </a:r>
            <a:endParaRPr sz="12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093806" y="4447180"/>
            <a:ext cx="1476375" cy="810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97155" marR="12128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Drill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holes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bolt them</a:t>
            </a:r>
            <a:endParaRPr sz="1200">
              <a:latin typeface="Arial"/>
              <a:cs typeface="Arial"/>
            </a:endParaRPr>
          </a:p>
          <a:p>
            <a:pPr algn="ctr" marL="12700" marR="5080">
              <a:lnSpc>
                <a:spcPct val="100000"/>
              </a:lnSpc>
              <a:spcBef>
                <a:spcPts val="420"/>
              </a:spcBef>
            </a:pPr>
            <a:r>
              <a:rPr dirty="0" sz="1200">
                <a:latin typeface="Arial"/>
                <a:cs typeface="Arial"/>
              </a:rPr>
              <a:t>Children’s</a:t>
            </a:r>
            <a:r>
              <a:rPr dirty="0" sz="1200" spc="-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electric</a:t>
            </a:r>
            <a:r>
              <a:rPr dirty="0" sz="1200" spc="-5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car </a:t>
            </a:r>
            <a:r>
              <a:rPr dirty="0" sz="1200" spc="-10">
                <a:latin typeface="Arial"/>
                <a:cs typeface="Arial"/>
              </a:rPr>
              <a:t>Structure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317856" y="5921402"/>
            <a:ext cx="359410" cy="261620"/>
            <a:chOff x="6317856" y="5921402"/>
            <a:chExt cx="359410" cy="261620"/>
          </a:xfrm>
        </p:grpSpPr>
        <p:sp>
          <p:nvSpPr>
            <p:cNvPr id="48" name="object 48"/>
            <p:cNvSpPr/>
            <p:nvPr/>
          </p:nvSpPr>
          <p:spPr>
            <a:xfrm>
              <a:off x="6321031" y="5958676"/>
              <a:ext cx="304800" cy="220979"/>
            </a:xfrm>
            <a:custGeom>
              <a:avLst/>
              <a:gdLst/>
              <a:ahLst/>
              <a:cxnLst/>
              <a:rect l="l" t="t" r="r" b="b"/>
              <a:pathLst>
                <a:path w="304800" h="220979">
                  <a:moveTo>
                    <a:pt x="0" y="220929"/>
                  </a:moveTo>
                  <a:lnTo>
                    <a:pt x="304647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6593032" y="5921402"/>
              <a:ext cx="84455" cy="76200"/>
            </a:xfrm>
            <a:custGeom>
              <a:avLst/>
              <a:gdLst/>
              <a:ahLst/>
              <a:cxnLst/>
              <a:rect l="l" t="t" r="r" b="b"/>
              <a:pathLst>
                <a:path w="84454" h="76200">
                  <a:moveTo>
                    <a:pt x="84061" y="0"/>
                  </a:moveTo>
                  <a:lnTo>
                    <a:pt x="0" y="13893"/>
                  </a:lnTo>
                  <a:lnTo>
                    <a:pt x="44742" y="75577"/>
                  </a:lnTo>
                  <a:lnTo>
                    <a:pt x="840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5549179" y="6186792"/>
            <a:ext cx="12750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6725" marR="5080" indent="-454659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Drill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holes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bolt them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7029767" y="3128200"/>
            <a:ext cx="1328420" cy="1153160"/>
            <a:chOff x="7029767" y="3128200"/>
            <a:chExt cx="1328420" cy="1153160"/>
          </a:xfrm>
        </p:grpSpPr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29767" y="3128200"/>
              <a:ext cx="1327873" cy="1152728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89163" y="3969444"/>
              <a:ext cx="261815" cy="223318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7256974" y="4149938"/>
            <a:ext cx="6032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insertion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5" name="object 5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086159" y="3188762"/>
            <a:ext cx="261815" cy="223318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8032662" y="3362147"/>
            <a:ext cx="6032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insertion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8257044" y="2201049"/>
            <a:ext cx="1748789" cy="2285365"/>
            <a:chOff x="8257044" y="2201049"/>
            <a:chExt cx="1748789" cy="2285365"/>
          </a:xfrm>
        </p:grpSpPr>
        <p:pic>
          <p:nvPicPr>
            <p:cNvPr id="58" name="object 5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21204" y="2672626"/>
              <a:ext cx="527900" cy="506425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99043" y="2201049"/>
              <a:ext cx="527888" cy="506425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8876827" y="2941936"/>
              <a:ext cx="271145" cy="247015"/>
            </a:xfrm>
            <a:custGeom>
              <a:avLst/>
              <a:gdLst/>
              <a:ahLst/>
              <a:cxnLst/>
              <a:rect l="l" t="t" r="r" b="b"/>
              <a:pathLst>
                <a:path w="271145" h="247014">
                  <a:moveTo>
                    <a:pt x="207530" y="0"/>
                  </a:moveTo>
                  <a:lnTo>
                    <a:pt x="0" y="169595"/>
                  </a:lnTo>
                  <a:lnTo>
                    <a:pt x="63119" y="246824"/>
                  </a:lnTo>
                  <a:lnTo>
                    <a:pt x="270649" y="77228"/>
                  </a:lnTo>
                  <a:lnTo>
                    <a:pt x="20753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8876827" y="2941937"/>
              <a:ext cx="271145" cy="247015"/>
            </a:xfrm>
            <a:custGeom>
              <a:avLst/>
              <a:gdLst/>
              <a:ahLst/>
              <a:cxnLst/>
              <a:rect l="l" t="t" r="r" b="b"/>
              <a:pathLst>
                <a:path w="271145" h="247014">
                  <a:moveTo>
                    <a:pt x="207530" y="0"/>
                  </a:moveTo>
                  <a:lnTo>
                    <a:pt x="270649" y="77228"/>
                  </a:lnTo>
                  <a:lnTo>
                    <a:pt x="63119" y="246824"/>
                  </a:lnTo>
                  <a:lnTo>
                    <a:pt x="0" y="169595"/>
                  </a:lnTo>
                  <a:lnTo>
                    <a:pt x="207530" y="0"/>
                  </a:lnTo>
                  <a:close/>
                </a:path>
              </a:pathLst>
            </a:custGeom>
            <a:ln w="12700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8473868" y="2455294"/>
              <a:ext cx="271145" cy="247015"/>
            </a:xfrm>
            <a:custGeom>
              <a:avLst/>
              <a:gdLst/>
              <a:ahLst/>
              <a:cxnLst/>
              <a:rect l="l" t="t" r="r" b="b"/>
              <a:pathLst>
                <a:path w="271145" h="247014">
                  <a:moveTo>
                    <a:pt x="207530" y="0"/>
                  </a:moveTo>
                  <a:lnTo>
                    <a:pt x="0" y="169595"/>
                  </a:lnTo>
                  <a:lnTo>
                    <a:pt x="63119" y="246824"/>
                  </a:lnTo>
                  <a:lnTo>
                    <a:pt x="270649" y="77228"/>
                  </a:lnTo>
                  <a:lnTo>
                    <a:pt x="20753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8473868" y="2455294"/>
              <a:ext cx="271145" cy="247015"/>
            </a:xfrm>
            <a:custGeom>
              <a:avLst/>
              <a:gdLst/>
              <a:ahLst/>
              <a:cxnLst/>
              <a:rect l="l" t="t" r="r" b="b"/>
              <a:pathLst>
                <a:path w="271145" h="247014">
                  <a:moveTo>
                    <a:pt x="207530" y="0"/>
                  </a:moveTo>
                  <a:lnTo>
                    <a:pt x="270649" y="77228"/>
                  </a:lnTo>
                  <a:lnTo>
                    <a:pt x="63119" y="246824"/>
                  </a:lnTo>
                  <a:lnTo>
                    <a:pt x="0" y="169595"/>
                  </a:lnTo>
                  <a:lnTo>
                    <a:pt x="207530" y="0"/>
                  </a:lnTo>
                  <a:close/>
                </a:path>
              </a:pathLst>
            </a:custGeom>
            <a:ln w="12700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57044" y="2389296"/>
              <a:ext cx="527900" cy="50643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54999" y="2878429"/>
              <a:ext cx="527900" cy="506425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9106335" y="3152700"/>
              <a:ext cx="896619" cy="1330960"/>
            </a:xfrm>
            <a:custGeom>
              <a:avLst/>
              <a:gdLst/>
              <a:ahLst/>
              <a:cxnLst/>
              <a:rect l="l" t="t" r="r" b="b"/>
              <a:pathLst>
                <a:path w="896620" h="1330960">
                  <a:moveTo>
                    <a:pt x="896073" y="1330452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9070860" y="3100040"/>
              <a:ext cx="74295" cy="85090"/>
            </a:xfrm>
            <a:custGeom>
              <a:avLst/>
              <a:gdLst/>
              <a:ahLst/>
              <a:cxnLst/>
              <a:rect l="l" t="t" r="r" b="b"/>
              <a:pathLst>
                <a:path w="74295" h="85089">
                  <a:moveTo>
                    <a:pt x="0" y="0"/>
                  </a:moveTo>
                  <a:lnTo>
                    <a:pt x="10960" y="84480"/>
                  </a:lnTo>
                  <a:lnTo>
                    <a:pt x="74168" y="41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/>
          <p:cNvSpPr txBox="1"/>
          <p:nvPr/>
        </p:nvSpPr>
        <p:spPr>
          <a:xfrm>
            <a:off x="9989494" y="4471253"/>
            <a:ext cx="5600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Arial"/>
                <a:cs typeface="Arial"/>
              </a:rPr>
              <a:t>PCB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Arial"/>
                <a:cs typeface="Arial"/>
              </a:rPr>
              <a:t>Support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7260337" y="1808764"/>
            <a:ext cx="1301750" cy="686435"/>
            <a:chOff x="7260337" y="1808764"/>
            <a:chExt cx="1301750" cy="686435"/>
          </a:xfrm>
        </p:grpSpPr>
        <p:sp>
          <p:nvSpPr>
            <p:cNvPr id="70" name="object 70"/>
            <p:cNvSpPr/>
            <p:nvPr/>
          </p:nvSpPr>
          <p:spPr>
            <a:xfrm>
              <a:off x="7263512" y="1811939"/>
              <a:ext cx="1242060" cy="654050"/>
            </a:xfrm>
            <a:custGeom>
              <a:avLst/>
              <a:gdLst/>
              <a:ahLst/>
              <a:cxnLst/>
              <a:rect l="l" t="t" r="r" b="b"/>
              <a:pathLst>
                <a:path w="1242059" h="654050">
                  <a:moveTo>
                    <a:pt x="0" y="0"/>
                  </a:moveTo>
                  <a:lnTo>
                    <a:pt x="1241755" y="653503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8476279" y="2425809"/>
              <a:ext cx="85725" cy="69215"/>
            </a:xfrm>
            <a:custGeom>
              <a:avLst/>
              <a:gdLst/>
              <a:ahLst/>
              <a:cxnLst/>
              <a:rect l="l" t="t" r="r" b="b"/>
              <a:pathLst>
                <a:path w="85725" h="69214">
                  <a:moveTo>
                    <a:pt x="35496" y="0"/>
                  </a:moveTo>
                  <a:lnTo>
                    <a:pt x="0" y="67424"/>
                  </a:lnTo>
                  <a:lnTo>
                    <a:pt x="85178" y="69202"/>
                  </a:lnTo>
                  <a:lnTo>
                    <a:pt x="354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/>
          <p:cNvSpPr txBox="1"/>
          <p:nvPr/>
        </p:nvSpPr>
        <p:spPr>
          <a:xfrm>
            <a:off x="6677215" y="1657034"/>
            <a:ext cx="5600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Arial"/>
                <a:cs typeface="Arial"/>
              </a:rPr>
              <a:t>PCB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Arial"/>
                <a:cs typeface="Arial"/>
              </a:rPr>
              <a:t>Support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5382437" y="1639100"/>
            <a:ext cx="4345305" cy="4281170"/>
            <a:chOff x="5382437" y="1639100"/>
            <a:chExt cx="4345305" cy="4281170"/>
          </a:xfrm>
        </p:grpSpPr>
        <p:pic>
          <p:nvPicPr>
            <p:cNvPr id="74" name="object 7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16725" y="5447842"/>
              <a:ext cx="493141" cy="471906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90473" y="4694977"/>
              <a:ext cx="1036764" cy="987879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23987" y="4028528"/>
              <a:ext cx="1036777" cy="987882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664702" y="3374887"/>
              <a:ext cx="1062494" cy="956689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82437" y="3749408"/>
              <a:ext cx="493140" cy="471906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47562" y="2925914"/>
              <a:ext cx="1036764" cy="987894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31419" y="2241627"/>
              <a:ext cx="1036764" cy="98788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91717" y="1639100"/>
              <a:ext cx="1062494" cy="956690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790038" y="2789428"/>
              <a:ext cx="496354" cy="466504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389188" y="2316073"/>
              <a:ext cx="493674" cy="471061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900504" y="2396832"/>
              <a:ext cx="1170355" cy="1236878"/>
            </a:xfrm>
            <a:prstGeom prst="rect">
              <a:avLst/>
            </a:prstGeom>
          </p:spPr>
        </p:pic>
      </p:grpSp>
      <p:sp>
        <p:nvSpPr>
          <p:cNvPr id="85" name="object 8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2161" y="6576726"/>
            <a:ext cx="225056" cy="16697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72748" y="513300"/>
            <a:ext cx="11395075" cy="667385"/>
            <a:chOff x="372748" y="513300"/>
            <a:chExt cx="11395075" cy="667385"/>
          </a:xfrm>
        </p:grpSpPr>
        <p:sp>
          <p:nvSpPr>
            <p:cNvPr id="4" name="object 4"/>
            <p:cNvSpPr/>
            <p:nvPr/>
          </p:nvSpPr>
          <p:spPr>
            <a:xfrm>
              <a:off x="382273" y="1170702"/>
              <a:ext cx="11376025" cy="0"/>
            </a:xfrm>
            <a:custGeom>
              <a:avLst/>
              <a:gdLst/>
              <a:ahLst/>
              <a:cxnLst/>
              <a:rect l="l" t="t" r="r" b="b"/>
              <a:pathLst>
                <a:path w="11376025" h="0">
                  <a:moveTo>
                    <a:pt x="0" y="0"/>
                  </a:moveTo>
                  <a:lnTo>
                    <a:pt x="11375999" y="0"/>
                  </a:lnTo>
                </a:path>
              </a:pathLst>
            </a:custGeom>
            <a:ln w="19050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69198" y="513300"/>
              <a:ext cx="5875642" cy="22547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9694" y="517022"/>
            <a:ext cx="1240396" cy="22175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824951" y="645464"/>
            <a:ext cx="169545" cy="21590"/>
          </a:xfrm>
          <a:custGeom>
            <a:avLst/>
            <a:gdLst/>
            <a:ahLst/>
            <a:cxnLst/>
            <a:rect l="l" t="t" r="r" b="b"/>
            <a:pathLst>
              <a:path w="169544" h="21590">
                <a:moveTo>
                  <a:pt x="169519" y="0"/>
                </a:moveTo>
                <a:lnTo>
                  <a:pt x="0" y="0"/>
                </a:lnTo>
                <a:lnTo>
                  <a:pt x="0" y="21577"/>
                </a:lnTo>
                <a:lnTo>
                  <a:pt x="169519" y="21577"/>
                </a:lnTo>
                <a:lnTo>
                  <a:pt x="169519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61013" y="1301626"/>
            <a:ext cx="4137025" cy="391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08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Removing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Existing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Mount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34694" y="474605"/>
            <a:ext cx="6884034" cy="5895975"/>
            <a:chOff x="1534694" y="474605"/>
            <a:chExt cx="6884034" cy="589597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98544" y="474605"/>
              <a:ext cx="4419599" cy="58959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34694" y="2420798"/>
              <a:ext cx="2526536" cy="336715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589720" y="3427476"/>
              <a:ext cx="440690" cy="427355"/>
            </a:xfrm>
            <a:custGeom>
              <a:avLst/>
              <a:gdLst/>
              <a:ahLst/>
              <a:cxnLst/>
              <a:rect l="l" t="t" r="r" b="b"/>
              <a:pathLst>
                <a:path w="440689" h="427354">
                  <a:moveTo>
                    <a:pt x="0" y="0"/>
                  </a:moveTo>
                  <a:lnTo>
                    <a:pt x="440410" y="0"/>
                  </a:lnTo>
                  <a:lnTo>
                    <a:pt x="440410" y="427151"/>
                  </a:lnTo>
                  <a:lnTo>
                    <a:pt x="0" y="427151"/>
                  </a:lnTo>
                  <a:lnTo>
                    <a:pt x="0" y="0"/>
                  </a:lnTo>
                  <a:close/>
                </a:path>
              </a:pathLst>
            </a:custGeom>
            <a:ln w="1143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028599" y="3624954"/>
              <a:ext cx="2179955" cy="43180"/>
            </a:xfrm>
            <a:custGeom>
              <a:avLst/>
              <a:gdLst/>
              <a:ahLst/>
              <a:cxnLst/>
              <a:rect l="l" t="t" r="r" b="b"/>
              <a:pathLst>
                <a:path w="2179954" h="43179">
                  <a:moveTo>
                    <a:pt x="0" y="42938"/>
                  </a:moveTo>
                  <a:lnTo>
                    <a:pt x="2179726" y="0"/>
                  </a:lnTo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167976" y="3511445"/>
              <a:ext cx="231140" cy="228600"/>
            </a:xfrm>
            <a:custGeom>
              <a:avLst/>
              <a:gdLst/>
              <a:ahLst/>
              <a:cxnLst/>
              <a:rect l="l" t="t" r="r" b="b"/>
              <a:pathLst>
                <a:path w="231139" h="228600">
                  <a:moveTo>
                    <a:pt x="0" y="0"/>
                  </a:moveTo>
                  <a:lnTo>
                    <a:pt x="4508" y="228549"/>
                  </a:lnTo>
                  <a:lnTo>
                    <a:pt x="230809" y="109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767956" y="2996914"/>
            <a:ext cx="155511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7830" marR="5080" indent="-405765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00"/>
                </a:solidFill>
                <a:latin typeface="맑은 고딕"/>
                <a:cs typeface="맑은 고딕"/>
              </a:rPr>
              <a:t>Removing</a:t>
            </a:r>
            <a:r>
              <a:rPr dirty="0" sz="1800" spc="-40" b="1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1800" spc="-25" b="1">
                <a:solidFill>
                  <a:srgbClr val="FF0000"/>
                </a:solidFill>
                <a:latin typeface="맑은 고딕"/>
                <a:cs typeface="맑은 고딕"/>
              </a:rPr>
              <a:t>the </a:t>
            </a:r>
            <a:r>
              <a:rPr dirty="0" sz="1800" spc="-10" b="1">
                <a:solidFill>
                  <a:srgbClr val="FF0000"/>
                </a:solidFill>
                <a:latin typeface="맑은 고딕"/>
                <a:cs typeface="맑은 고딕"/>
              </a:rPr>
              <a:t>mount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2159" y="6576726"/>
            <a:ext cx="223050" cy="16977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3197" y="6571215"/>
            <a:ext cx="10668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b="1" i="1">
                <a:solidFill>
                  <a:srgbClr val="404040"/>
                </a:solidFill>
                <a:latin typeface="Arial"/>
                <a:cs typeface="Arial"/>
              </a:rPr>
              <a:t>Automation</a:t>
            </a:r>
            <a:r>
              <a:rPr dirty="0" sz="1050" spc="-45" b="1" i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050" spc="-20" b="1" i="1">
                <a:solidFill>
                  <a:srgbClr val="404040"/>
                </a:solidFill>
                <a:latin typeface="Arial"/>
                <a:cs typeface="Arial"/>
              </a:rPr>
              <a:t>L</a:t>
            </a:r>
            <a:r>
              <a:rPr dirty="0" sz="1000" spc="-20" b="1" i="1">
                <a:solidFill>
                  <a:srgbClr val="404040"/>
                </a:solidFill>
                <a:latin typeface="Arial"/>
                <a:cs typeface="Arial"/>
              </a:rPr>
              <a:t>ab.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9694" y="517022"/>
            <a:ext cx="1240396" cy="22175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824951" y="645464"/>
            <a:ext cx="169545" cy="21590"/>
          </a:xfrm>
          <a:custGeom>
            <a:avLst/>
            <a:gdLst/>
            <a:ahLst/>
            <a:cxnLst/>
            <a:rect l="l" t="t" r="r" b="b"/>
            <a:pathLst>
              <a:path w="169544" h="21590">
                <a:moveTo>
                  <a:pt x="169519" y="0"/>
                </a:moveTo>
                <a:lnTo>
                  <a:pt x="0" y="0"/>
                </a:lnTo>
                <a:lnTo>
                  <a:pt x="0" y="21577"/>
                </a:lnTo>
                <a:lnTo>
                  <a:pt x="169519" y="21577"/>
                </a:lnTo>
                <a:lnTo>
                  <a:pt x="169519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69198" y="513300"/>
            <a:ext cx="5875642" cy="2254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61013" y="1301626"/>
            <a:ext cx="5711825" cy="391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08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 spc="-20">
                <a:latin typeface="Arial"/>
                <a:cs typeface="Arial"/>
              </a:rPr>
              <a:t>Variable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resistance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+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metal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cap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coupling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022768" y="2722052"/>
            <a:ext cx="2700655" cy="2632710"/>
            <a:chOff x="2022768" y="2722052"/>
            <a:chExt cx="2700655" cy="263271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22768" y="2722052"/>
              <a:ext cx="2433781" cy="243378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639921" y="3895534"/>
              <a:ext cx="440690" cy="427355"/>
            </a:xfrm>
            <a:custGeom>
              <a:avLst/>
              <a:gdLst/>
              <a:ahLst/>
              <a:cxnLst/>
              <a:rect l="l" t="t" r="r" b="b"/>
              <a:pathLst>
                <a:path w="440689" h="427354">
                  <a:moveTo>
                    <a:pt x="0" y="0"/>
                  </a:moveTo>
                  <a:lnTo>
                    <a:pt x="440410" y="0"/>
                  </a:lnTo>
                  <a:lnTo>
                    <a:pt x="440410" y="427151"/>
                  </a:lnTo>
                  <a:lnTo>
                    <a:pt x="0" y="427151"/>
                  </a:lnTo>
                  <a:lnTo>
                    <a:pt x="0" y="0"/>
                  </a:lnTo>
                  <a:close/>
                </a:path>
              </a:pathLst>
            </a:custGeom>
            <a:ln w="1143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078801" y="4135946"/>
              <a:ext cx="555625" cy="1050290"/>
            </a:xfrm>
            <a:custGeom>
              <a:avLst/>
              <a:gdLst/>
              <a:ahLst/>
              <a:cxnLst/>
              <a:rect l="l" t="t" r="r" b="b"/>
              <a:pathLst>
                <a:path w="555625" h="1050289">
                  <a:moveTo>
                    <a:pt x="0" y="0"/>
                  </a:moveTo>
                  <a:lnTo>
                    <a:pt x="555459" y="1050201"/>
                  </a:lnTo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15411" y="5099025"/>
              <a:ext cx="208279" cy="255904"/>
            </a:xfrm>
            <a:custGeom>
              <a:avLst/>
              <a:gdLst/>
              <a:ahLst/>
              <a:cxnLst/>
              <a:rect l="l" t="t" r="r" b="b"/>
              <a:pathLst>
                <a:path w="208279" h="255904">
                  <a:moveTo>
                    <a:pt x="202082" y="0"/>
                  </a:moveTo>
                  <a:lnTo>
                    <a:pt x="0" y="106870"/>
                  </a:lnTo>
                  <a:lnTo>
                    <a:pt x="207911" y="255511"/>
                  </a:lnTo>
                  <a:lnTo>
                    <a:pt x="20208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928715" y="5435954"/>
            <a:ext cx="158813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00"/>
                </a:solidFill>
                <a:latin typeface="맑은 고딕"/>
                <a:cs typeface="맑은 고딕"/>
              </a:rPr>
              <a:t>Utilize</a:t>
            </a:r>
            <a:r>
              <a:rPr dirty="0" sz="1800" spc="-30" b="1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1800" spc="-50" b="1">
                <a:solidFill>
                  <a:srgbClr val="FF0000"/>
                </a:solidFill>
                <a:latin typeface="맑은 고딕"/>
                <a:cs typeface="맑은 고딕"/>
              </a:rPr>
              <a:t>a </a:t>
            </a:r>
            <a:r>
              <a:rPr dirty="0" sz="1800" spc="-10" b="1">
                <a:solidFill>
                  <a:srgbClr val="FF0000"/>
                </a:solidFill>
                <a:latin typeface="맑은 고딕"/>
                <a:cs typeface="맑은 고딕"/>
              </a:rPr>
              <a:t>hexagonal </a:t>
            </a:r>
            <a:r>
              <a:rPr dirty="0" sz="1800" b="1">
                <a:solidFill>
                  <a:srgbClr val="FF0000"/>
                </a:solidFill>
                <a:latin typeface="맑은 고딕"/>
                <a:cs typeface="맑은 고딕"/>
              </a:rPr>
              <a:t>screwdriver</a:t>
            </a:r>
            <a:r>
              <a:rPr dirty="0" sz="1800" spc="-70" b="1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1800" spc="-25" b="1">
                <a:solidFill>
                  <a:srgbClr val="FF0000"/>
                </a:solidFill>
                <a:latin typeface="맑은 고딕"/>
                <a:cs typeface="맑은 고딕"/>
              </a:rPr>
              <a:t>to </a:t>
            </a:r>
            <a:r>
              <a:rPr dirty="0" sz="1800" b="1">
                <a:solidFill>
                  <a:srgbClr val="FF0000"/>
                </a:solidFill>
                <a:latin typeface="맑은 고딕"/>
                <a:cs typeface="맑은 고딕"/>
              </a:rPr>
              <a:t>remove</a:t>
            </a:r>
            <a:r>
              <a:rPr dirty="0" sz="1800" spc="-20" b="1">
                <a:solidFill>
                  <a:srgbClr val="FF0000"/>
                </a:solidFill>
                <a:latin typeface="맑은 고딕"/>
                <a:cs typeface="맑은 고딕"/>
              </a:rPr>
              <a:t> small </a:t>
            </a:r>
            <a:r>
              <a:rPr dirty="0" sz="1800" spc="-10" b="1">
                <a:solidFill>
                  <a:srgbClr val="FF0000"/>
                </a:solidFill>
                <a:latin typeface="맑은 고딕"/>
                <a:cs typeface="맑은 고딕"/>
              </a:rPr>
              <a:t>screws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586759" y="3494864"/>
            <a:ext cx="2287905" cy="2299335"/>
            <a:chOff x="6586759" y="3494864"/>
            <a:chExt cx="2287905" cy="2299335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86759" y="3938857"/>
              <a:ext cx="1864950" cy="185525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29804" y="3494864"/>
              <a:ext cx="944485" cy="92820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052260" y="4207299"/>
              <a:ext cx="160655" cy="191135"/>
            </a:xfrm>
            <a:custGeom>
              <a:avLst/>
              <a:gdLst/>
              <a:ahLst/>
              <a:cxnLst/>
              <a:rect l="l" t="t" r="r" b="b"/>
              <a:pathLst>
                <a:path w="160654" h="191135">
                  <a:moveTo>
                    <a:pt x="160261" y="0"/>
                  </a:moveTo>
                  <a:lnTo>
                    <a:pt x="0" y="190982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929806" y="4295626"/>
              <a:ext cx="234950" cy="248920"/>
            </a:xfrm>
            <a:custGeom>
              <a:avLst/>
              <a:gdLst/>
              <a:ahLst/>
              <a:cxnLst/>
              <a:rect l="l" t="t" r="r" b="b"/>
              <a:pathLst>
                <a:path w="234950" h="248920">
                  <a:moveTo>
                    <a:pt x="59372" y="0"/>
                  </a:moveTo>
                  <a:lnTo>
                    <a:pt x="0" y="248589"/>
                  </a:lnTo>
                  <a:lnTo>
                    <a:pt x="234492" y="146939"/>
                  </a:lnTo>
                  <a:lnTo>
                    <a:pt x="593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8394970" y="4337272"/>
            <a:ext cx="978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0000"/>
                </a:solidFill>
                <a:latin typeface="맑은 고딕"/>
                <a:cs typeface="맑은 고딕"/>
              </a:rPr>
              <a:t>insertion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932146" y="1954649"/>
            <a:ext cx="746760" cy="4903470"/>
            <a:chOff x="5932146" y="1954649"/>
            <a:chExt cx="746760" cy="4903470"/>
          </a:xfrm>
        </p:grpSpPr>
        <p:sp>
          <p:nvSpPr>
            <p:cNvPr id="22" name="object 22"/>
            <p:cNvSpPr/>
            <p:nvPr/>
          </p:nvSpPr>
          <p:spPr>
            <a:xfrm>
              <a:off x="6233467" y="2128982"/>
              <a:ext cx="152400" cy="4729480"/>
            </a:xfrm>
            <a:custGeom>
              <a:avLst/>
              <a:gdLst/>
              <a:ahLst/>
              <a:cxnLst/>
              <a:rect l="l" t="t" r="r" b="b"/>
              <a:pathLst>
                <a:path w="152400" h="4729480">
                  <a:moveTo>
                    <a:pt x="0" y="4729022"/>
                  </a:moveTo>
                  <a:lnTo>
                    <a:pt x="152400" y="4729022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4729022"/>
                  </a:lnTo>
                  <a:close/>
                </a:path>
              </a:pathLst>
            </a:custGeom>
            <a:solidFill>
              <a:srgbClr val="062A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217880" y="1967349"/>
              <a:ext cx="448309" cy="489584"/>
            </a:xfrm>
            <a:custGeom>
              <a:avLst/>
              <a:gdLst/>
              <a:ahLst/>
              <a:cxnLst/>
              <a:rect l="l" t="t" r="r" b="b"/>
              <a:pathLst>
                <a:path w="448309" h="489585">
                  <a:moveTo>
                    <a:pt x="122377" y="0"/>
                  </a:moveTo>
                  <a:lnTo>
                    <a:pt x="0" y="0"/>
                  </a:lnTo>
                  <a:lnTo>
                    <a:pt x="36814" y="4444"/>
                  </a:lnTo>
                  <a:lnTo>
                    <a:pt x="72312" y="17433"/>
                  </a:lnTo>
                  <a:lnTo>
                    <a:pt x="106122" y="38452"/>
                  </a:lnTo>
                  <a:lnTo>
                    <a:pt x="137874" y="66986"/>
                  </a:lnTo>
                  <a:lnTo>
                    <a:pt x="167195" y="102519"/>
                  </a:lnTo>
                  <a:lnTo>
                    <a:pt x="193715" y="144536"/>
                  </a:lnTo>
                  <a:lnTo>
                    <a:pt x="217063" y="192522"/>
                  </a:lnTo>
                  <a:lnTo>
                    <a:pt x="236868" y="245963"/>
                  </a:lnTo>
                  <a:lnTo>
                    <a:pt x="252758" y="304341"/>
                  </a:lnTo>
                  <a:lnTo>
                    <a:pt x="264363" y="367144"/>
                  </a:lnTo>
                  <a:lnTo>
                    <a:pt x="203174" y="367144"/>
                  </a:lnTo>
                  <a:lnTo>
                    <a:pt x="334225" y="489521"/>
                  </a:lnTo>
                  <a:lnTo>
                    <a:pt x="447941" y="367144"/>
                  </a:lnTo>
                  <a:lnTo>
                    <a:pt x="386753" y="367144"/>
                  </a:lnTo>
                  <a:lnTo>
                    <a:pt x="375148" y="304341"/>
                  </a:lnTo>
                  <a:lnTo>
                    <a:pt x="359258" y="245963"/>
                  </a:lnTo>
                  <a:lnTo>
                    <a:pt x="339453" y="192522"/>
                  </a:lnTo>
                  <a:lnTo>
                    <a:pt x="316104" y="144536"/>
                  </a:lnTo>
                  <a:lnTo>
                    <a:pt x="289583" y="102519"/>
                  </a:lnTo>
                  <a:lnTo>
                    <a:pt x="260261" y="66986"/>
                  </a:lnTo>
                  <a:lnTo>
                    <a:pt x="228508" y="38452"/>
                  </a:lnTo>
                  <a:lnTo>
                    <a:pt x="194696" y="17433"/>
                  </a:lnTo>
                  <a:lnTo>
                    <a:pt x="159195" y="4444"/>
                  </a:lnTo>
                  <a:lnTo>
                    <a:pt x="12237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944846" y="1967349"/>
              <a:ext cx="334645" cy="489584"/>
            </a:xfrm>
            <a:custGeom>
              <a:avLst/>
              <a:gdLst/>
              <a:ahLst/>
              <a:cxnLst/>
              <a:rect l="l" t="t" r="r" b="b"/>
              <a:pathLst>
                <a:path w="334645" h="489585">
                  <a:moveTo>
                    <a:pt x="273037" y="0"/>
                  </a:moveTo>
                  <a:lnTo>
                    <a:pt x="205806" y="14950"/>
                  </a:lnTo>
                  <a:lnTo>
                    <a:pt x="144678" y="57354"/>
                  </a:lnTo>
                  <a:lnTo>
                    <a:pt x="117042" y="87705"/>
                  </a:lnTo>
                  <a:lnTo>
                    <a:pt x="91700" y="123543"/>
                  </a:lnTo>
                  <a:lnTo>
                    <a:pt x="68906" y="164409"/>
                  </a:lnTo>
                  <a:lnTo>
                    <a:pt x="48917" y="209846"/>
                  </a:lnTo>
                  <a:lnTo>
                    <a:pt x="31989" y="259393"/>
                  </a:lnTo>
                  <a:lnTo>
                    <a:pt x="18377" y="312593"/>
                  </a:lnTo>
                  <a:lnTo>
                    <a:pt x="8338" y="368987"/>
                  </a:lnTo>
                  <a:lnTo>
                    <a:pt x="2127" y="428116"/>
                  </a:lnTo>
                  <a:lnTo>
                    <a:pt x="0" y="489521"/>
                  </a:lnTo>
                  <a:lnTo>
                    <a:pt x="122377" y="489521"/>
                  </a:lnTo>
                  <a:lnTo>
                    <a:pt x="124516" y="428151"/>
                  </a:lnTo>
                  <a:lnTo>
                    <a:pt x="130780" y="368805"/>
                  </a:lnTo>
                  <a:lnTo>
                    <a:pt x="140934" y="312009"/>
                  </a:lnTo>
                  <a:lnTo>
                    <a:pt x="154746" y="258287"/>
                  </a:lnTo>
                  <a:lnTo>
                    <a:pt x="171981" y="208165"/>
                  </a:lnTo>
                  <a:lnTo>
                    <a:pt x="192407" y="162168"/>
                  </a:lnTo>
                  <a:lnTo>
                    <a:pt x="215789" y="120821"/>
                  </a:lnTo>
                  <a:lnTo>
                    <a:pt x="241896" y="84651"/>
                  </a:lnTo>
                  <a:lnTo>
                    <a:pt x="270493" y="54181"/>
                  </a:lnTo>
                  <a:lnTo>
                    <a:pt x="301347" y="29937"/>
                  </a:lnTo>
                  <a:lnTo>
                    <a:pt x="334225" y="12446"/>
                  </a:lnTo>
                  <a:lnTo>
                    <a:pt x="319094" y="7008"/>
                  </a:lnTo>
                  <a:lnTo>
                    <a:pt x="303826" y="3117"/>
                  </a:lnTo>
                  <a:lnTo>
                    <a:pt x="288461" y="780"/>
                  </a:lnTo>
                  <a:lnTo>
                    <a:pt x="273037" y="0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944846" y="1967349"/>
              <a:ext cx="721360" cy="489584"/>
            </a:xfrm>
            <a:custGeom>
              <a:avLst/>
              <a:gdLst/>
              <a:ahLst/>
              <a:cxnLst/>
              <a:rect l="l" t="t" r="r" b="b"/>
              <a:pathLst>
                <a:path w="721359" h="489585">
                  <a:moveTo>
                    <a:pt x="334225" y="12446"/>
                  </a:moveTo>
                  <a:lnTo>
                    <a:pt x="270493" y="54181"/>
                  </a:lnTo>
                  <a:lnTo>
                    <a:pt x="241896" y="84651"/>
                  </a:lnTo>
                  <a:lnTo>
                    <a:pt x="215789" y="120821"/>
                  </a:lnTo>
                  <a:lnTo>
                    <a:pt x="192407" y="162168"/>
                  </a:lnTo>
                  <a:lnTo>
                    <a:pt x="171981" y="208165"/>
                  </a:lnTo>
                  <a:lnTo>
                    <a:pt x="154746" y="258287"/>
                  </a:lnTo>
                  <a:lnTo>
                    <a:pt x="140934" y="312009"/>
                  </a:lnTo>
                  <a:lnTo>
                    <a:pt x="130780" y="368805"/>
                  </a:lnTo>
                  <a:lnTo>
                    <a:pt x="124516" y="428151"/>
                  </a:lnTo>
                  <a:lnTo>
                    <a:pt x="122377" y="489521"/>
                  </a:lnTo>
                  <a:lnTo>
                    <a:pt x="0" y="489521"/>
                  </a:lnTo>
                  <a:lnTo>
                    <a:pt x="2127" y="428116"/>
                  </a:lnTo>
                  <a:lnTo>
                    <a:pt x="8338" y="368987"/>
                  </a:lnTo>
                  <a:lnTo>
                    <a:pt x="18377" y="312593"/>
                  </a:lnTo>
                  <a:lnTo>
                    <a:pt x="31989" y="259393"/>
                  </a:lnTo>
                  <a:lnTo>
                    <a:pt x="48917" y="209846"/>
                  </a:lnTo>
                  <a:lnTo>
                    <a:pt x="68906" y="164409"/>
                  </a:lnTo>
                  <a:lnTo>
                    <a:pt x="91700" y="123543"/>
                  </a:lnTo>
                  <a:lnTo>
                    <a:pt x="117042" y="87705"/>
                  </a:lnTo>
                  <a:lnTo>
                    <a:pt x="144678" y="57354"/>
                  </a:lnTo>
                  <a:lnTo>
                    <a:pt x="174351" y="32950"/>
                  </a:lnTo>
                  <a:lnTo>
                    <a:pt x="238787" y="3814"/>
                  </a:lnTo>
                  <a:lnTo>
                    <a:pt x="273037" y="0"/>
                  </a:lnTo>
                  <a:lnTo>
                    <a:pt x="395414" y="0"/>
                  </a:lnTo>
                  <a:lnTo>
                    <a:pt x="467732" y="17433"/>
                  </a:lnTo>
                  <a:lnTo>
                    <a:pt x="501543" y="38452"/>
                  </a:lnTo>
                  <a:lnTo>
                    <a:pt x="533294" y="66986"/>
                  </a:lnTo>
                  <a:lnTo>
                    <a:pt x="562614" y="102519"/>
                  </a:lnTo>
                  <a:lnTo>
                    <a:pt x="589133" y="144536"/>
                  </a:lnTo>
                  <a:lnTo>
                    <a:pt x="612480" y="192522"/>
                  </a:lnTo>
                  <a:lnTo>
                    <a:pt x="632283" y="245963"/>
                  </a:lnTo>
                  <a:lnTo>
                    <a:pt x="648173" y="304341"/>
                  </a:lnTo>
                  <a:lnTo>
                    <a:pt x="659777" y="367144"/>
                  </a:lnTo>
                  <a:lnTo>
                    <a:pt x="720966" y="367144"/>
                  </a:lnTo>
                  <a:lnTo>
                    <a:pt x="607263" y="489521"/>
                  </a:lnTo>
                  <a:lnTo>
                    <a:pt x="476211" y="367144"/>
                  </a:lnTo>
                  <a:lnTo>
                    <a:pt x="537400" y="367144"/>
                  </a:lnTo>
                  <a:lnTo>
                    <a:pt x="525795" y="304341"/>
                  </a:lnTo>
                  <a:lnTo>
                    <a:pt x="509905" y="245963"/>
                  </a:lnTo>
                  <a:lnTo>
                    <a:pt x="490100" y="192522"/>
                  </a:lnTo>
                  <a:lnTo>
                    <a:pt x="466752" y="144536"/>
                  </a:lnTo>
                  <a:lnTo>
                    <a:pt x="440232" y="102519"/>
                  </a:lnTo>
                  <a:lnTo>
                    <a:pt x="410911" y="66986"/>
                  </a:lnTo>
                  <a:lnTo>
                    <a:pt x="379160" y="38452"/>
                  </a:lnTo>
                  <a:lnTo>
                    <a:pt x="345350" y="17433"/>
                  </a:lnTo>
                  <a:lnTo>
                    <a:pt x="309852" y="4444"/>
                  </a:lnTo>
                  <a:lnTo>
                    <a:pt x="273037" y="0"/>
                  </a:lnTo>
                </a:path>
              </a:pathLst>
            </a:custGeom>
            <a:ln w="25400">
              <a:solidFill>
                <a:srgbClr val="38521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2159" y="6576728"/>
            <a:ext cx="231978" cy="16697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3197" y="6571215"/>
            <a:ext cx="10668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b="1" i="1">
                <a:solidFill>
                  <a:srgbClr val="404040"/>
                </a:solidFill>
                <a:latin typeface="Arial"/>
                <a:cs typeface="Arial"/>
              </a:rPr>
              <a:t>Automation</a:t>
            </a:r>
            <a:r>
              <a:rPr dirty="0" sz="1050" spc="-45" b="1" i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050" spc="-20" b="1" i="1">
                <a:solidFill>
                  <a:srgbClr val="404040"/>
                </a:solidFill>
                <a:latin typeface="Arial"/>
                <a:cs typeface="Arial"/>
              </a:rPr>
              <a:t>L</a:t>
            </a:r>
            <a:r>
              <a:rPr dirty="0" sz="1000" spc="-20" b="1" i="1">
                <a:solidFill>
                  <a:srgbClr val="404040"/>
                </a:solidFill>
                <a:latin typeface="Arial"/>
                <a:cs typeface="Arial"/>
              </a:rPr>
              <a:t>ab.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9694" y="517022"/>
            <a:ext cx="1240396" cy="22175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824951" y="645464"/>
            <a:ext cx="169545" cy="21590"/>
          </a:xfrm>
          <a:custGeom>
            <a:avLst/>
            <a:gdLst/>
            <a:ahLst/>
            <a:cxnLst/>
            <a:rect l="l" t="t" r="r" b="b"/>
            <a:pathLst>
              <a:path w="169544" h="21590">
                <a:moveTo>
                  <a:pt x="169519" y="0"/>
                </a:moveTo>
                <a:lnTo>
                  <a:pt x="0" y="0"/>
                </a:lnTo>
                <a:lnTo>
                  <a:pt x="0" y="21577"/>
                </a:lnTo>
                <a:lnTo>
                  <a:pt x="169519" y="21577"/>
                </a:lnTo>
                <a:lnTo>
                  <a:pt x="169519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69198" y="513300"/>
            <a:ext cx="5875642" cy="2254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61013" y="1301626"/>
            <a:ext cx="8993505" cy="391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08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 spc="-20">
                <a:latin typeface="Arial"/>
                <a:cs typeface="Arial"/>
              </a:rPr>
              <a:t>Variable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resistance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+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Metal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Cap+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3D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Printing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Mount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combination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8272" y="3210877"/>
            <a:ext cx="2314575" cy="2319655"/>
            <a:chOff x="98272" y="3210877"/>
            <a:chExt cx="2314575" cy="231965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272" y="3674976"/>
              <a:ext cx="1864944" cy="185525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67777" y="3210877"/>
              <a:ext cx="944473" cy="92819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90227" y="3923309"/>
              <a:ext cx="160655" cy="191135"/>
            </a:xfrm>
            <a:custGeom>
              <a:avLst/>
              <a:gdLst/>
              <a:ahLst/>
              <a:cxnLst/>
              <a:rect l="l" t="t" r="r" b="b"/>
              <a:pathLst>
                <a:path w="160655" h="191135">
                  <a:moveTo>
                    <a:pt x="160261" y="0"/>
                  </a:moveTo>
                  <a:lnTo>
                    <a:pt x="0" y="190982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467774" y="4011637"/>
              <a:ext cx="234950" cy="248920"/>
            </a:xfrm>
            <a:custGeom>
              <a:avLst/>
              <a:gdLst/>
              <a:ahLst/>
              <a:cxnLst/>
              <a:rect l="l" t="t" r="r" b="b"/>
              <a:pathLst>
                <a:path w="234950" h="248920">
                  <a:moveTo>
                    <a:pt x="59372" y="0"/>
                  </a:moveTo>
                  <a:lnTo>
                    <a:pt x="0" y="248589"/>
                  </a:lnTo>
                  <a:lnTo>
                    <a:pt x="234492" y="146939"/>
                  </a:lnTo>
                  <a:lnTo>
                    <a:pt x="593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654243" y="4229079"/>
            <a:ext cx="92201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0000"/>
                </a:solidFill>
                <a:latin typeface="맑은 고딕"/>
                <a:cs typeface="맑은 고딕"/>
              </a:rPr>
              <a:t>insertion</a:t>
            </a:r>
            <a:endParaRPr sz="1800">
              <a:latin typeface="맑은 고딕"/>
              <a:cs typeface="맑은 고딕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73623" y="3810025"/>
            <a:ext cx="987328" cy="1039520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4806379" y="3471586"/>
            <a:ext cx="1163955" cy="1716405"/>
            <a:chOff x="4806379" y="3471586"/>
            <a:chExt cx="1163955" cy="1716405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06379" y="3471586"/>
              <a:ext cx="1163775" cy="171638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078475" y="3554476"/>
              <a:ext cx="659130" cy="437515"/>
            </a:xfrm>
            <a:custGeom>
              <a:avLst/>
              <a:gdLst/>
              <a:ahLst/>
              <a:cxnLst/>
              <a:rect l="l" t="t" r="r" b="b"/>
              <a:pathLst>
                <a:path w="659129" h="437514">
                  <a:moveTo>
                    <a:pt x="0" y="0"/>
                  </a:moveTo>
                  <a:lnTo>
                    <a:pt x="658825" y="0"/>
                  </a:lnTo>
                  <a:lnTo>
                    <a:pt x="658825" y="437159"/>
                  </a:lnTo>
                  <a:lnTo>
                    <a:pt x="0" y="437159"/>
                  </a:lnTo>
                  <a:lnTo>
                    <a:pt x="0" y="0"/>
                  </a:lnTo>
                  <a:close/>
                </a:path>
              </a:pathLst>
            </a:custGeom>
            <a:ln w="1143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5930222" y="3752025"/>
            <a:ext cx="1268730" cy="1244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Metal</a:t>
            </a:r>
            <a:r>
              <a:rPr dirty="0" sz="1600" spc="-4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FF0000"/>
                </a:solidFill>
                <a:latin typeface="Arial"/>
                <a:cs typeface="Arial"/>
              </a:rPr>
              <a:t>cap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bonding</a:t>
            </a:r>
            <a:r>
              <a:rPr dirty="0" sz="16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FF0000"/>
                </a:solidFill>
                <a:latin typeface="Arial"/>
                <a:cs typeface="Arial"/>
              </a:rPr>
              <a:t>on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600" spc="-1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side</a:t>
            </a:r>
            <a:r>
              <a:rPr dirty="0" sz="16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FF0000"/>
                </a:solidFill>
                <a:latin typeface="Arial"/>
                <a:cs typeface="Arial"/>
              </a:rPr>
              <a:t>close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16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6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FF0000"/>
                </a:solidFill>
                <a:latin typeface="Arial"/>
                <a:cs typeface="Arial"/>
              </a:rPr>
              <a:t>small hole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266915" y="2584391"/>
            <a:ext cx="3295650" cy="4274185"/>
            <a:chOff x="7266915" y="2584391"/>
            <a:chExt cx="3295650" cy="4274185"/>
          </a:xfrm>
        </p:grpSpPr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66915" y="2584391"/>
              <a:ext cx="3295649" cy="427360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914740" y="4627864"/>
              <a:ext cx="1162685" cy="275590"/>
            </a:xfrm>
            <a:custGeom>
              <a:avLst/>
              <a:gdLst/>
              <a:ahLst/>
              <a:cxnLst/>
              <a:rect l="l" t="t" r="r" b="b"/>
              <a:pathLst>
                <a:path w="1162684" h="275589">
                  <a:moveTo>
                    <a:pt x="0" y="275018"/>
                  </a:moveTo>
                  <a:lnTo>
                    <a:pt x="1162126" y="0"/>
                  </a:lnTo>
                </a:path>
              </a:pathLst>
            </a:custGeom>
            <a:ln w="114300">
              <a:solidFill>
                <a:srgbClr val="8DC53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888049" y="4453709"/>
              <a:ext cx="1189355" cy="114300"/>
            </a:xfrm>
            <a:custGeom>
              <a:avLst/>
              <a:gdLst/>
              <a:ahLst/>
              <a:cxnLst/>
              <a:rect l="l" t="t" r="r" b="b"/>
              <a:pathLst>
                <a:path w="1189354" h="114300">
                  <a:moveTo>
                    <a:pt x="0" y="114300"/>
                  </a:moveTo>
                  <a:lnTo>
                    <a:pt x="1188821" y="114300"/>
                  </a:lnTo>
                  <a:lnTo>
                    <a:pt x="1188821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8DC5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644764" y="4329783"/>
              <a:ext cx="384175" cy="362585"/>
            </a:xfrm>
            <a:custGeom>
              <a:avLst/>
              <a:gdLst/>
              <a:ahLst/>
              <a:cxnLst/>
              <a:rect l="l" t="t" r="r" b="b"/>
              <a:pathLst>
                <a:path w="384175" h="362585">
                  <a:moveTo>
                    <a:pt x="191897" y="0"/>
                  </a:moveTo>
                  <a:lnTo>
                    <a:pt x="140883" y="6467"/>
                  </a:lnTo>
                  <a:lnTo>
                    <a:pt x="95043" y="24720"/>
                  </a:lnTo>
                  <a:lnTo>
                    <a:pt x="56205" y="53033"/>
                  </a:lnTo>
                  <a:lnTo>
                    <a:pt x="26199" y="89680"/>
                  </a:lnTo>
                  <a:lnTo>
                    <a:pt x="6854" y="132936"/>
                  </a:lnTo>
                  <a:lnTo>
                    <a:pt x="0" y="181076"/>
                  </a:lnTo>
                  <a:lnTo>
                    <a:pt x="6854" y="229216"/>
                  </a:lnTo>
                  <a:lnTo>
                    <a:pt x="26199" y="272472"/>
                  </a:lnTo>
                  <a:lnTo>
                    <a:pt x="56205" y="309119"/>
                  </a:lnTo>
                  <a:lnTo>
                    <a:pt x="95043" y="337432"/>
                  </a:lnTo>
                  <a:lnTo>
                    <a:pt x="140883" y="355685"/>
                  </a:lnTo>
                  <a:lnTo>
                    <a:pt x="191897" y="362153"/>
                  </a:lnTo>
                  <a:lnTo>
                    <a:pt x="242910" y="355685"/>
                  </a:lnTo>
                  <a:lnTo>
                    <a:pt x="288750" y="337432"/>
                  </a:lnTo>
                  <a:lnTo>
                    <a:pt x="327588" y="309119"/>
                  </a:lnTo>
                  <a:lnTo>
                    <a:pt x="328047" y="308559"/>
                  </a:lnTo>
                  <a:lnTo>
                    <a:pt x="191897" y="308559"/>
                  </a:lnTo>
                  <a:lnTo>
                    <a:pt x="148184" y="302060"/>
                  </a:lnTo>
                  <a:lnTo>
                    <a:pt x="110219" y="283963"/>
                  </a:lnTo>
                  <a:lnTo>
                    <a:pt x="80279" y="256367"/>
                  </a:lnTo>
                  <a:lnTo>
                    <a:pt x="60645" y="221371"/>
                  </a:lnTo>
                  <a:lnTo>
                    <a:pt x="53594" y="181076"/>
                  </a:lnTo>
                  <a:lnTo>
                    <a:pt x="60645" y="140781"/>
                  </a:lnTo>
                  <a:lnTo>
                    <a:pt x="80279" y="105786"/>
                  </a:lnTo>
                  <a:lnTo>
                    <a:pt x="110219" y="78190"/>
                  </a:lnTo>
                  <a:lnTo>
                    <a:pt x="148184" y="60092"/>
                  </a:lnTo>
                  <a:lnTo>
                    <a:pt x="191897" y="53594"/>
                  </a:lnTo>
                  <a:lnTo>
                    <a:pt x="328047" y="53594"/>
                  </a:lnTo>
                  <a:lnTo>
                    <a:pt x="327588" y="53033"/>
                  </a:lnTo>
                  <a:lnTo>
                    <a:pt x="288750" y="24720"/>
                  </a:lnTo>
                  <a:lnTo>
                    <a:pt x="242910" y="6467"/>
                  </a:lnTo>
                  <a:lnTo>
                    <a:pt x="191897" y="0"/>
                  </a:lnTo>
                  <a:close/>
                </a:path>
                <a:path w="384175" h="362585">
                  <a:moveTo>
                    <a:pt x="328047" y="53594"/>
                  </a:moveTo>
                  <a:lnTo>
                    <a:pt x="191897" y="53594"/>
                  </a:lnTo>
                  <a:lnTo>
                    <a:pt x="235614" y="60092"/>
                  </a:lnTo>
                  <a:lnTo>
                    <a:pt x="273580" y="78190"/>
                  </a:lnTo>
                  <a:lnTo>
                    <a:pt x="303517" y="105786"/>
                  </a:lnTo>
                  <a:lnTo>
                    <a:pt x="323149" y="140781"/>
                  </a:lnTo>
                  <a:lnTo>
                    <a:pt x="330200" y="181076"/>
                  </a:lnTo>
                  <a:lnTo>
                    <a:pt x="323149" y="221371"/>
                  </a:lnTo>
                  <a:lnTo>
                    <a:pt x="303517" y="256367"/>
                  </a:lnTo>
                  <a:lnTo>
                    <a:pt x="273580" y="283963"/>
                  </a:lnTo>
                  <a:lnTo>
                    <a:pt x="235614" y="302060"/>
                  </a:lnTo>
                  <a:lnTo>
                    <a:pt x="191897" y="308559"/>
                  </a:lnTo>
                  <a:lnTo>
                    <a:pt x="328047" y="308559"/>
                  </a:lnTo>
                  <a:lnTo>
                    <a:pt x="357594" y="272472"/>
                  </a:lnTo>
                  <a:lnTo>
                    <a:pt x="376939" y="229216"/>
                  </a:lnTo>
                  <a:lnTo>
                    <a:pt x="383794" y="181076"/>
                  </a:lnTo>
                  <a:lnTo>
                    <a:pt x="376939" y="132936"/>
                  </a:lnTo>
                  <a:lnTo>
                    <a:pt x="357594" y="89680"/>
                  </a:lnTo>
                  <a:lnTo>
                    <a:pt x="328047" y="53594"/>
                  </a:lnTo>
                  <a:close/>
                </a:path>
              </a:pathLst>
            </a:custGeom>
            <a:solidFill>
              <a:srgbClr val="8DC5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644764" y="4329783"/>
              <a:ext cx="384175" cy="362585"/>
            </a:xfrm>
            <a:custGeom>
              <a:avLst/>
              <a:gdLst/>
              <a:ahLst/>
              <a:cxnLst/>
              <a:rect l="l" t="t" r="r" b="b"/>
              <a:pathLst>
                <a:path w="384175" h="362585">
                  <a:moveTo>
                    <a:pt x="0" y="181076"/>
                  </a:moveTo>
                  <a:lnTo>
                    <a:pt x="6854" y="132936"/>
                  </a:lnTo>
                  <a:lnTo>
                    <a:pt x="26199" y="89680"/>
                  </a:lnTo>
                  <a:lnTo>
                    <a:pt x="56205" y="53033"/>
                  </a:lnTo>
                  <a:lnTo>
                    <a:pt x="95043" y="24720"/>
                  </a:lnTo>
                  <a:lnTo>
                    <a:pt x="140883" y="6467"/>
                  </a:lnTo>
                  <a:lnTo>
                    <a:pt x="191897" y="0"/>
                  </a:lnTo>
                  <a:lnTo>
                    <a:pt x="242910" y="6467"/>
                  </a:lnTo>
                  <a:lnTo>
                    <a:pt x="288750" y="24720"/>
                  </a:lnTo>
                  <a:lnTo>
                    <a:pt x="327588" y="53033"/>
                  </a:lnTo>
                  <a:lnTo>
                    <a:pt x="357594" y="89680"/>
                  </a:lnTo>
                  <a:lnTo>
                    <a:pt x="376939" y="132936"/>
                  </a:lnTo>
                  <a:lnTo>
                    <a:pt x="383794" y="181076"/>
                  </a:lnTo>
                  <a:lnTo>
                    <a:pt x="376939" y="229216"/>
                  </a:lnTo>
                  <a:lnTo>
                    <a:pt x="357594" y="272472"/>
                  </a:lnTo>
                  <a:lnTo>
                    <a:pt x="327588" y="309119"/>
                  </a:lnTo>
                  <a:lnTo>
                    <a:pt x="288750" y="337432"/>
                  </a:lnTo>
                  <a:lnTo>
                    <a:pt x="242910" y="355685"/>
                  </a:lnTo>
                  <a:lnTo>
                    <a:pt x="191897" y="362153"/>
                  </a:lnTo>
                  <a:lnTo>
                    <a:pt x="140883" y="355685"/>
                  </a:lnTo>
                  <a:lnTo>
                    <a:pt x="95043" y="337432"/>
                  </a:lnTo>
                  <a:lnTo>
                    <a:pt x="56205" y="309119"/>
                  </a:lnTo>
                  <a:lnTo>
                    <a:pt x="26199" y="272472"/>
                  </a:lnTo>
                  <a:lnTo>
                    <a:pt x="6854" y="229216"/>
                  </a:lnTo>
                  <a:lnTo>
                    <a:pt x="0" y="181076"/>
                  </a:lnTo>
                  <a:close/>
                </a:path>
                <a:path w="384175" h="362585">
                  <a:moveTo>
                    <a:pt x="53594" y="181076"/>
                  </a:moveTo>
                  <a:lnTo>
                    <a:pt x="60645" y="221371"/>
                  </a:lnTo>
                  <a:lnTo>
                    <a:pt x="80279" y="256367"/>
                  </a:lnTo>
                  <a:lnTo>
                    <a:pt x="110219" y="283963"/>
                  </a:lnTo>
                  <a:lnTo>
                    <a:pt x="148184" y="302060"/>
                  </a:lnTo>
                  <a:lnTo>
                    <a:pt x="191897" y="308559"/>
                  </a:lnTo>
                  <a:lnTo>
                    <a:pt x="235614" y="302060"/>
                  </a:lnTo>
                  <a:lnTo>
                    <a:pt x="273580" y="283963"/>
                  </a:lnTo>
                  <a:lnTo>
                    <a:pt x="303517" y="256367"/>
                  </a:lnTo>
                  <a:lnTo>
                    <a:pt x="323149" y="221371"/>
                  </a:lnTo>
                  <a:lnTo>
                    <a:pt x="330200" y="181076"/>
                  </a:lnTo>
                  <a:lnTo>
                    <a:pt x="323149" y="140781"/>
                  </a:lnTo>
                  <a:lnTo>
                    <a:pt x="303517" y="105786"/>
                  </a:lnTo>
                  <a:lnTo>
                    <a:pt x="273580" y="78190"/>
                  </a:lnTo>
                  <a:lnTo>
                    <a:pt x="235614" y="60092"/>
                  </a:lnTo>
                  <a:lnTo>
                    <a:pt x="191897" y="53594"/>
                  </a:lnTo>
                  <a:lnTo>
                    <a:pt x="148184" y="60092"/>
                  </a:lnTo>
                  <a:lnTo>
                    <a:pt x="110219" y="78190"/>
                  </a:lnTo>
                  <a:lnTo>
                    <a:pt x="80279" y="105786"/>
                  </a:lnTo>
                  <a:lnTo>
                    <a:pt x="60645" y="140781"/>
                  </a:lnTo>
                  <a:lnTo>
                    <a:pt x="53594" y="181076"/>
                  </a:lnTo>
                  <a:close/>
                </a:path>
              </a:pathLst>
            </a:custGeom>
            <a:ln w="25400">
              <a:solidFill>
                <a:srgbClr val="38521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644764" y="4748820"/>
              <a:ext cx="384175" cy="362585"/>
            </a:xfrm>
            <a:custGeom>
              <a:avLst/>
              <a:gdLst/>
              <a:ahLst/>
              <a:cxnLst/>
              <a:rect l="l" t="t" r="r" b="b"/>
              <a:pathLst>
                <a:path w="384175" h="362585">
                  <a:moveTo>
                    <a:pt x="191897" y="0"/>
                  </a:moveTo>
                  <a:lnTo>
                    <a:pt x="140883" y="6467"/>
                  </a:lnTo>
                  <a:lnTo>
                    <a:pt x="95043" y="24720"/>
                  </a:lnTo>
                  <a:lnTo>
                    <a:pt x="56205" y="53033"/>
                  </a:lnTo>
                  <a:lnTo>
                    <a:pt x="26199" y="89680"/>
                  </a:lnTo>
                  <a:lnTo>
                    <a:pt x="6854" y="132936"/>
                  </a:lnTo>
                  <a:lnTo>
                    <a:pt x="0" y="181076"/>
                  </a:lnTo>
                  <a:lnTo>
                    <a:pt x="6854" y="229216"/>
                  </a:lnTo>
                  <a:lnTo>
                    <a:pt x="26199" y="272472"/>
                  </a:lnTo>
                  <a:lnTo>
                    <a:pt x="56205" y="309119"/>
                  </a:lnTo>
                  <a:lnTo>
                    <a:pt x="95043" y="337432"/>
                  </a:lnTo>
                  <a:lnTo>
                    <a:pt x="140883" y="355685"/>
                  </a:lnTo>
                  <a:lnTo>
                    <a:pt x="191897" y="362153"/>
                  </a:lnTo>
                  <a:lnTo>
                    <a:pt x="242910" y="355685"/>
                  </a:lnTo>
                  <a:lnTo>
                    <a:pt x="288750" y="337432"/>
                  </a:lnTo>
                  <a:lnTo>
                    <a:pt x="327588" y="309119"/>
                  </a:lnTo>
                  <a:lnTo>
                    <a:pt x="328047" y="308559"/>
                  </a:lnTo>
                  <a:lnTo>
                    <a:pt x="191897" y="308559"/>
                  </a:lnTo>
                  <a:lnTo>
                    <a:pt x="148184" y="302060"/>
                  </a:lnTo>
                  <a:lnTo>
                    <a:pt x="110219" y="283963"/>
                  </a:lnTo>
                  <a:lnTo>
                    <a:pt x="80279" y="256367"/>
                  </a:lnTo>
                  <a:lnTo>
                    <a:pt x="60645" y="221371"/>
                  </a:lnTo>
                  <a:lnTo>
                    <a:pt x="53594" y="181076"/>
                  </a:lnTo>
                  <a:lnTo>
                    <a:pt x="60645" y="140781"/>
                  </a:lnTo>
                  <a:lnTo>
                    <a:pt x="80279" y="105786"/>
                  </a:lnTo>
                  <a:lnTo>
                    <a:pt x="110219" y="78190"/>
                  </a:lnTo>
                  <a:lnTo>
                    <a:pt x="148184" y="60092"/>
                  </a:lnTo>
                  <a:lnTo>
                    <a:pt x="191897" y="53593"/>
                  </a:lnTo>
                  <a:lnTo>
                    <a:pt x="328047" y="53593"/>
                  </a:lnTo>
                  <a:lnTo>
                    <a:pt x="327588" y="53033"/>
                  </a:lnTo>
                  <a:lnTo>
                    <a:pt x="288750" y="24720"/>
                  </a:lnTo>
                  <a:lnTo>
                    <a:pt x="242910" y="6467"/>
                  </a:lnTo>
                  <a:lnTo>
                    <a:pt x="191897" y="0"/>
                  </a:lnTo>
                  <a:close/>
                </a:path>
                <a:path w="384175" h="362585">
                  <a:moveTo>
                    <a:pt x="328047" y="53593"/>
                  </a:moveTo>
                  <a:lnTo>
                    <a:pt x="191897" y="53593"/>
                  </a:lnTo>
                  <a:lnTo>
                    <a:pt x="235614" y="60092"/>
                  </a:lnTo>
                  <a:lnTo>
                    <a:pt x="273580" y="78190"/>
                  </a:lnTo>
                  <a:lnTo>
                    <a:pt x="303517" y="105786"/>
                  </a:lnTo>
                  <a:lnTo>
                    <a:pt x="323149" y="140781"/>
                  </a:lnTo>
                  <a:lnTo>
                    <a:pt x="330200" y="181076"/>
                  </a:lnTo>
                  <a:lnTo>
                    <a:pt x="323149" y="221371"/>
                  </a:lnTo>
                  <a:lnTo>
                    <a:pt x="303517" y="256367"/>
                  </a:lnTo>
                  <a:lnTo>
                    <a:pt x="273580" y="283963"/>
                  </a:lnTo>
                  <a:lnTo>
                    <a:pt x="235614" y="302060"/>
                  </a:lnTo>
                  <a:lnTo>
                    <a:pt x="191897" y="308559"/>
                  </a:lnTo>
                  <a:lnTo>
                    <a:pt x="328047" y="308559"/>
                  </a:lnTo>
                  <a:lnTo>
                    <a:pt x="357594" y="272472"/>
                  </a:lnTo>
                  <a:lnTo>
                    <a:pt x="376939" y="229216"/>
                  </a:lnTo>
                  <a:lnTo>
                    <a:pt x="383794" y="181076"/>
                  </a:lnTo>
                  <a:lnTo>
                    <a:pt x="376939" y="132936"/>
                  </a:lnTo>
                  <a:lnTo>
                    <a:pt x="357594" y="89680"/>
                  </a:lnTo>
                  <a:lnTo>
                    <a:pt x="328047" y="53593"/>
                  </a:lnTo>
                  <a:close/>
                </a:path>
              </a:pathLst>
            </a:custGeom>
            <a:solidFill>
              <a:srgbClr val="8DC5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644764" y="4748820"/>
              <a:ext cx="384175" cy="362585"/>
            </a:xfrm>
            <a:custGeom>
              <a:avLst/>
              <a:gdLst/>
              <a:ahLst/>
              <a:cxnLst/>
              <a:rect l="l" t="t" r="r" b="b"/>
              <a:pathLst>
                <a:path w="384175" h="362585">
                  <a:moveTo>
                    <a:pt x="0" y="181076"/>
                  </a:moveTo>
                  <a:lnTo>
                    <a:pt x="6854" y="132936"/>
                  </a:lnTo>
                  <a:lnTo>
                    <a:pt x="26199" y="89680"/>
                  </a:lnTo>
                  <a:lnTo>
                    <a:pt x="56205" y="53033"/>
                  </a:lnTo>
                  <a:lnTo>
                    <a:pt x="95043" y="24720"/>
                  </a:lnTo>
                  <a:lnTo>
                    <a:pt x="140883" y="6467"/>
                  </a:lnTo>
                  <a:lnTo>
                    <a:pt x="191897" y="0"/>
                  </a:lnTo>
                  <a:lnTo>
                    <a:pt x="242910" y="6467"/>
                  </a:lnTo>
                  <a:lnTo>
                    <a:pt x="288750" y="24720"/>
                  </a:lnTo>
                  <a:lnTo>
                    <a:pt x="327588" y="53033"/>
                  </a:lnTo>
                  <a:lnTo>
                    <a:pt x="357594" y="89680"/>
                  </a:lnTo>
                  <a:lnTo>
                    <a:pt x="376939" y="132936"/>
                  </a:lnTo>
                  <a:lnTo>
                    <a:pt x="383794" y="181076"/>
                  </a:lnTo>
                  <a:lnTo>
                    <a:pt x="376939" y="229216"/>
                  </a:lnTo>
                  <a:lnTo>
                    <a:pt x="357594" y="272472"/>
                  </a:lnTo>
                  <a:lnTo>
                    <a:pt x="327588" y="309119"/>
                  </a:lnTo>
                  <a:lnTo>
                    <a:pt x="288750" y="337432"/>
                  </a:lnTo>
                  <a:lnTo>
                    <a:pt x="242910" y="355685"/>
                  </a:lnTo>
                  <a:lnTo>
                    <a:pt x="191897" y="362153"/>
                  </a:lnTo>
                  <a:lnTo>
                    <a:pt x="140883" y="355685"/>
                  </a:lnTo>
                  <a:lnTo>
                    <a:pt x="95043" y="337432"/>
                  </a:lnTo>
                  <a:lnTo>
                    <a:pt x="56205" y="309119"/>
                  </a:lnTo>
                  <a:lnTo>
                    <a:pt x="26199" y="272472"/>
                  </a:lnTo>
                  <a:lnTo>
                    <a:pt x="6854" y="229216"/>
                  </a:lnTo>
                  <a:lnTo>
                    <a:pt x="0" y="181076"/>
                  </a:lnTo>
                  <a:close/>
                </a:path>
                <a:path w="384175" h="362585">
                  <a:moveTo>
                    <a:pt x="53594" y="181076"/>
                  </a:moveTo>
                  <a:lnTo>
                    <a:pt x="60645" y="221371"/>
                  </a:lnTo>
                  <a:lnTo>
                    <a:pt x="80279" y="256367"/>
                  </a:lnTo>
                  <a:lnTo>
                    <a:pt x="110219" y="283963"/>
                  </a:lnTo>
                  <a:lnTo>
                    <a:pt x="148184" y="302060"/>
                  </a:lnTo>
                  <a:lnTo>
                    <a:pt x="191897" y="308559"/>
                  </a:lnTo>
                  <a:lnTo>
                    <a:pt x="235614" y="302060"/>
                  </a:lnTo>
                  <a:lnTo>
                    <a:pt x="273580" y="283963"/>
                  </a:lnTo>
                  <a:lnTo>
                    <a:pt x="303517" y="256367"/>
                  </a:lnTo>
                  <a:lnTo>
                    <a:pt x="323149" y="221371"/>
                  </a:lnTo>
                  <a:lnTo>
                    <a:pt x="330200" y="181076"/>
                  </a:lnTo>
                  <a:lnTo>
                    <a:pt x="323149" y="140781"/>
                  </a:lnTo>
                  <a:lnTo>
                    <a:pt x="303517" y="105786"/>
                  </a:lnTo>
                  <a:lnTo>
                    <a:pt x="273580" y="78190"/>
                  </a:lnTo>
                  <a:lnTo>
                    <a:pt x="235614" y="60092"/>
                  </a:lnTo>
                  <a:lnTo>
                    <a:pt x="191897" y="53593"/>
                  </a:lnTo>
                  <a:lnTo>
                    <a:pt x="148184" y="60092"/>
                  </a:lnTo>
                  <a:lnTo>
                    <a:pt x="110219" y="78190"/>
                  </a:lnTo>
                  <a:lnTo>
                    <a:pt x="80279" y="105786"/>
                  </a:lnTo>
                  <a:lnTo>
                    <a:pt x="60645" y="140781"/>
                  </a:lnTo>
                  <a:lnTo>
                    <a:pt x="53594" y="181076"/>
                  </a:lnTo>
                  <a:close/>
                </a:path>
              </a:pathLst>
            </a:custGeom>
            <a:ln w="25400">
              <a:solidFill>
                <a:srgbClr val="38521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0168920" y="4304883"/>
            <a:ext cx="1031240" cy="1000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0000"/>
                </a:solidFill>
                <a:latin typeface="Arial"/>
                <a:cs typeface="Arial"/>
              </a:rPr>
              <a:t>Matching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metal</a:t>
            </a:r>
            <a:r>
              <a:rPr dirty="0" sz="1600" spc="-4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FF0000"/>
                </a:solidFill>
                <a:latin typeface="Arial"/>
                <a:cs typeface="Arial"/>
              </a:rPr>
              <a:t>cap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hole</a:t>
            </a:r>
            <a:r>
              <a:rPr dirty="0" sz="1600" spc="-1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FF0000"/>
                </a:solidFill>
                <a:latin typeface="Arial"/>
                <a:cs typeface="Arial"/>
              </a:rPr>
              <a:t>and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mount</a:t>
            </a:r>
            <a:r>
              <a:rPr dirty="0" sz="16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FF0000"/>
                </a:solidFill>
                <a:latin typeface="Arial"/>
                <a:cs typeface="Arial"/>
              </a:rPr>
              <a:t>hole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399558" y="1890035"/>
            <a:ext cx="746760" cy="4903470"/>
            <a:chOff x="2399558" y="1890035"/>
            <a:chExt cx="746760" cy="4903470"/>
          </a:xfrm>
        </p:grpSpPr>
        <p:sp>
          <p:nvSpPr>
            <p:cNvPr id="30" name="object 30"/>
            <p:cNvSpPr/>
            <p:nvPr/>
          </p:nvSpPr>
          <p:spPr>
            <a:xfrm>
              <a:off x="2700881" y="2064367"/>
              <a:ext cx="152400" cy="4729480"/>
            </a:xfrm>
            <a:custGeom>
              <a:avLst/>
              <a:gdLst/>
              <a:ahLst/>
              <a:cxnLst/>
              <a:rect l="l" t="t" r="r" b="b"/>
              <a:pathLst>
                <a:path w="152400" h="4729480">
                  <a:moveTo>
                    <a:pt x="0" y="4729022"/>
                  </a:moveTo>
                  <a:lnTo>
                    <a:pt x="152400" y="4729022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4729022"/>
                  </a:lnTo>
                  <a:close/>
                </a:path>
              </a:pathLst>
            </a:custGeom>
            <a:solidFill>
              <a:srgbClr val="062A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685293" y="1902735"/>
              <a:ext cx="448309" cy="489584"/>
            </a:xfrm>
            <a:custGeom>
              <a:avLst/>
              <a:gdLst/>
              <a:ahLst/>
              <a:cxnLst/>
              <a:rect l="l" t="t" r="r" b="b"/>
              <a:pathLst>
                <a:path w="448310" h="489585">
                  <a:moveTo>
                    <a:pt x="122377" y="0"/>
                  </a:moveTo>
                  <a:lnTo>
                    <a:pt x="0" y="0"/>
                  </a:lnTo>
                  <a:lnTo>
                    <a:pt x="36814" y="4444"/>
                  </a:lnTo>
                  <a:lnTo>
                    <a:pt x="72312" y="17433"/>
                  </a:lnTo>
                  <a:lnTo>
                    <a:pt x="106122" y="38452"/>
                  </a:lnTo>
                  <a:lnTo>
                    <a:pt x="137874" y="66986"/>
                  </a:lnTo>
                  <a:lnTo>
                    <a:pt x="167195" y="102519"/>
                  </a:lnTo>
                  <a:lnTo>
                    <a:pt x="193715" y="144536"/>
                  </a:lnTo>
                  <a:lnTo>
                    <a:pt x="217063" y="192522"/>
                  </a:lnTo>
                  <a:lnTo>
                    <a:pt x="236868" y="245963"/>
                  </a:lnTo>
                  <a:lnTo>
                    <a:pt x="252758" y="304341"/>
                  </a:lnTo>
                  <a:lnTo>
                    <a:pt x="264363" y="367144"/>
                  </a:lnTo>
                  <a:lnTo>
                    <a:pt x="203174" y="367144"/>
                  </a:lnTo>
                  <a:lnTo>
                    <a:pt x="334225" y="489521"/>
                  </a:lnTo>
                  <a:lnTo>
                    <a:pt x="447941" y="367144"/>
                  </a:lnTo>
                  <a:lnTo>
                    <a:pt x="386753" y="367144"/>
                  </a:lnTo>
                  <a:lnTo>
                    <a:pt x="375148" y="304341"/>
                  </a:lnTo>
                  <a:lnTo>
                    <a:pt x="359258" y="245963"/>
                  </a:lnTo>
                  <a:lnTo>
                    <a:pt x="339453" y="192522"/>
                  </a:lnTo>
                  <a:lnTo>
                    <a:pt x="316104" y="144536"/>
                  </a:lnTo>
                  <a:lnTo>
                    <a:pt x="289583" y="102519"/>
                  </a:lnTo>
                  <a:lnTo>
                    <a:pt x="260261" y="66986"/>
                  </a:lnTo>
                  <a:lnTo>
                    <a:pt x="228508" y="38452"/>
                  </a:lnTo>
                  <a:lnTo>
                    <a:pt x="194696" y="17433"/>
                  </a:lnTo>
                  <a:lnTo>
                    <a:pt x="159195" y="4444"/>
                  </a:lnTo>
                  <a:lnTo>
                    <a:pt x="12237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412258" y="1902735"/>
              <a:ext cx="334645" cy="489584"/>
            </a:xfrm>
            <a:custGeom>
              <a:avLst/>
              <a:gdLst/>
              <a:ahLst/>
              <a:cxnLst/>
              <a:rect l="l" t="t" r="r" b="b"/>
              <a:pathLst>
                <a:path w="334644" h="489585">
                  <a:moveTo>
                    <a:pt x="273037" y="0"/>
                  </a:moveTo>
                  <a:lnTo>
                    <a:pt x="205806" y="14950"/>
                  </a:lnTo>
                  <a:lnTo>
                    <a:pt x="144678" y="57354"/>
                  </a:lnTo>
                  <a:lnTo>
                    <a:pt x="117042" y="87705"/>
                  </a:lnTo>
                  <a:lnTo>
                    <a:pt x="91700" y="123543"/>
                  </a:lnTo>
                  <a:lnTo>
                    <a:pt x="68906" y="164409"/>
                  </a:lnTo>
                  <a:lnTo>
                    <a:pt x="48917" y="209846"/>
                  </a:lnTo>
                  <a:lnTo>
                    <a:pt x="31989" y="259393"/>
                  </a:lnTo>
                  <a:lnTo>
                    <a:pt x="18377" y="312593"/>
                  </a:lnTo>
                  <a:lnTo>
                    <a:pt x="8338" y="368987"/>
                  </a:lnTo>
                  <a:lnTo>
                    <a:pt x="2127" y="428116"/>
                  </a:lnTo>
                  <a:lnTo>
                    <a:pt x="0" y="489521"/>
                  </a:lnTo>
                  <a:lnTo>
                    <a:pt x="122377" y="489521"/>
                  </a:lnTo>
                  <a:lnTo>
                    <a:pt x="124516" y="428151"/>
                  </a:lnTo>
                  <a:lnTo>
                    <a:pt x="130780" y="368805"/>
                  </a:lnTo>
                  <a:lnTo>
                    <a:pt x="140934" y="312009"/>
                  </a:lnTo>
                  <a:lnTo>
                    <a:pt x="154746" y="258287"/>
                  </a:lnTo>
                  <a:lnTo>
                    <a:pt x="171981" y="208165"/>
                  </a:lnTo>
                  <a:lnTo>
                    <a:pt x="192407" y="162168"/>
                  </a:lnTo>
                  <a:lnTo>
                    <a:pt x="215789" y="120821"/>
                  </a:lnTo>
                  <a:lnTo>
                    <a:pt x="241896" y="84651"/>
                  </a:lnTo>
                  <a:lnTo>
                    <a:pt x="270493" y="54181"/>
                  </a:lnTo>
                  <a:lnTo>
                    <a:pt x="301347" y="29937"/>
                  </a:lnTo>
                  <a:lnTo>
                    <a:pt x="334225" y="12446"/>
                  </a:lnTo>
                  <a:lnTo>
                    <a:pt x="319094" y="7008"/>
                  </a:lnTo>
                  <a:lnTo>
                    <a:pt x="303826" y="3117"/>
                  </a:lnTo>
                  <a:lnTo>
                    <a:pt x="288461" y="780"/>
                  </a:lnTo>
                  <a:lnTo>
                    <a:pt x="273037" y="0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412258" y="1902735"/>
              <a:ext cx="721360" cy="489584"/>
            </a:xfrm>
            <a:custGeom>
              <a:avLst/>
              <a:gdLst/>
              <a:ahLst/>
              <a:cxnLst/>
              <a:rect l="l" t="t" r="r" b="b"/>
              <a:pathLst>
                <a:path w="721360" h="489585">
                  <a:moveTo>
                    <a:pt x="334225" y="12446"/>
                  </a:moveTo>
                  <a:lnTo>
                    <a:pt x="270493" y="54181"/>
                  </a:lnTo>
                  <a:lnTo>
                    <a:pt x="241896" y="84651"/>
                  </a:lnTo>
                  <a:lnTo>
                    <a:pt x="215789" y="120821"/>
                  </a:lnTo>
                  <a:lnTo>
                    <a:pt x="192407" y="162168"/>
                  </a:lnTo>
                  <a:lnTo>
                    <a:pt x="171981" y="208165"/>
                  </a:lnTo>
                  <a:lnTo>
                    <a:pt x="154746" y="258287"/>
                  </a:lnTo>
                  <a:lnTo>
                    <a:pt x="140934" y="312009"/>
                  </a:lnTo>
                  <a:lnTo>
                    <a:pt x="130780" y="368805"/>
                  </a:lnTo>
                  <a:lnTo>
                    <a:pt x="124516" y="428151"/>
                  </a:lnTo>
                  <a:lnTo>
                    <a:pt x="122377" y="489521"/>
                  </a:lnTo>
                  <a:lnTo>
                    <a:pt x="0" y="489521"/>
                  </a:lnTo>
                  <a:lnTo>
                    <a:pt x="2127" y="428116"/>
                  </a:lnTo>
                  <a:lnTo>
                    <a:pt x="8338" y="368987"/>
                  </a:lnTo>
                  <a:lnTo>
                    <a:pt x="18377" y="312593"/>
                  </a:lnTo>
                  <a:lnTo>
                    <a:pt x="31989" y="259393"/>
                  </a:lnTo>
                  <a:lnTo>
                    <a:pt x="48917" y="209846"/>
                  </a:lnTo>
                  <a:lnTo>
                    <a:pt x="68906" y="164409"/>
                  </a:lnTo>
                  <a:lnTo>
                    <a:pt x="91700" y="123543"/>
                  </a:lnTo>
                  <a:lnTo>
                    <a:pt x="117042" y="87705"/>
                  </a:lnTo>
                  <a:lnTo>
                    <a:pt x="144678" y="57354"/>
                  </a:lnTo>
                  <a:lnTo>
                    <a:pt x="174351" y="32950"/>
                  </a:lnTo>
                  <a:lnTo>
                    <a:pt x="238787" y="3814"/>
                  </a:lnTo>
                  <a:lnTo>
                    <a:pt x="273037" y="0"/>
                  </a:lnTo>
                  <a:lnTo>
                    <a:pt x="395414" y="0"/>
                  </a:lnTo>
                  <a:lnTo>
                    <a:pt x="467732" y="17433"/>
                  </a:lnTo>
                  <a:lnTo>
                    <a:pt x="501543" y="38452"/>
                  </a:lnTo>
                  <a:lnTo>
                    <a:pt x="533294" y="66986"/>
                  </a:lnTo>
                  <a:lnTo>
                    <a:pt x="562614" y="102519"/>
                  </a:lnTo>
                  <a:lnTo>
                    <a:pt x="589133" y="144536"/>
                  </a:lnTo>
                  <a:lnTo>
                    <a:pt x="612480" y="192522"/>
                  </a:lnTo>
                  <a:lnTo>
                    <a:pt x="632283" y="245963"/>
                  </a:lnTo>
                  <a:lnTo>
                    <a:pt x="648173" y="304341"/>
                  </a:lnTo>
                  <a:lnTo>
                    <a:pt x="659777" y="367144"/>
                  </a:lnTo>
                  <a:lnTo>
                    <a:pt x="720966" y="367144"/>
                  </a:lnTo>
                  <a:lnTo>
                    <a:pt x="607263" y="489521"/>
                  </a:lnTo>
                  <a:lnTo>
                    <a:pt x="476211" y="367144"/>
                  </a:lnTo>
                  <a:lnTo>
                    <a:pt x="537400" y="367144"/>
                  </a:lnTo>
                  <a:lnTo>
                    <a:pt x="525795" y="304341"/>
                  </a:lnTo>
                  <a:lnTo>
                    <a:pt x="509905" y="245963"/>
                  </a:lnTo>
                  <a:lnTo>
                    <a:pt x="490100" y="192522"/>
                  </a:lnTo>
                  <a:lnTo>
                    <a:pt x="466752" y="144536"/>
                  </a:lnTo>
                  <a:lnTo>
                    <a:pt x="440232" y="102519"/>
                  </a:lnTo>
                  <a:lnTo>
                    <a:pt x="410911" y="66986"/>
                  </a:lnTo>
                  <a:lnTo>
                    <a:pt x="379160" y="38452"/>
                  </a:lnTo>
                  <a:lnTo>
                    <a:pt x="345350" y="17433"/>
                  </a:lnTo>
                  <a:lnTo>
                    <a:pt x="309852" y="4444"/>
                  </a:lnTo>
                  <a:lnTo>
                    <a:pt x="273037" y="0"/>
                  </a:lnTo>
                </a:path>
              </a:pathLst>
            </a:custGeom>
            <a:ln w="25400">
              <a:solidFill>
                <a:srgbClr val="38521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/>
          <p:cNvGrpSpPr/>
          <p:nvPr/>
        </p:nvGrpSpPr>
        <p:grpSpPr>
          <a:xfrm>
            <a:off x="4048254" y="1890035"/>
            <a:ext cx="746760" cy="4903470"/>
            <a:chOff x="4048254" y="1890035"/>
            <a:chExt cx="746760" cy="4903470"/>
          </a:xfrm>
        </p:grpSpPr>
        <p:sp>
          <p:nvSpPr>
            <p:cNvPr id="35" name="object 35"/>
            <p:cNvSpPr/>
            <p:nvPr/>
          </p:nvSpPr>
          <p:spPr>
            <a:xfrm>
              <a:off x="4349577" y="2064367"/>
              <a:ext cx="152400" cy="4729480"/>
            </a:xfrm>
            <a:custGeom>
              <a:avLst/>
              <a:gdLst/>
              <a:ahLst/>
              <a:cxnLst/>
              <a:rect l="l" t="t" r="r" b="b"/>
              <a:pathLst>
                <a:path w="152400" h="4729480">
                  <a:moveTo>
                    <a:pt x="0" y="4729022"/>
                  </a:moveTo>
                  <a:lnTo>
                    <a:pt x="152400" y="4729022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4729022"/>
                  </a:lnTo>
                  <a:close/>
                </a:path>
              </a:pathLst>
            </a:custGeom>
            <a:solidFill>
              <a:srgbClr val="062A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333989" y="1902735"/>
              <a:ext cx="448309" cy="489584"/>
            </a:xfrm>
            <a:custGeom>
              <a:avLst/>
              <a:gdLst/>
              <a:ahLst/>
              <a:cxnLst/>
              <a:rect l="l" t="t" r="r" b="b"/>
              <a:pathLst>
                <a:path w="448310" h="489585">
                  <a:moveTo>
                    <a:pt x="122377" y="0"/>
                  </a:moveTo>
                  <a:lnTo>
                    <a:pt x="0" y="0"/>
                  </a:lnTo>
                  <a:lnTo>
                    <a:pt x="36814" y="4444"/>
                  </a:lnTo>
                  <a:lnTo>
                    <a:pt x="72312" y="17433"/>
                  </a:lnTo>
                  <a:lnTo>
                    <a:pt x="106122" y="38452"/>
                  </a:lnTo>
                  <a:lnTo>
                    <a:pt x="137874" y="66986"/>
                  </a:lnTo>
                  <a:lnTo>
                    <a:pt x="167195" y="102519"/>
                  </a:lnTo>
                  <a:lnTo>
                    <a:pt x="193715" y="144536"/>
                  </a:lnTo>
                  <a:lnTo>
                    <a:pt x="217063" y="192522"/>
                  </a:lnTo>
                  <a:lnTo>
                    <a:pt x="236868" y="245963"/>
                  </a:lnTo>
                  <a:lnTo>
                    <a:pt x="252758" y="304341"/>
                  </a:lnTo>
                  <a:lnTo>
                    <a:pt x="264363" y="367144"/>
                  </a:lnTo>
                  <a:lnTo>
                    <a:pt x="203174" y="367144"/>
                  </a:lnTo>
                  <a:lnTo>
                    <a:pt x="334225" y="489521"/>
                  </a:lnTo>
                  <a:lnTo>
                    <a:pt x="447941" y="367144"/>
                  </a:lnTo>
                  <a:lnTo>
                    <a:pt x="386753" y="367144"/>
                  </a:lnTo>
                  <a:lnTo>
                    <a:pt x="375148" y="304341"/>
                  </a:lnTo>
                  <a:lnTo>
                    <a:pt x="359258" y="245963"/>
                  </a:lnTo>
                  <a:lnTo>
                    <a:pt x="339453" y="192522"/>
                  </a:lnTo>
                  <a:lnTo>
                    <a:pt x="316104" y="144536"/>
                  </a:lnTo>
                  <a:lnTo>
                    <a:pt x="289583" y="102519"/>
                  </a:lnTo>
                  <a:lnTo>
                    <a:pt x="260261" y="66986"/>
                  </a:lnTo>
                  <a:lnTo>
                    <a:pt x="228508" y="38452"/>
                  </a:lnTo>
                  <a:lnTo>
                    <a:pt x="194696" y="17433"/>
                  </a:lnTo>
                  <a:lnTo>
                    <a:pt x="159195" y="4444"/>
                  </a:lnTo>
                  <a:lnTo>
                    <a:pt x="12237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060954" y="1902735"/>
              <a:ext cx="334645" cy="489584"/>
            </a:xfrm>
            <a:custGeom>
              <a:avLst/>
              <a:gdLst/>
              <a:ahLst/>
              <a:cxnLst/>
              <a:rect l="l" t="t" r="r" b="b"/>
              <a:pathLst>
                <a:path w="334645" h="489585">
                  <a:moveTo>
                    <a:pt x="273037" y="0"/>
                  </a:moveTo>
                  <a:lnTo>
                    <a:pt x="205806" y="14950"/>
                  </a:lnTo>
                  <a:lnTo>
                    <a:pt x="144678" y="57354"/>
                  </a:lnTo>
                  <a:lnTo>
                    <a:pt x="117042" y="87705"/>
                  </a:lnTo>
                  <a:lnTo>
                    <a:pt x="91700" y="123543"/>
                  </a:lnTo>
                  <a:lnTo>
                    <a:pt x="68906" y="164409"/>
                  </a:lnTo>
                  <a:lnTo>
                    <a:pt x="48917" y="209846"/>
                  </a:lnTo>
                  <a:lnTo>
                    <a:pt x="31989" y="259393"/>
                  </a:lnTo>
                  <a:lnTo>
                    <a:pt x="18377" y="312593"/>
                  </a:lnTo>
                  <a:lnTo>
                    <a:pt x="8338" y="368987"/>
                  </a:lnTo>
                  <a:lnTo>
                    <a:pt x="2127" y="428116"/>
                  </a:lnTo>
                  <a:lnTo>
                    <a:pt x="0" y="489521"/>
                  </a:lnTo>
                  <a:lnTo>
                    <a:pt x="122377" y="489521"/>
                  </a:lnTo>
                  <a:lnTo>
                    <a:pt x="124516" y="428151"/>
                  </a:lnTo>
                  <a:lnTo>
                    <a:pt x="130780" y="368805"/>
                  </a:lnTo>
                  <a:lnTo>
                    <a:pt x="140934" y="312009"/>
                  </a:lnTo>
                  <a:lnTo>
                    <a:pt x="154746" y="258287"/>
                  </a:lnTo>
                  <a:lnTo>
                    <a:pt x="171981" y="208165"/>
                  </a:lnTo>
                  <a:lnTo>
                    <a:pt x="192407" y="162168"/>
                  </a:lnTo>
                  <a:lnTo>
                    <a:pt x="215789" y="120821"/>
                  </a:lnTo>
                  <a:lnTo>
                    <a:pt x="241896" y="84651"/>
                  </a:lnTo>
                  <a:lnTo>
                    <a:pt x="270493" y="54181"/>
                  </a:lnTo>
                  <a:lnTo>
                    <a:pt x="301347" y="29937"/>
                  </a:lnTo>
                  <a:lnTo>
                    <a:pt x="334225" y="12446"/>
                  </a:lnTo>
                  <a:lnTo>
                    <a:pt x="319094" y="7008"/>
                  </a:lnTo>
                  <a:lnTo>
                    <a:pt x="303826" y="3117"/>
                  </a:lnTo>
                  <a:lnTo>
                    <a:pt x="288461" y="780"/>
                  </a:lnTo>
                  <a:lnTo>
                    <a:pt x="273037" y="0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060954" y="1902735"/>
              <a:ext cx="721360" cy="489584"/>
            </a:xfrm>
            <a:custGeom>
              <a:avLst/>
              <a:gdLst/>
              <a:ahLst/>
              <a:cxnLst/>
              <a:rect l="l" t="t" r="r" b="b"/>
              <a:pathLst>
                <a:path w="721360" h="489585">
                  <a:moveTo>
                    <a:pt x="334225" y="12446"/>
                  </a:moveTo>
                  <a:lnTo>
                    <a:pt x="270493" y="54181"/>
                  </a:lnTo>
                  <a:lnTo>
                    <a:pt x="241896" y="84651"/>
                  </a:lnTo>
                  <a:lnTo>
                    <a:pt x="215789" y="120821"/>
                  </a:lnTo>
                  <a:lnTo>
                    <a:pt x="192407" y="162168"/>
                  </a:lnTo>
                  <a:lnTo>
                    <a:pt x="171981" y="208165"/>
                  </a:lnTo>
                  <a:lnTo>
                    <a:pt x="154746" y="258287"/>
                  </a:lnTo>
                  <a:lnTo>
                    <a:pt x="140934" y="312009"/>
                  </a:lnTo>
                  <a:lnTo>
                    <a:pt x="130780" y="368805"/>
                  </a:lnTo>
                  <a:lnTo>
                    <a:pt x="124516" y="428151"/>
                  </a:lnTo>
                  <a:lnTo>
                    <a:pt x="122377" y="489521"/>
                  </a:lnTo>
                  <a:lnTo>
                    <a:pt x="0" y="489521"/>
                  </a:lnTo>
                  <a:lnTo>
                    <a:pt x="2127" y="428116"/>
                  </a:lnTo>
                  <a:lnTo>
                    <a:pt x="8338" y="368987"/>
                  </a:lnTo>
                  <a:lnTo>
                    <a:pt x="18377" y="312593"/>
                  </a:lnTo>
                  <a:lnTo>
                    <a:pt x="31989" y="259393"/>
                  </a:lnTo>
                  <a:lnTo>
                    <a:pt x="48917" y="209846"/>
                  </a:lnTo>
                  <a:lnTo>
                    <a:pt x="68906" y="164409"/>
                  </a:lnTo>
                  <a:lnTo>
                    <a:pt x="91700" y="123543"/>
                  </a:lnTo>
                  <a:lnTo>
                    <a:pt x="117042" y="87705"/>
                  </a:lnTo>
                  <a:lnTo>
                    <a:pt x="144678" y="57354"/>
                  </a:lnTo>
                  <a:lnTo>
                    <a:pt x="174351" y="32950"/>
                  </a:lnTo>
                  <a:lnTo>
                    <a:pt x="238787" y="3814"/>
                  </a:lnTo>
                  <a:lnTo>
                    <a:pt x="273037" y="0"/>
                  </a:lnTo>
                  <a:lnTo>
                    <a:pt x="395414" y="0"/>
                  </a:lnTo>
                  <a:lnTo>
                    <a:pt x="467732" y="17433"/>
                  </a:lnTo>
                  <a:lnTo>
                    <a:pt x="501543" y="38452"/>
                  </a:lnTo>
                  <a:lnTo>
                    <a:pt x="533294" y="66986"/>
                  </a:lnTo>
                  <a:lnTo>
                    <a:pt x="562614" y="102519"/>
                  </a:lnTo>
                  <a:lnTo>
                    <a:pt x="589133" y="144536"/>
                  </a:lnTo>
                  <a:lnTo>
                    <a:pt x="612480" y="192522"/>
                  </a:lnTo>
                  <a:lnTo>
                    <a:pt x="632283" y="245963"/>
                  </a:lnTo>
                  <a:lnTo>
                    <a:pt x="648173" y="304341"/>
                  </a:lnTo>
                  <a:lnTo>
                    <a:pt x="659777" y="367144"/>
                  </a:lnTo>
                  <a:lnTo>
                    <a:pt x="720966" y="367144"/>
                  </a:lnTo>
                  <a:lnTo>
                    <a:pt x="607263" y="489521"/>
                  </a:lnTo>
                  <a:lnTo>
                    <a:pt x="476211" y="367144"/>
                  </a:lnTo>
                  <a:lnTo>
                    <a:pt x="537400" y="367144"/>
                  </a:lnTo>
                  <a:lnTo>
                    <a:pt x="525795" y="304341"/>
                  </a:lnTo>
                  <a:lnTo>
                    <a:pt x="509905" y="245963"/>
                  </a:lnTo>
                  <a:lnTo>
                    <a:pt x="490100" y="192522"/>
                  </a:lnTo>
                  <a:lnTo>
                    <a:pt x="466752" y="144536"/>
                  </a:lnTo>
                  <a:lnTo>
                    <a:pt x="440232" y="102519"/>
                  </a:lnTo>
                  <a:lnTo>
                    <a:pt x="410911" y="66986"/>
                  </a:lnTo>
                  <a:lnTo>
                    <a:pt x="379160" y="38452"/>
                  </a:lnTo>
                  <a:lnTo>
                    <a:pt x="345350" y="17433"/>
                  </a:lnTo>
                  <a:lnTo>
                    <a:pt x="309852" y="4444"/>
                  </a:lnTo>
                  <a:lnTo>
                    <a:pt x="273037" y="0"/>
                  </a:lnTo>
                </a:path>
              </a:pathLst>
            </a:custGeom>
            <a:ln w="25400">
              <a:solidFill>
                <a:srgbClr val="38521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/>
          <p:cNvGrpSpPr/>
          <p:nvPr/>
        </p:nvGrpSpPr>
        <p:grpSpPr>
          <a:xfrm>
            <a:off x="7172316" y="1922260"/>
            <a:ext cx="746760" cy="4903470"/>
            <a:chOff x="7172316" y="1922260"/>
            <a:chExt cx="746760" cy="4903470"/>
          </a:xfrm>
        </p:grpSpPr>
        <p:sp>
          <p:nvSpPr>
            <p:cNvPr id="40" name="object 40"/>
            <p:cNvSpPr/>
            <p:nvPr/>
          </p:nvSpPr>
          <p:spPr>
            <a:xfrm>
              <a:off x="7473637" y="2096592"/>
              <a:ext cx="152400" cy="4729480"/>
            </a:xfrm>
            <a:custGeom>
              <a:avLst/>
              <a:gdLst/>
              <a:ahLst/>
              <a:cxnLst/>
              <a:rect l="l" t="t" r="r" b="b"/>
              <a:pathLst>
                <a:path w="152400" h="4729480">
                  <a:moveTo>
                    <a:pt x="0" y="4729022"/>
                  </a:moveTo>
                  <a:lnTo>
                    <a:pt x="152400" y="4729022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4729022"/>
                  </a:lnTo>
                  <a:close/>
                </a:path>
              </a:pathLst>
            </a:custGeom>
            <a:solidFill>
              <a:srgbClr val="062A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7458051" y="1934959"/>
              <a:ext cx="448309" cy="489584"/>
            </a:xfrm>
            <a:custGeom>
              <a:avLst/>
              <a:gdLst/>
              <a:ahLst/>
              <a:cxnLst/>
              <a:rect l="l" t="t" r="r" b="b"/>
              <a:pathLst>
                <a:path w="448309" h="489585">
                  <a:moveTo>
                    <a:pt x="122377" y="0"/>
                  </a:moveTo>
                  <a:lnTo>
                    <a:pt x="0" y="0"/>
                  </a:lnTo>
                  <a:lnTo>
                    <a:pt x="36814" y="4444"/>
                  </a:lnTo>
                  <a:lnTo>
                    <a:pt x="72312" y="17433"/>
                  </a:lnTo>
                  <a:lnTo>
                    <a:pt x="106122" y="38452"/>
                  </a:lnTo>
                  <a:lnTo>
                    <a:pt x="137874" y="66986"/>
                  </a:lnTo>
                  <a:lnTo>
                    <a:pt x="167195" y="102519"/>
                  </a:lnTo>
                  <a:lnTo>
                    <a:pt x="193715" y="144536"/>
                  </a:lnTo>
                  <a:lnTo>
                    <a:pt x="217063" y="192522"/>
                  </a:lnTo>
                  <a:lnTo>
                    <a:pt x="236868" y="245963"/>
                  </a:lnTo>
                  <a:lnTo>
                    <a:pt x="252758" y="304341"/>
                  </a:lnTo>
                  <a:lnTo>
                    <a:pt x="264363" y="367144"/>
                  </a:lnTo>
                  <a:lnTo>
                    <a:pt x="203174" y="367144"/>
                  </a:lnTo>
                  <a:lnTo>
                    <a:pt x="334225" y="489521"/>
                  </a:lnTo>
                  <a:lnTo>
                    <a:pt x="447941" y="367144"/>
                  </a:lnTo>
                  <a:lnTo>
                    <a:pt x="386753" y="367144"/>
                  </a:lnTo>
                  <a:lnTo>
                    <a:pt x="375148" y="304341"/>
                  </a:lnTo>
                  <a:lnTo>
                    <a:pt x="359258" y="245963"/>
                  </a:lnTo>
                  <a:lnTo>
                    <a:pt x="339453" y="192522"/>
                  </a:lnTo>
                  <a:lnTo>
                    <a:pt x="316104" y="144536"/>
                  </a:lnTo>
                  <a:lnTo>
                    <a:pt x="289583" y="102519"/>
                  </a:lnTo>
                  <a:lnTo>
                    <a:pt x="260261" y="66986"/>
                  </a:lnTo>
                  <a:lnTo>
                    <a:pt x="228508" y="38452"/>
                  </a:lnTo>
                  <a:lnTo>
                    <a:pt x="194696" y="17433"/>
                  </a:lnTo>
                  <a:lnTo>
                    <a:pt x="159195" y="4444"/>
                  </a:lnTo>
                  <a:lnTo>
                    <a:pt x="12237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7185016" y="1934960"/>
              <a:ext cx="334645" cy="489584"/>
            </a:xfrm>
            <a:custGeom>
              <a:avLst/>
              <a:gdLst/>
              <a:ahLst/>
              <a:cxnLst/>
              <a:rect l="l" t="t" r="r" b="b"/>
              <a:pathLst>
                <a:path w="334645" h="489585">
                  <a:moveTo>
                    <a:pt x="273037" y="0"/>
                  </a:moveTo>
                  <a:lnTo>
                    <a:pt x="205806" y="14950"/>
                  </a:lnTo>
                  <a:lnTo>
                    <a:pt x="144678" y="57354"/>
                  </a:lnTo>
                  <a:lnTo>
                    <a:pt x="117042" y="87705"/>
                  </a:lnTo>
                  <a:lnTo>
                    <a:pt x="91700" y="123543"/>
                  </a:lnTo>
                  <a:lnTo>
                    <a:pt x="68906" y="164409"/>
                  </a:lnTo>
                  <a:lnTo>
                    <a:pt x="48917" y="209846"/>
                  </a:lnTo>
                  <a:lnTo>
                    <a:pt x="31989" y="259393"/>
                  </a:lnTo>
                  <a:lnTo>
                    <a:pt x="18377" y="312593"/>
                  </a:lnTo>
                  <a:lnTo>
                    <a:pt x="8338" y="368987"/>
                  </a:lnTo>
                  <a:lnTo>
                    <a:pt x="2127" y="428116"/>
                  </a:lnTo>
                  <a:lnTo>
                    <a:pt x="0" y="489521"/>
                  </a:lnTo>
                  <a:lnTo>
                    <a:pt x="122377" y="489521"/>
                  </a:lnTo>
                  <a:lnTo>
                    <a:pt x="124516" y="428151"/>
                  </a:lnTo>
                  <a:lnTo>
                    <a:pt x="130780" y="368805"/>
                  </a:lnTo>
                  <a:lnTo>
                    <a:pt x="140934" y="312009"/>
                  </a:lnTo>
                  <a:lnTo>
                    <a:pt x="154746" y="258287"/>
                  </a:lnTo>
                  <a:lnTo>
                    <a:pt x="171981" y="208165"/>
                  </a:lnTo>
                  <a:lnTo>
                    <a:pt x="192407" y="162168"/>
                  </a:lnTo>
                  <a:lnTo>
                    <a:pt x="215789" y="120821"/>
                  </a:lnTo>
                  <a:lnTo>
                    <a:pt x="241896" y="84651"/>
                  </a:lnTo>
                  <a:lnTo>
                    <a:pt x="270493" y="54181"/>
                  </a:lnTo>
                  <a:lnTo>
                    <a:pt x="301347" y="29937"/>
                  </a:lnTo>
                  <a:lnTo>
                    <a:pt x="334225" y="12446"/>
                  </a:lnTo>
                  <a:lnTo>
                    <a:pt x="319094" y="7008"/>
                  </a:lnTo>
                  <a:lnTo>
                    <a:pt x="303826" y="3117"/>
                  </a:lnTo>
                  <a:lnTo>
                    <a:pt x="288461" y="780"/>
                  </a:lnTo>
                  <a:lnTo>
                    <a:pt x="273037" y="0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7185016" y="1934960"/>
              <a:ext cx="721360" cy="489584"/>
            </a:xfrm>
            <a:custGeom>
              <a:avLst/>
              <a:gdLst/>
              <a:ahLst/>
              <a:cxnLst/>
              <a:rect l="l" t="t" r="r" b="b"/>
              <a:pathLst>
                <a:path w="721359" h="489585">
                  <a:moveTo>
                    <a:pt x="334225" y="12446"/>
                  </a:moveTo>
                  <a:lnTo>
                    <a:pt x="270493" y="54181"/>
                  </a:lnTo>
                  <a:lnTo>
                    <a:pt x="241896" y="84651"/>
                  </a:lnTo>
                  <a:lnTo>
                    <a:pt x="215789" y="120821"/>
                  </a:lnTo>
                  <a:lnTo>
                    <a:pt x="192407" y="162168"/>
                  </a:lnTo>
                  <a:lnTo>
                    <a:pt x="171981" y="208165"/>
                  </a:lnTo>
                  <a:lnTo>
                    <a:pt x="154746" y="258287"/>
                  </a:lnTo>
                  <a:lnTo>
                    <a:pt x="140934" y="312009"/>
                  </a:lnTo>
                  <a:lnTo>
                    <a:pt x="130780" y="368805"/>
                  </a:lnTo>
                  <a:lnTo>
                    <a:pt x="124516" y="428151"/>
                  </a:lnTo>
                  <a:lnTo>
                    <a:pt x="122377" y="489521"/>
                  </a:lnTo>
                  <a:lnTo>
                    <a:pt x="0" y="489521"/>
                  </a:lnTo>
                  <a:lnTo>
                    <a:pt x="2127" y="428116"/>
                  </a:lnTo>
                  <a:lnTo>
                    <a:pt x="8338" y="368987"/>
                  </a:lnTo>
                  <a:lnTo>
                    <a:pt x="18377" y="312593"/>
                  </a:lnTo>
                  <a:lnTo>
                    <a:pt x="31989" y="259393"/>
                  </a:lnTo>
                  <a:lnTo>
                    <a:pt x="48917" y="209846"/>
                  </a:lnTo>
                  <a:lnTo>
                    <a:pt x="68906" y="164409"/>
                  </a:lnTo>
                  <a:lnTo>
                    <a:pt x="91700" y="123543"/>
                  </a:lnTo>
                  <a:lnTo>
                    <a:pt x="117042" y="87705"/>
                  </a:lnTo>
                  <a:lnTo>
                    <a:pt x="144678" y="57354"/>
                  </a:lnTo>
                  <a:lnTo>
                    <a:pt x="174351" y="32950"/>
                  </a:lnTo>
                  <a:lnTo>
                    <a:pt x="238787" y="3814"/>
                  </a:lnTo>
                  <a:lnTo>
                    <a:pt x="273037" y="0"/>
                  </a:lnTo>
                  <a:lnTo>
                    <a:pt x="395414" y="0"/>
                  </a:lnTo>
                  <a:lnTo>
                    <a:pt x="467732" y="17433"/>
                  </a:lnTo>
                  <a:lnTo>
                    <a:pt x="501543" y="38452"/>
                  </a:lnTo>
                  <a:lnTo>
                    <a:pt x="533294" y="66986"/>
                  </a:lnTo>
                  <a:lnTo>
                    <a:pt x="562614" y="102519"/>
                  </a:lnTo>
                  <a:lnTo>
                    <a:pt x="589133" y="144536"/>
                  </a:lnTo>
                  <a:lnTo>
                    <a:pt x="612480" y="192522"/>
                  </a:lnTo>
                  <a:lnTo>
                    <a:pt x="632283" y="245963"/>
                  </a:lnTo>
                  <a:lnTo>
                    <a:pt x="648173" y="304341"/>
                  </a:lnTo>
                  <a:lnTo>
                    <a:pt x="659777" y="367144"/>
                  </a:lnTo>
                  <a:lnTo>
                    <a:pt x="720979" y="367144"/>
                  </a:lnTo>
                  <a:lnTo>
                    <a:pt x="607263" y="489521"/>
                  </a:lnTo>
                  <a:lnTo>
                    <a:pt x="476211" y="367144"/>
                  </a:lnTo>
                  <a:lnTo>
                    <a:pt x="537400" y="367144"/>
                  </a:lnTo>
                  <a:lnTo>
                    <a:pt x="525795" y="304341"/>
                  </a:lnTo>
                  <a:lnTo>
                    <a:pt x="509905" y="245963"/>
                  </a:lnTo>
                  <a:lnTo>
                    <a:pt x="490100" y="192522"/>
                  </a:lnTo>
                  <a:lnTo>
                    <a:pt x="466752" y="144536"/>
                  </a:lnTo>
                  <a:lnTo>
                    <a:pt x="440232" y="102519"/>
                  </a:lnTo>
                  <a:lnTo>
                    <a:pt x="410911" y="66986"/>
                  </a:lnTo>
                  <a:lnTo>
                    <a:pt x="379160" y="38452"/>
                  </a:lnTo>
                  <a:lnTo>
                    <a:pt x="345350" y="17433"/>
                  </a:lnTo>
                  <a:lnTo>
                    <a:pt x="309852" y="4444"/>
                  </a:lnTo>
                  <a:lnTo>
                    <a:pt x="273037" y="0"/>
                  </a:lnTo>
                </a:path>
              </a:pathLst>
            </a:custGeom>
            <a:ln w="25400">
              <a:solidFill>
                <a:srgbClr val="38521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2160" y="6576726"/>
            <a:ext cx="223494" cy="16977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3197" y="6571215"/>
            <a:ext cx="10668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b="1" i="1">
                <a:solidFill>
                  <a:srgbClr val="404040"/>
                </a:solidFill>
                <a:latin typeface="Arial"/>
                <a:cs typeface="Arial"/>
              </a:rPr>
              <a:t>Automation</a:t>
            </a:r>
            <a:r>
              <a:rPr dirty="0" sz="1050" spc="-45" b="1" i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050" spc="-20" b="1" i="1">
                <a:solidFill>
                  <a:srgbClr val="404040"/>
                </a:solidFill>
                <a:latin typeface="Arial"/>
                <a:cs typeface="Arial"/>
              </a:rPr>
              <a:t>L</a:t>
            </a:r>
            <a:r>
              <a:rPr dirty="0" sz="1000" spc="-20" b="1" i="1">
                <a:solidFill>
                  <a:srgbClr val="404040"/>
                </a:solidFill>
                <a:latin typeface="Arial"/>
                <a:cs typeface="Arial"/>
              </a:rPr>
              <a:t>ab.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53725" y="2686141"/>
            <a:ext cx="2038273" cy="321427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9694" y="517022"/>
            <a:ext cx="1240396" cy="22175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824951" y="645464"/>
            <a:ext cx="169545" cy="21590"/>
          </a:xfrm>
          <a:custGeom>
            <a:avLst/>
            <a:gdLst/>
            <a:ahLst/>
            <a:cxnLst/>
            <a:rect l="l" t="t" r="r" b="b"/>
            <a:pathLst>
              <a:path w="169544" h="21590">
                <a:moveTo>
                  <a:pt x="169519" y="0"/>
                </a:moveTo>
                <a:lnTo>
                  <a:pt x="0" y="0"/>
                </a:lnTo>
                <a:lnTo>
                  <a:pt x="0" y="21577"/>
                </a:lnTo>
                <a:lnTo>
                  <a:pt x="169519" y="21577"/>
                </a:lnTo>
                <a:lnTo>
                  <a:pt x="169519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69198" y="513300"/>
            <a:ext cx="5875642" cy="22547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61013" y="1301626"/>
            <a:ext cx="8993505" cy="391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08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 spc="-20">
                <a:latin typeface="Arial"/>
                <a:cs typeface="Arial"/>
              </a:rPr>
              <a:t>Variable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resistance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+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Metal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Cap+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3D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Printing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Mount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combination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19570" y="2168754"/>
            <a:ext cx="3295650" cy="4391025"/>
            <a:chOff x="219570" y="2168754"/>
            <a:chExt cx="3295650" cy="4391025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9570" y="2168754"/>
              <a:ext cx="3295649" cy="43910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867395" y="4212227"/>
              <a:ext cx="1162685" cy="275590"/>
            </a:xfrm>
            <a:custGeom>
              <a:avLst/>
              <a:gdLst/>
              <a:ahLst/>
              <a:cxnLst/>
              <a:rect l="l" t="t" r="r" b="b"/>
              <a:pathLst>
                <a:path w="1162685" h="275589">
                  <a:moveTo>
                    <a:pt x="0" y="275018"/>
                  </a:moveTo>
                  <a:lnTo>
                    <a:pt x="1162126" y="0"/>
                  </a:lnTo>
                </a:path>
              </a:pathLst>
            </a:custGeom>
            <a:ln w="114300">
              <a:solidFill>
                <a:srgbClr val="8DC53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840704" y="4038072"/>
              <a:ext cx="1189355" cy="114300"/>
            </a:xfrm>
            <a:custGeom>
              <a:avLst/>
              <a:gdLst/>
              <a:ahLst/>
              <a:cxnLst/>
              <a:rect l="l" t="t" r="r" b="b"/>
              <a:pathLst>
                <a:path w="1189355" h="114300">
                  <a:moveTo>
                    <a:pt x="0" y="114300"/>
                  </a:moveTo>
                  <a:lnTo>
                    <a:pt x="1188821" y="114300"/>
                  </a:lnTo>
                  <a:lnTo>
                    <a:pt x="1188821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8DC5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597418" y="3914146"/>
              <a:ext cx="384175" cy="362585"/>
            </a:xfrm>
            <a:custGeom>
              <a:avLst/>
              <a:gdLst/>
              <a:ahLst/>
              <a:cxnLst/>
              <a:rect l="l" t="t" r="r" b="b"/>
              <a:pathLst>
                <a:path w="384175" h="362585">
                  <a:moveTo>
                    <a:pt x="191897" y="0"/>
                  </a:moveTo>
                  <a:lnTo>
                    <a:pt x="140883" y="6467"/>
                  </a:lnTo>
                  <a:lnTo>
                    <a:pt x="95043" y="24720"/>
                  </a:lnTo>
                  <a:lnTo>
                    <a:pt x="56205" y="53033"/>
                  </a:lnTo>
                  <a:lnTo>
                    <a:pt x="26199" y="89680"/>
                  </a:lnTo>
                  <a:lnTo>
                    <a:pt x="6854" y="132936"/>
                  </a:lnTo>
                  <a:lnTo>
                    <a:pt x="0" y="181076"/>
                  </a:lnTo>
                  <a:lnTo>
                    <a:pt x="6854" y="229216"/>
                  </a:lnTo>
                  <a:lnTo>
                    <a:pt x="26199" y="272472"/>
                  </a:lnTo>
                  <a:lnTo>
                    <a:pt x="56205" y="309119"/>
                  </a:lnTo>
                  <a:lnTo>
                    <a:pt x="95043" y="337432"/>
                  </a:lnTo>
                  <a:lnTo>
                    <a:pt x="140883" y="355685"/>
                  </a:lnTo>
                  <a:lnTo>
                    <a:pt x="191897" y="362153"/>
                  </a:lnTo>
                  <a:lnTo>
                    <a:pt x="242910" y="355685"/>
                  </a:lnTo>
                  <a:lnTo>
                    <a:pt x="288750" y="337432"/>
                  </a:lnTo>
                  <a:lnTo>
                    <a:pt x="327588" y="309119"/>
                  </a:lnTo>
                  <a:lnTo>
                    <a:pt x="328047" y="308559"/>
                  </a:lnTo>
                  <a:lnTo>
                    <a:pt x="191897" y="308559"/>
                  </a:lnTo>
                  <a:lnTo>
                    <a:pt x="148184" y="302060"/>
                  </a:lnTo>
                  <a:lnTo>
                    <a:pt x="110219" y="283963"/>
                  </a:lnTo>
                  <a:lnTo>
                    <a:pt x="80279" y="256367"/>
                  </a:lnTo>
                  <a:lnTo>
                    <a:pt x="60645" y="221371"/>
                  </a:lnTo>
                  <a:lnTo>
                    <a:pt x="53594" y="181076"/>
                  </a:lnTo>
                  <a:lnTo>
                    <a:pt x="60645" y="140781"/>
                  </a:lnTo>
                  <a:lnTo>
                    <a:pt x="80279" y="105786"/>
                  </a:lnTo>
                  <a:lnTo>
                    <a:pt x="110219" y="78190"/>
                  </a:lnTo>
                  <a:lnTo>
                    <a:pt x="148184" y="60092"/>
                  </a:lnTo>
                  <a:lnTo>
                    <a:pt x="191897" y="53594"/>
                  </a:lnTo>
                  <a:lnTo>
                    <a:pt x="328047" y="53594"/>
                  </a:lnTo>
                  <a:lnTo>
                    <a:pt x="327588" y="53033"/>
                  </a:lnTo>
                  <a:lnTo>
                    <a:pt x="288750" y="24720"/>
                  </a:lnTo>
                  <a:lnTo>
                    <a:pt x="242910" y="6467"/>
                  </a:lnTo>
                  <a:lnTo>
                    <a:pt x="191897" y="0"/>
                  </a:lnTo>
                  <a:close/>
                </a:path>
                <a:path w="384175" h="362585">
                  <a:moveTo>
                    <a:pt x="328047" y="53594"/>
                  </a:moveTo>
                  <a:lnTo>
                    <a:pt x="191897" y="53594"/>
                  </a:lnTo>
                  <a:lnTo>
                    <a:pt x="235614" y="60092"/>
                  </a:lnTo>
                  <a:lnTo>
                    <a:pt x="273580" y="78190"/>
                  </a:lnTo>
                  <a:lnTo>
                    <a:pt x="303517" y="105786"/>
                  </a:lnTo>
                  <a:lnTo>
                    <a:pt x="323149" y="140781"/>
                  </a:lnTo>
                  <a:lnTo>
                    <a:pt x="330200" y="181076"/>
                  </a:lnTo>
                  <a:lnTo>
                    <a:pt x="323149" y="221371"/>
                  </a:lnTo>
                  <a:lnTo>
                    <a:pt x="303517" y="256367"/>
                  </a:lnTo>
                  <a:lnTo>
                    <a:pt x="273580" y="283963"/>
                  </a:lnTo>
                  <a:lnTo>
                    <a:pt x="235614" y="302060"/>
                  </a:lnTo>
                  <a:lnTo>
                    <a:pt x="191897" y="308559"/>
                  </a:lnTo>
                  <a:lnTo>
                    <a:pt x="328047" y="308559"/>
                  </a:lnTo>
                  <a:lnTo>
                    <a:pt x="357594" y="272472"/>
                  </a:lnTo>
                  <a:lnTo>
                    <a:pt x="376939" y="229216"/>
                  </a:lnTo>
                  <a:lnTo>
                    <a:pt x="383794" y="181076"/>
                  </a:lnTo>
                  <a:lnTo>
                    <a:pt x="376939" y="132936"/>
                  </a:lnTo>
                  <a:lnTo>
                    <a:pt x="357594" y="89680"/>
                  </a:lnTo>
                  <a:lnTo>
                    <a:pt x="328047" y="53594"/>
                  </a:lnTo>
                  <a:close/>
                </a:path>
              </a:pathLst>
            </a:custGeom>
            <a:solidFill>
              <a:srgbClr val="8DC5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597418" y="3914146"/>
              <a:ext cx="384175" cy="362585"/>
            </a:xfrm>
            <a:custGeom>
              <a:avLst/>
              <a:gdLst/>
              <a:ahLst/>
              <a:cxnLst/>
              <a:rect l="l" t="t" r="r" b="b"/>
              <a:pathLst>
                <a:path w="384175" h="362585">
                  <a:moveTo>
                    <a:pt x="0" y="181076"/>
                  </a:moveTo>
                  <a:lnTo>
                    <a:pt x="6854" y="132936"/>
                  </a:lnTo>
                  <a:lnTo>
                    <a:pt x="26199" y="89680"/>
                  </a:lnTo>
                  <a:lnTo>
                    <a:pt x="56205" y="53033"/>
                  </a:lnTo>
                  <a:lnTo>
                    <a:pt x="95043" y="24720"/>
                  </a:lnTo>
                  <a:lnTo>
                    <a:pt x="140883" y="6467"/>
                  </a:lnTo>
                  <a:lnTo>
                    <a:pt x="191897" y="0"/>
                  </a:lnTo>
                  <a:lnTo>
                    <a:pt x="242910" y="6467"/>
                  </a:lnTo>
                  <a:lnTo>
                    <a:pt x="288750" y="24720"/>
                  </a:lnTo>
                  <a:lnTo>
                    <a:pt x="327588" y="53033"/>
                  </a:lnTo>
                  <a:lnTo>
                    <a:pt x="357594" y="89680"/>
                  </a:lnTo>
                  <a:lnTo>
                    <a:pt x="376939" y="132936"/>
                  </a:lnTo>
                  <a:lnTo>
                    <a:pt x="383794" y="181076"/>
                  </a:lnTo>
                  <a:lnTo>
                    <a:pt x="376939" y="229216"/>
                  </a:lnTo>
                  <a:lnTo>
                    <a:pt x="357594" y="272472"/>
                  </a:lnTo>
                  <a:lnTo>
                    <a:pt x="327588" y="309119"/>
                  </a:lnTo>
                  <a:lnTo>
                    <a:pt x="288750" y="337432"/>
                  </a:lnTo>
                  <a:lnTo>
                    <a:pt x="242910" y="355685"/>
                  </a:lnTo>
                  <a:lnTo>
                    <a:pt x="191897" y="362153"/>
                  </a:lnTo>
                  <a:lnTo>
                    <a:pt x="140883" y="355685"/>
                  </a:lnTo>
                  <a:lnTo>
                    <a:pt x="95043" y="337432"/>
                  </a:lnTo>
                  <a:lnTo>
                    <a:pt x="56205" y="309119"/>
                  </a:lnTo>
                  <a:lnTo>
                    <a:pt x="26199" y="272472"/>
                  </a:lnTo>
                  <a:lnTo>
                    <a:pt x="6854" y="229216"/>
                  </a:lnTo>
                  <a:lnTo>
                    <a:pt x="0" y="181076"/>
                  </a:lnTo>
                  <a:close/>
                </a:path>
                <a:path w="384175" h="362585">
                  <a:moveTo>
                    <a:pt x="53594" y="181076"/>
                  </a:moveTo>
                  <a:lnTo>
                    <a:pt x="60645" y="221371"/>
                  </a:lnTo>
                  <a:lnTo>
                    <a:pt x="80279" y="256367"/>
                  </a:lnTo>
                  <a:lnTo>
                    <a:pt x="110219" y="283963"/>
                  </a:lnTo>
                  <a:lnTo>
                    <a:pt x="148184" y="302060"/>
                  </a:lnTo>
                  <a:lnTo>
                    <a:pt x="191897" y="308559"/>
                  </a:lnTo>
                  <a:lnTo>
                    <a:pt x="235614" y="302060"/>
                  </a:lnTo>
                  <a:lnTo>
                    <a:pt x="273580" y="283963"/>
                  </a:lnTo>
                  <a:lnTo>
                    <a:pt x="303517" y="256367"/>
                  </a:lnTo>
                  <a:lnTo>
                    <a:pt x="323149" y="221371"/>
                  </a:lnTo>
                  <a:lnTo>
                    <a:pt x="330200" y="181076"/>
                  </a:lnTo>
                  <a:lnTo>
                    <a:pt x="323149" y="140781"/>
                  </a:lnTo>
                  <a:lnTo>
                    <a:pt x="303517" y="105786"/>
                  </a:lnTo>
                  <a:lnTo>
                    <a:pt x="273580" y="78190"/>
                  </a:lnTo>
                  <a:lnTo>
                    <a:pt x="235614" y="60092"/>
                  </a:lnTo>
                  <a:lnTo>
                    <a:pt x="191897" y="53594"/>
                  </a:lnTo>
                  <a:lnTo>
                    <a:pt x="148184" y="60092"/>
                  </a:lnTo>
                  <a:lnTo>
                    <a:pt x="110219" y="78190"/>
                  </a:lnTo>
                  <a:lnTo>
                    <a:pt x="80279" y="105786"/>
                  </a:lnTo>
                  <a:lnTo>
                    <a:pt x="60645" y="140781"/>
                  </a:lnTo>
                  <a:lnTo>
                    <a:pt x="53594" y="181076"/>
                  </a:lnTo>
                  <a:close/>
                </a:path>
              </a:pathLst>
            </a:custGeom>
            <a:ln w="25400">
              <a:solidFill>
                <a:srgbClr val="38521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597418" y="4333184"/>
              <a:ext cx="384175" cy="362585"/>
            </a:xfrm>
            <a:custGeom>
              <a:avLst/>
              <a:gdLst/>
              <a:ahLst/>
              <a:cxnLst/>
              <a:rect l="l" t="t" r="r" b="b"/>
              <a:pathLst>
                <a:path w="384175" h="362585">
                  <a:moveTo>
                    <a:pt x="191897" y="0"/>
                  </a:moveTo>
                  <a:lnTo>
                    <a:pt x="140883" y="6467"/>
                  </a:lnTo>
                  <a:lnTo>
                    <a:pt x="95043" y="24720"/>
                  </a:lnTo>
                  <a:lnTo>
                    <a:pt x="56205" y="53033"/>
                  </a:lnTo>
                  <a:lnTo>
                    <a:pt x="26199" y="89680"/>
                  </a:lnTo>
                  <a:lnTo>
                    <a:pt x="6854" y="132936"/>
                  </a:lnTo>
                  <a:lnTo>
                    <a:pt x="0" y="181076"/>
                  </a:lnTo>
                  <a:lnTo>
                    <a:pt x="6854" y="229216"/>
                  </a:lnTo>
                  <a:lnTo>
                    <a:pt x="26199" y="272472"/>
                  </a:lnTo>
                  <a:lnTo>
                    <a:pt x="56205" y="309119"/>
                  </a:lnTo>
                  <a:lnTo>
                    <a:pt x="95043" y="337432"/>
                  </a:lnTo>
                  <a:lnTo>
                    <a:pt x="140883" y="355685"/>
                  </a:lnTo>
                  <a:lnTo>
                    <a:pt x="191897" y="362153"/>
                  </a:lnTo>
                  <a:lnTo>
                    <a:pt x="242910" y="355685"/>
                  </a:lnTo>
                  <a:lnTo>
                    <a:pt x="288750" y="337432"/>
                  </a:lnTo>
                  <a:lnTo>
                    <a:pt x="327588" y="309119"/>
                  </a:lnTo>
                  <a:lnTo>
                    <a:pt x="328047" y="308559"/>
                  </a:lnTo>
                  <a:lnTo>
                    <a:pt x="191897" y="308559"/>
                  </a:lnTo>
                  <a:lnTo>
                    <a:pt x="148184" y="302060"/>
                  </a:lnTo>
                  <a:lnTo>
                    <a:pt x="110219" y="283963"/>
                  </a:lnTo>
                  <a:lnTo>
                    <a:pt x="80279" y="256367"/>
                  </a:lnTo>
                  <a:lnTo>
                    <a:pt x="60645" y="221371"/>
                  </a:lnTo>
                  <a:lnTo>
                    <a:pt x="53594" y="181076"/>
                  </a:lnTo>
                  <a:lnTo>
                    <a:pt x="60645" y="140781"/>
                  </a:lnTo>
                  <a:lnTo>
                    <a:pt x="80279" y="105786"/>
                  </a:lnTo>
                  <a:lnTo>
                    <a:pt x="110219" y="78190"/>
                  </a:lnTo>
                  <a:lnTo>
                    <a:pt x="148184" y="60092"/>
                  </a:lnTo>
                  <a:lnTo>
                    <a:pt x="191897" y="53593"/>
                  </a:lnTo>
                  <a:lnTo>
                    <a:pt x="328047" y="53593"/>
                  </a:lnTo>
                  <a:lnTo>
                    <a:pt x="327588" y="53033"/>
                  </a:lnTo>
                  <a:lnTo>
                    <a:pt x="288750" y="24720"/>
                  </a:lnTo>
                  <a:lnTo>
                    <a:pt x="242910" y="6467"/>
                  </a:lnTo>
                  <a:lnTo>
                    <a:pt x="191897" y="0"/>
                  </a:lnTo>
                  <a:close/>
                </a:path>
                <a:path w="384175" h="362585">
                  <a:moveTo>
                    <a:pt x="328047" y="53593"/>
                  </a:moveTo>
                  <a:lnTo>
                    <a:pt x="191897" y="53593"/>
                  </a:lnTo>
                  <a:lnTo>
                    <a:pt x="235614" y="60092"/>
                  </a:lnTo>
                  <a:lnTo>
                    <a:pt x="273580" y="78190"/>
                  </a:lnTo>
                  <a:lnTo>
                    <a:pt x="303517" y="105786"/>
                  </a:lnTo>
                  <a:lnTo>
                    <a:pt x="323149" y="140781"/>
                  </a:lnTo>
                  <a:lnTo>
                    <a:pt x="330200" y="181076"/>
                  </a:lnTo>
                  <a:lnTo>
                    <a:pt x="323149" y="221371"/>
                  </a:lnTo>
                  <a:lnTo>
                    <a:pt x="303517" y="256367"/>
                  </a:lnTo>
                  <a:lnTo>
                    <a:pt x="273580" y="283963"/>
                  </a:lnTo>
                  <a:lnTo>
                    <a:pt x="235614" y="302060"/>
                  </a:lnTo>
                  <a:lnTo>
                    <a:pt x="191897" y="308559"/>
                  </a:lnTo>
                  <a:lnTo>
                    <a:pt x="328047" y="308559"/>
                  </a:lnTo>
                  <a:lnTo>
                    <a:pt x="357594" y="272472"/>
                  </a:lnTo>
                  <a:lnTo>
                    <a:pt x="376939" y="229216"/>
                  </a:lnTo>
                  <a:lnTo>
                    <a:pt x="383794" y="181076"/>
                  </a:lnTo>
                  <a:lnTo>
                    <a:pt x="376939" y="132936"/>
                  </a:lnTo>
                  <a:lnTo>
                    <a:pt x="357594" y="89680"/>
                  </a:lnTo>
                  <a:lnTo>
                    <a:pt x="328047" y="53593"/>
                  </a:lnTo>
                  <a:close/>
                </a:path>
              </a:pathLst>
            </a:custGeom>
            <a:solidFill>
              <a:srgbClr val="8DC5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597418" y="4333184"/>
              <a:ext cx="384175" cy="362585"/>
            </a:xfrm>
            <a:custGeom>
              <a:avLst/>
              <a:gdLst/>
              <a:ahLst/>
              <a:cxnLst/>
              <a:rect l="l" t="t" r="r" b="b"/>
              <a:pathLst>
                <a:path w="384175" h="362585">
                  <a:moveTo>
                    <a:pt x="0" y="181076"/>
                  </a:moveTo>
                  <a:lnTo>
                    <a:pt x="6854" y="132936"/>
                  </a:lnTo>
                  <a:lnTo>
                    <a:pt x="26199" y="89680"/>
                  </a:lnTo>
                  <a:lnTo>
                    <a:pt x="56205" y="53033"/>
                  </a:lnTo>
                  <a:lnTo>
                    <a:pt x="95043" y="24720"/>
                  </a:lnTo>
                  <a:lnTo>
                    <a:pt x="140883" y="6467"/>
                  </a:lnTo>
                  <a:lnTo>
                    <a:pt x="191897" y="0"/>
                  </a:lnTo>
                  <a:lnTo>
                    <a:pt x="242910" y="6467"/>
                  </a:lnTo>
                  <a:lnTo>
                    <a:pt x="288750" y="24720"/>
                  </a:lnTo>
                  <a:lnTo>
                    <a:pt x="327588" y="53033"/>
                  </a:lnTo>
                  <a:lnTo>
                    <a:pt x="357594" y="89680"/>
                  </a:lnTo>
                  <a:lnTo>
                    <a:pt x="376939" y="132936"/>
                  </a:lnTo>
                  <a:lnTo>
                    <a:pt x="383794" y="181076"/>
                  </a:lnTo>
                  <a:lnTo>
                    <a:pt x="376939" y="229216"/>
                  </a:lnTo>
                  <a:lnTo>
                    <a:pt x="357594" y="272472"/>
                  </a:lnTo>
                  <a:lnTo>
                    <a:pt x="327588" y="309119"/>
                  </a:lnTo>
                  <a:lnTo>
                    <a:pt x="288750" y="337432"/>
                  </a:lnTo>
                  <a:lnTo>
                    <a:pt x="242910" y="355685"/>
                  </a:lnTo>
                  <a:lnTo>
                    <a:pt x="191897" y="362153"/>
                  </a:lnTo>
                  <a:lnTo>
                    <a:pt x="140883" y="355685"/>
                  </a:lnTo>
                  <a:lnTo>
                    <a:pt x="95043" y="337432"/>
                  </a:lnTo>
                  <a:lnTo>
                    <a:pt x="56205" y="309119"/>
                  </a:lnTo>
                  <a:lnTo>
                    <a:pt x="26199" y="272472"/>
                  </a:lnTo>
                  <a:lnTo>
                    <a:pt x="6854" y="229216"/>
                  </a:lnTo>
                  <a:lnTo>
                    <a:pt x="0" y="181076"/>
                  </a:lnTo>
                  <a:close/>
                </a:path>
                <a:path w="384175" h="362585">
                  <a:moveTo>
                    <a:pt x="53594" y="181076"/>
                  </a:moveTo>
                  <a:lnTo>
                    <a:pt x="60645" y="221371"/>
                  </a:lnTo>
                  <a:lnTo>
                    <a:pt x="80279" y="256367"/>
                  </a:lnTo>
                  <a:lnTo>
                    <a:pt x="110219" y="283963"/>
                  </a:lnTo>
                  <a:lnTo>
                    <a:pt x="148184" y="302060"/>
                  </a:lnTo>
                  <a:lnTo>
                    <a:pt x="191897" y="308559"/>
                  </a:lnTo>
                  <a:lnTo>
                    <a:pt x="235614" y="302060"/>
                  </a:lnTo>
                  <a:lnTo>
                    <a:pt x="273580" y="283963"/>
                  </a:lnTo>
                  <a:lnTo>
                    <a:pt x="303517" y="256367"/>
                  </a:lnTo>
                  <a:lnTo>
                    <a:pt x="323149" y="221371"/>
                  </a:lnTo>
                  <a:lnTo>
                    <a:pt x="330200" y="181076"/>
                  </a:lnTo>
                  <a:lnTo>
                    <a:pt x="323149" y="140781"/>
                  </a:lnTo>
                  <a:lnTo>
                    <a:pt x="303517" y="105786"/>
                  </a:lnTo>
                  <a:lnTo>
                    <a:pt x="273580" y="78190"/>
                  </a:lnTo>
                  <a:lnTo>
                    <a:pt x="235614" y="60092"/>
                  </a:lnTo>
                  <a:lnTo>
                    <a:pt x="191897" y="53593"/>
                  </a:lnTo>
                  <a:lnTo>
                    <a:pt x="148184" y="60092"/>
                  </a:lnTo>
                  <a:lnTo>
                    <a:pt x="110219" y="78190"/>
                  </a:lnTo>
                  <a:lnTo>
                    <a:pt x="80279" y="105786"/>
                  </a:lnTo>
                  <a:lnTo>
                    <a:pt x="60645" y="140781"/>
                  </a:lnTo>
                  <a:lnTo>
                    <a:pt x="53594" y="181076"/>
                  </a:lnTo>
                  <a:close/>
                </a:path>
              </a:pathLst>
            </a:custGeom>
            <a:ln w="25400">
              <a:solidFill>
                <a:srgbClr val="38521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3121576" y="3889246"/>
            <a:ext cx="1031240" cy="1000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00AF50"/>
                </a:solidFill>
                <a:latin typeface="Arial"/>
                <a:cs typeface="Arial"/>
              </a:rPr>
              <a:t>Matching </a:t>
            </a:r>
            <a:r>
              <a:rPr dirty="0" sz="1600">
                <a:solidFill>
                  <a:srgbClr val="00AF50"/>
                </a:solidFill>
                <a:latin typeface="Arial"/>
                <a:cs typeface="Arial"/>
              </a:rPr>
              <a:t>metal</a:t>
            </a:r>
            <a:r>
              <a:rPr dirty="0" sz="1600" spc="-4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00AF50"/>
                </a:solidFill>
                <a:latin typeface="Arial"/>
                <a:cs typeface="Arial"/>
              </a:rPr>
              <a:t>cap </a:t>
            </a:r>
            <a:r>
              <a:rPr dirty="0" sz="1600">
                <a:solidFill>
                  <a:srgbClr val="00AF50"/>
                </a:solidFill>
                <a:latin typeface="Arial"/>
                <a:cs typeface="Arial"/>
              </a:rPr>
              <a:t>hole</a:t>
            </a:r>
            <a:r>
              <a:rPr dirty="0" sz="1600" spc="-1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00AF50"/>
                </a:solidFill>
                <a:latin typeface="Arial"/>
                <a:cs typeface="Arial"/>
              </a:rPr>
              <a:t>and </a:t>
            </a:r>
            <a:r>
              <a:rPr dirty="0" sz="1600">
                <a:solidFill>
                  <a:srgbClr val="00AF50"/>
                </a:solidFill>
                <a:latin typeface="Arial"/>
                <a:cs typeface="Arial"/>
              </a:rPr>
              <a:t>mount</a:t>
            </a:r>
            <a:r>
              <a:rPr dirty="0" sz="1600" spc="-35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00AF50"/>
                </a:solidFill>
                <a:latin typeface="Arial"/>
                <a:cs typeface="Arial"/>
              </a:rPr>
              <a:t>hole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28686" y="2512301"/>
            <a:ext cx="2228841" cy="3028975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1891334" y="3251193"/>
            <a:ext cx="4203700" cy="1268730"/>
            <a:chOff x="1891334" y="3251193"/>
            <a:chExt cx="4203700" cy="1268730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17187" y="3338982"/>
              <a:ext cx="977265" cy="118086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925134" y="3257543"/>
              <a:ext cx="3176270" cy="648335"/>
            </a:xfrm>
            <a:custGeom>
              <a:avLst/>
              <a:gdLst/>
              <a:ahLst/>
              <a:cxnLst/>
              <a:rect l="l" t="t" r="r" b="b"/>
              <a:pathLst>
                <a:path w="3176270" h="648335">
                  <a:moveTo>
                    <a:pt x="3176143" y="0"/>
                  </a:moveTo>
                  <a:lnTo>
                    <a:pt x="3108830" y="209"/>
                  </a:lnTo>
                  <a:lnTo>
                    <a:pt x="3041545" y="833"/>
                  </a:lnTo>
                  <a:lnTo>
                    <a:pt x="2974313" y="1867"/>
                  </a:lnTo>
                  <a:lnTo>
                    <a:pt x="2907161" y="3303"/>
                  </a:lnTo>
                  <a:lnTo>
                    <a:pt x="2840115" y="5137"/>
                  </a:lnTo>
                  <a:lnTo>
                    <a:pt x="2773202" y="7362"/>
                  </a:lnTo>
                  <a:lnTo>
                    <a:pt x="2706449" y="9972"/>
                  </a:lnTo>
                  <a:lnTo>
                    <a:pt x="2639882" y="12961"/>
                  </a:lnTo>
                  <a:lnTo>
                    <a:pt x="2573528" y="16325"/>
                  </a:lnTo>
                  <a:lnTo>
                    <a:pt x="2507414" y="20055"/>
                  </a:lnTo>
                  <a:lnTo>
                    <a:pt x="2441565" y="24148"/>
                  </a:lnTo>
                  <a:lnTo>
                    <a:pt x="2376010" y="28596"/>
                  </a:lnTo>
                  <a:lnTo>
                    <a:pt x="2310774" y="33394"/>
                  </a:lnTo>
                  <a:lnTo>
                    <a:pt x="2245884" y="38536"/>
                  </a:lnTo>
                  <a:lnTo>
                    <a:pt x="2181366" y="44016"/>
                  </a:lnTo>
                  <a:lnTo>
                    <a:pt x="2117248" y="49828"/>
                  </a:lnTo>
                  <a:lnTo>
                    <a:pt x="2053555" y="55966"/>
                  </a:lnTo>
                  <a:lnTo>
                    <a:pt x="1990315" y="62424"/>
                  </a:lnTo>
                  <a:lnTo>
                    <a:pt x="1927554" y="69197"/>
                  </a:lnTo>
                  <a:lnTo>
                    <a:pt x="1865298" y="76278"/>
                  </a:lnTo>
                  <a:lnTo>
                    <a:pt x="1803575" y="83662"/>
                  </a:lnTo>
                  <a:lnTo>
                    <a:pt x="1742411" y="91342"/>
                  </a:lnTo>
                  <a:lnTo>
                    <a:pt x="1681832" y="99313"/>
                  </a:lnTo>
                  <a:lnTo>
                    <a:pt x="1621865" y="107568"/>
                  </a:lnTo>
                  <a:lnTo>
                    <a:pt x="1562537" y="116103"/>
                  </a:lnTo>
                  <a:lnTo>
                    <a:pt x="1503875" y="124910"/>
                  </a:lnTo>
                  <a:lnTo>
                    <a:pt x="1445904" y="133985"/>
                  </a:lnTo>
                  <a:lnTo>
                    <a:pt x="1388652" y="143320"/>
                  </a:lnTo>
                  <a:lnTo>
                    <a:pt x="1332145" y="152911"/>
                  </a:lnTo>
                  <a:lnTo>
                    <a:pt x="1276410" y="162750"/>
                  </a:lnTo>
                  <a:lnTo>
                    <a:pt x="1221473" y="172834"/>
                  </a:lnTo>
                  <a:lnTo>
                    <a:pt x="1167361" y="183154"/>
                  </a:lnTo>
                  <a:lnTo>
                    <a:pt x="1114101" y="193706"/>
                  </a:lnTo>
                  <a:lnTo>
                    <a:pt x="1061719" y="204484"/>
                  </a:lnTo>
                  <a:lnTo>
                    <a:pt x="1010242" y="215481"/>
                  </a:lnTo>
                  <a:lnTo>
                    <a:pt x="959697" y="226692"/>
                  </a:lnTo>
                  <a:lnTo>
                    <a:pt x="910110" y="238111"/>
                  </a:lnTo>
                  <a:lnTo>
                    <a:pt x="861507" y="249732"/>
                  </a:lnTo>
                  <a:lnTo>
                    <a:pt x="813915" y="261549"/>
                  </a:lnTo>
                  <a:lnTo>
                    <a:pt x="767362" y="273555"/>
                  </a:lnTo>
                  <a:lnTo>
                    <a:pt x="721873" y="285746"/>
                  </a:lnTo>
                  <a:lnTo>
                    <a:pt x="677475" y="298116"/>
                  </a:lnTo>
                  <a:lnTo>
                    <a:pt x="634195" y="310657"/>
                  </a:lnTo>
                  <a:lnTo>
                    <a:pt x="592060" y="323365"/>
                  </a:lnTo>
                  <a:lnTo>
                    <a:pt x="551095" y="336234"/>
                  </a:lnTo>
                  <a:lnTo>
                    <a:pt x="511328" y="349257"/>
                  </a:lnTo>
                  <a:lnTo>
                    <a:pt x="472785" y="362428"/>
                  </a:lnTo>
                  <a:lnTo>
                    <a:pt x="435493" y="375743"/>
                  </a:lnTo>
                  <a:lnTo>
                    <a:pt x="399478" y="389194"/>
                  </a:lnTo>
                  <a:lnTo>
                    <a:pt x="331388" y="416483"/>
                  </a:lnTo>
                  <a:lnTo>
                    <a:pt x="268727" y="444249"/>
                  </a:lnTo>
                  <a:lnTo>
                    <a:pt x="211708" y="472443"/>
                  </a:lnTo>
                  <a:lnTo>
                    <a:pt x="160544" y="501019"/>
                  </a:lnTo>
                  <a:lnTo>
                    <a:pt x="115448" y="529929"/>
                  </a:lnTo>
                  <a:lnTo>
                    <a:pt x="76632" y="559127"/>
                  </a:lnTo>
                  <a:lnTo>
                    <a:pt x="44310" y="588563"/>
                  </a:lnTo>
                  <a:lnTo>
                    <a:pt x="18695" y="618192"/>
                  </a:lnTo>
                  <a:lnTo>
                    <a:pt x="8469" y="633064"/>
                  </a:lnTo>
                  <a:lnTo>
                    <a:pt x="0" y="647966"/>
                  </a:lnTo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891334" y="3883912"/>
              <a:ext cx="74295" cy="83820"/>
            </a:xfrm>
            <a:custGeom>
              <a:avLst/>
              <a:gdLst/>
              <a:ahLst/>
              <a:cxnLst/>
              <a:rect l="l" t="t" r="r" b="b"/>
              <a:pathLst>
                <a:path w="74294" h="83820">
                  <a:moveTo>
                    <a:pt x="0" y="0"/>
                  </a:moveTo>
                  <a:lnTo>
                    <a:pt x="18008" y="83273"/>
                  </a:lnTo>
                  <a:lnTo>
                    <a:pt x="73812" y="188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4838608" y="2364694"/>
            <a:ext cx="1945639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Inserting</a:t>
            </a:r>
            <a:r>
              <a:rPr dirty="0" sz="16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16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hex</a:t>
            </a:r>
            <a:r>
              <a:rPr dirty="0" sz="16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0000"/>
                </a:solidFill>
                <a:latin typeface="Arial"/>
                <a:cs typeface="Arial"/>
              </a:rPr>
              <a:t>screw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into</a:t>
            </a:r>
            <a:r>
              <a:rPr dirty="0" sz="16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600" spc="-1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hole</a:t>
            </a:r>
            <a:r>
              <a:rPr dirty="0" sz="1600" spc="-25">
                <a:solidFill>
                  <a:srgbClr val="FF0000"/>
                </a:solidFill>
                <a:latin typeface="Arial"/>
                <a:cs typeface="Arial"/>
              </a:rPr>
              <a:t> to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secure</a:t>
            </a:r>
            <a:r>
              <a:rPr dirty="0" sz="1600" spc="-4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FF0000"/>
                </a:solidFill>
                <a:latin typeface="Arial"/>
                <a:cs typeface="Arial"/>
              </a:rPr>
              <a:t>it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37940" y="5385754"/>
            <a:ext cx="2612390" cy="1488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Be</a:t>
            </a:r>
            <a:r>
              <a:rPr dirty="0" sz="16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careful</a:t>
            </a:r>
            <a:r>
              <a:rPr dirty="0" sz="16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not</a:t>
            </a:r>
            <a:r>
              <a:rPr dirty="0" sz="16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16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forcibly</a:t>
            </a:r>
            <a:r>
              <a:rPr dirty="0" sz="1600" spc="-20">
                <a:solidFill>
                  <a:srgbClr val="FF0000"/>
                </a:solidFill>
                <a:latin typeface="Arial"/>
                <a:cs typeface="Arial"/>
              </a:rPr>
              <a:t> turn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6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hex</a:t>
            </a:r>
            <a:r>
              <a:rPr dirty="0" sz="16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screw</a:t>
            </a:r>
            <a:r>
              <a:rPr dirty="0" sz="16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0000"/>
                </a:solidFill>
                <a:latin typeface="Arial"/>
                <a:cs typeface="Arial"/>
              </a:rPr>
              <a:t>without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properly</a:t>
            </a:r>
            <a:r>
              <a:rPr dirty="0" sz="16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matching</a:t>
            </a:r>
            <a:r>
              <a:rPr dirty="0" sz="1600" spc="-4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6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0000"/>
                </a:solidFill>
                <a:latin typeface="Arial"/>
                <a:cs typeface="Arial"/>
              </a:rPr>
              <a:t>metal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cap</a:t>
            </a:r>
            <a:r>
              <a:rPr dirty="0" sz="16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hole</a:t>
            </a:r>
            <a:r>
              <a:rPr dirty="0" sz="16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dirty="0" sz="16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600" spc="-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0000"/>
                </a:solidFill>
                <a:latin typeface="Arial"/>
                <a:cs typeface="Arial"/>
              </a:rPr>
              <a:t>mount</a:t>
            </a:r>
            <a:r>
              <a:rPr dirty="0" sz="1600" spc="50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hole,</a:t>
            </a:r>
            <a:r>
              <a:rPr dirty="0" sz="16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as</a:t>
            </a:r>
            <a:r>
              <a:rPr dirty="0" sz="16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6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metal</a:t>
            </a:r>
            <a:r>
              <a:rPr dirty="0" sz="1600" spc="-1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cap</a:t>
            </a:r>
            <a:r>
              <a:rPr dirty="0" sz="16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FF0000"/>
                </a:solidFill>
                <a:latin typeface="Arial"/>
                <a:cs typeface="Arial"/>
              </a:rPr>
              <a:t>will </a:t>
            </a:r>
            <a:r>
              <a:rPr dirty="0" sz="1600" spc="-10">
                <a:solidFill>
                  <a:srgbClr val="FF0000"/>
                </a:solidFill>
                <a:latin typeface="Arial"/>
                <a:cs typeface="Arial"/>
              </a:rPr>
              <a:t>break.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42604" y="5620597"/>
            <a:ext cx="1875789" cy="1000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"/>
                <a:cs typeface="Arial"/>
              </a:rPr>
              <a:t>Hexagonal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shape screwdriver</a:t>
            </a:r>
            <a:r>
              <a:rPr dirty="0" sz="1600" spc="50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Inserting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hex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screws using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099142" y="1225221"/>
            <a:ext cx="1912620" cy="1000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6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hex</a:t>
            </a:r>
            <a:r>
              <a:rPr dirty="0" sz="16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screw</a:t>
            </a:r>
            <a:r>
              <a:rPr dirty="0" sz="16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0000"/>
                </a:solidFill>
                <a:latin typeface="Arial"/>
                <a:cs typeface="Arial"/>
              </a:rPr>
              <a:t>sticks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out</a:t>
            </a:r>
            <a:r>
              <a:rPr dirty="0" sz="16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very</a:t>
            </a:r>
            <a:r>
              <a:rPr dirty="0" sz="16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slightly,</a:t>
            </a:r>
            <a:r>
              <a:rPr dirty="0" sz="16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FF0000"/>
                </a:solidFill>
                <a:latin typeface="Arial"/>
                <a:cs typeface="Arial"/>
              </a:rPr>
              <a:t>and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it</a:t>
            </a:r>
            <a:r>
              <a:rPr dirty="0" sz="16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dirty="0" sz="16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well</a:t>
            </a:r>
            <a:r>
              <a:rPr dirty="0" sz="1600" spc="-1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enough</a:t>
            </a:r>
            <a:r>
              <a:rPr dirty="0" sz="16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FF0000"/>
                </a:solidFill>
                <a:latin typeface="Arial"/>
                <a:cs typeface="Arial"/>
              </a:rPr>
              <a:t>to </a:t>
            </a:r>
            <a:r>
              <a:rPr dirty="0" sz="1600" spc="-20">
                <a:solidFill>
                  <a:srgbClr val="FF0000"/>
                </a:solidFill>
                <a:latin typeface="Arial"/>
                <a:cs typeface="Arial"/>
              </a:rPr>
              <a:t>hold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786343" y="1814126"/>
            <a:ext cx="746760" cy="4903470"/>
            <a:chOff x="6786343" y="1814126"/>
            <a:chExt cx="746760" cy="4903470"/>
          </a:xfrm>
        </p:grpSpPr>
        <p:sp>
          <p:nvSpPr>
            <p:cNvPr id="29" name="object 29"/>
            <p:cNvSpPr/>
            <p:nvPr/>
          </p:nvSpPr>
          <p:spPr>
            <a:xfrm>
              <a:off x="7087665" y="1988459"/>
              <a:ext cx="152400" cy="4729480"/>
            </a:xfrm>
            <a:custGeom>
              <a:avLst/>
              <a:gdLst/>
              <a:ahLst/>
              <a:cxnLst/>
              <a:rect l="l" t="t" r="r" b="b"/>
              <a:pathLst>
                <a:path w="152400" h="4729480">
                  <a:moveTo>
                    <a:pt x="0" y="4729022"/>
                  </a:moveTo>
                  <a:lnTo>
                    <a:pt x="152400" y="4729022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4729022"/>
                  </a:lnTo>
                  <a:close/>
                </a:path>
              </a:pathLst>
            </a:custGeom>
            <a:solidFill>
              <a:srgbClr val="062A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7072077" y="1826826"/>
              <a:ext cx="448309" cy="489584"/>
            </a:xfrm>
            <a:custGeom>
              <a:avLst/>
              <a:gdLst/>
              <a:ahLst/>
              <a:cxnLst/>
              <a:rect l="l" t="t" r="r" b="b"/>
              <a:pathLst>
                <a:path w="448309" h="489585">
                  <a:moveTo>
                    <a:pt x="122377" y="0"/>
                  </a:moveTo>
                  <a:lnTo>
                    <a:pt x="0" y="0"/>
                  </a:lnTo>
                  <a:lnTo>
                    <a:pt x="36814" y="4444"/>
                  </a:lnTo>
                  <a:lnTo>
                    <a:pt x="72312" y="17433"/>
                  </a:lnTo>
                  <a:lnTo>
                    <a:pt x="106122" y="38452"/>
                  </a:lnTo>
                  <a:lnTo>
                    <a:pt x="137874" y="66986"/>
                  </a:lnTo>
                  <a:lnTo>
                    <a:pt x="167195" y="102519"/>
                  </a:lnTo>
                  <a:lnTo>
                    <a:pt x="193715" y="144536"/>
                  </a:lnTo>
                  <a:lnTo>
                    <a:pt x="217063" y="192522"/>
                  </a:lnTo>
                  <a:lnTo>
                    <a:pt x="236868" y="245963"/>
                  </a:lnTo>
                  <a:lnTo>
                    <a:pt x="252758" y="304341"/>
                  </a:lnTo>
                  <a:lnTo>
                    <a:pt x="264363" y="367144"/>
                  </a:lnTo>
                  <a:lnTo>
                    <a:pt x="203174" y="367144"/>
                  </a:lnTo>
                  <a:lnTo>
                    <a:pt x="334225" y="489521"/>
                  </a:lnTo>
                  <a:lnTo>
                    <a:pt x="447941" y="367144"/>
                  </a:lnTo>
                  <a:lnTo>
                    <a:pt x="386753" y="367144"/>
                  </a:lnTo>
                  <a:lnTo>
                    <a:pt x="375148" y="304341"/>
                  </a:lnTo>
                  <a:lnTo>
                    <a:pt x="359258" y="245963"/>
                  </a:lnTo>
                  <a:lnTo>
                    <a:pt x="339453" y="192522"/>
                  </a:lnTo>
                  <a:lnTo>
                    <a:pt x="316104" y="144536"/>
                  </a:lnTo>
                  <a:lnTo>
                    <a:pt x="289583" y="102519"/>
                  </a:lnTo>
                  <a:lnTo>
                    <a:pt x="260261" y="66986"/>
                  </a:lnTo>
                  <a:lnTo>
                    <a:pt x="228508" y="38452"/>
                  </a:lnTo>
                  <a:lnTo>
                    <a:pt x="194696" y="17433"/>
                  </a:lnTo>
                  <a:lnTo>
                    <a:pt x="159195" y="4444"/>
                  </a:lnTo>
                  <a:lnTo>
                    <a:pt x="12237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799043" y="1826826"/>
              <a:ext cx="334645" cy="489584"/>
            </a:xfrm>
            <a:custGeom>
              <a:avLst/>
              <a:gdLst/>
              <a:ahLst/>
              <a:cxnLst/>
              <a:rect l="l" t="t" r="r" b="b"/>
              <a:pathLst>
                <a:path w="334645" h="489585">
                  <a:moveTo>
                    <a:pt x="273037" y="0"/>
                  </a:moveTo>
                  <a:lnTo>
                    <a:pt x="205806" y="14950"/>
                  </a:lnTo>
                  <a:lnTo>
                    <a:pt x="144678" y="57354"/>
                  </a:lnTo>
                  <a:lnTo>
                    <a:pt x="117042" y="87705"/>
                  </a:lnTo>
                  <a:lnTo>
                    <a:pt x="91700" y="123543"/>
                  </a:lnTo>
                  <a:lnTo>
                    <a:pt x="68906" y="164409"/>
                  </a:lnTo>
                  <a:lnTo>
                    <a:pt x="48917" y="209846"/>
                  </a:lnTo>
                  <a:lnTo>
                    <a:pt x="31989" y="259393"/>
                  </a:lnTo>
                  <a:lnTo>
                    <a:pt x="18377" y="312593"/>
                  </a:lnTo>
                  <a:lnTo>
                    <a:pt x="8338" y="368987"/>
                  </a:lnTo>
                  <a:lnTo>
                    <a:pt x="2127" y="428116"/>
                  </a:lnTo>
                  <a:lnTo>
                    <a:pt x="0" y="489521"/>
                  </a:lnTo>
                  <a:lnTo>
                    <a:pt x="122377" y="489521"/>
                  </a:lnTo>
                  <a:lnTo>
                    <a:pt x="124516" y="428151"/>
                  </a:lnTo>
                  <a:lnTo>
                    <a:pt x="130780" y="368805"/>
                  </a:lnTo>
                  <a:lnTo>
                    <a:pt x="140934" y="312009"/>
                  </a:lnTo>
                  <a:lnTo>
                    <a:pt x="154746" y="258287"/>
                  </a:lnTo>
                  <a:lnTo>
                    <a:pt x="171981" y="208165"/>
                  </a:lnTo>
                  <a:lnTo>
                    <a:pt x="192407" y="162168"/>
                  </a:lnTo>
                  <a:lnTo>
                    <a:pt x="215789" y="120821"/>
                  </a:lnTo>
                  <a:lnTo>
                    <a:pt x="241896" y="84651"/>
                  </a:lnTo>
                  <a:lnTo>
                    <a:pt x="270493" y="54181"/>
                  </a:lnTo>
                  <a:lnTo>
                    <a:pt x="301347" y="29937"/>
                  </a:lnTo>
                  <a:lnTo>
                    <a:pt x="334225" y="12446"/>
                  </a:lnTo>
                  <a:lnTo>
                    <a:pt x="319094" y="7008"/>
                  </a:lnTo>
                  <a:lnTo>
                    <a:pt x="303826" y="3117"/>
                  </a:lnTo>
                  <a:lnTo>
                    <a:pt x="288461" y="780"/>
                  </a:lnTo>
                  <a:lnTo>
                    <a:pt x="273037" y="0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799043" y="1826826"/>
              <a:ext cx="721360" cy="489584"/>
            </a:xfrm>
            <a:custGeom>
              <a:avLst/>
              <a:gdLst/>
              <a:ahLst/>
              <a:cxnLst/>
              <a:rect l="l" t="t" r="r" b="b"/>
              <a:pathLst>
                <a:path w="721359" h="489585">
                  <a:moveTo>
                    <a:pt x="334225" y="12446"/>
                  </a:moveTo>
                  <a:lnTo>
                    <a:pt x="270493" y="54181"/>
                  </a:lnTo>
                  <a:lnTo>
                    <a:pt x="241896" y="84651"/>
                  </a:lnTo>
                  <a:lnTo>
                    <a:pt x="215789" y="120821"/>
                  </a:lnTo>
                  <a:lnTo>
                    <a:pt x="192407" y="162168"/>
                  </a:lnTo>
                  <a:lnTo>
                    <a:pt x="171981" y="208165"/>
                  </a:lnTo>
                  <a:lnTo>
                    <a:pt x="154746" y="258287"/>
                  </a:lnTo>
                  <a:lnTo>
                    <a:pt x="140934" y="312009"/>
                  </a:lnTo>
                  <a:lnTo>
                    <a:pt x="130780" y="368805"/>
                  </a:lnTo>
                  <a:lnTo>
                    <a:pt x="124516" y="428151"/>
                  </a:lnTo>
                  <a:lnTo>
                    <a:pt x="122377" y="489521"/>
                  </a:lnTo>
                  <a:lnTo>
                    <a:pt x="0" y="489521"/>
                  </a:lnTo>
                  <a:lnTo>
                    <a:pt x="2127" y="428116"/>
                  </a:lnTo>
                  <a:lnTo>
                    <a:pt x="8338" y="368987"/>
                  </a:lnTo>
                  <a:lnTo>
                    <a:pt x="18377" y="312593"/>
                  </a:lnTo>
                  <a:lnTo>
                    <a:pt x="31989" y="259393"/>
                  </a:lnTo>
                  <a:lnTo>
                    <a:pt x="48917" y="209846"/>
                  </a:lnTo>
                  <a:lnTo>
                    <a:pt x="68906" y="164409"/>
                  </a:lnTo>
                  <a:lnTo>
                    <a:pt x="91700" y="123543"/>
                  </a:lnTo>
                  <a:lnTo>
                    <a:pt x="117042" y="87705"/>
                  </a:lnTo>
                  <a:lnTo>
                    <a:pt x="144678" y="57354"/>
                  </a:lnTo>
                  <a:lnTo>
                    <a:pt x="174351" y="32950"/>
                  </a:lnTo>
                  <a:lnTo>
                    <a:pt x="238787" y="3814"/>
                  </a:lnTo>
                  <a:lnTo>
                    <a:pt x="273037" y="0"/>
                  </a:lnTo>
                  <a:lnTo>
                    <a:pt x="395414" y="0"/>
                  </a:lnTo>
                  <a:lnTo>
                    <a:pt x="467732" y="17433"/>
                  </a:lnTo>
                  <a:lnTo>
                    <a:pt x="501543" y="38452"/>
                  </a:lnTo>
                  <a:lnTo>
                    <a:pt x="533294" y="66986"/>
                  </a:lnTo>
                  <a:lnTo>
                    <a:pt x="562614" y="102519"/>
                  </a:lnTo>
                  <a:lnTo>
                    <a:pt x="589133" y="144536"/>
                  </a:lnTo>
                  <a:lnTo>
                    <a:pt x="612480" y="192522"/>
                  </a:lnTo>
                  <a:lnTo>
                    <a:pt x="632283" y="245963"/>
                  </a:lnTo>
                  <a:lnTo>
                    <a:pt x="648173" y="304341"/>
                  </a:lnTo>
                  <a:lnTo>
                    <a:pt x="659777" y="367144"/>
                  </a:lnTo>
                  <a:lnTo>
                    <a:pt x="720979" y="367144"/>
                  </a:lnTo>
                  <a:lnTo>
                    <a:pt x="607263" y="489521"/>
                  </a:lnTo>
                  <a:lnTo>
                    <a:pt x="476211" y="367144"/>
                  </a:lnTo>
                  <a:lnTo>
                    <a:pt x="537400" y="367144"/>
                  </a:lnTo>
                  <a:lnTo>
                    <a:pt x="525795" y="304341"/>
                  </a:lnTo>
                  <a:lnTo>
                    <a:pt x="509905" y="245963"/>
                  </a:lnTo>
                  <a:lnTo>
                    <a:pt x="490100" y="192522"/>
                  </a:lnTo>
                  <a:lnTo>
                    <a:pt x="466752" y="144536"/>
                  </a:lnTo>
                  <a:lnTo>
                    <a:pt x="440232" y="102519"/>
                  </a:lnTo>
                  <a:lnTo>
                    <a:pt x="410911" y="66986"/>
                  </a:lnTo>
                  <a:lnTo>
                    <a:pt x="379160" y="38452"/>
                  </a:lnTo>
                  <a:lnTo>
                    <a:pt x="345350" y="17433"/>
                  </a:lnTo>
                  <a:lnTo>
                    <a:pt x="309852" y="4444"/>
                  </a:lnTo>
                  <a:lnTo>
                    <a:pt x="273037" y="0"/>
                  </a:lnTo>
                </a:path>
              </a:pathLst>
            </a:custGeom>
            <a:ln w="25400">
              <a:solidFill>
                <a:srgbClr val="38521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/>
          <p:cNvGrpSpPr/>
          <p:nvPr/>
        </p:nvGrpSpPr>
        <p:grpSpPr>
          <a:xfrm>
            <a:off x="9369001" y="1781046"/>
            <a:ext cx="746760" cy="4903470"/>
            <a:chOff x="9369001" y="1781046"/>
            <a:chExt cx="746760" cy="4903470"/>
          </a:xfrm>
        </p:grpSpPr>
        <p:sp>
          <p:nvSpPr>
            <p:cNvPr id="34" name="object 34"/>
            <p:cNvSpPr/>
            <p:nvPr/>
          </p:nvSpPr>
          <p:spPr>
            <a:xfrm>
              <a:off x="9670324" y="1955379"/>
              <a:ext cx="152400" cy="4729480"/>
            </a:xfrm>
            <a:custGeom>
              <a:avLst/>
              <a:gdLst/>
              <a:ahLst/>
              <a:cxnLst/>
              <a:rect l="l" t="t" r="r" b="b"/>
              <a:pathLst>
                <a:path w="152400" h="4729480">
                  <a:moveTo>
                    <a:pt x="0" y="4729022"/>
                  </a:moveTo>
                  <a:lnTo>
                    <a:pt x="152400" y="4729022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4729022"/>
                  </a:lnTo>
                  <a:close/>
                </a:path>
              </a:pathLst>
            </a:custGeom>
            <a:solidFill>
              <a:srgbClr val="062A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9654736" y="1793746"/>
              <a:ext cx="448309" cy="489584"/>
            </a:xfrm>
            <a:custGeom>
              <a:avLst/>
              <a:gdLst/>
              <a:ahLst/>
              <a:cxnLst/>
              <a:rect l="l" t="t" r="r" b="b"/>
              <a:pathLst>
                <a:path w="448309" h="489585">
                  <a:moveTo>
                    <a:pt x="122377" y="0"/>
                  </a:moveTo>
                  <a:lnTo>
                    <a:pt x="0" y="0"/>
                  </a:lnTo>
                  <a:lnTo>
                    <a:pt x="36814" y="4444"/>
                  </a:lnTo>
                  <a:lnTo>
                    <a:pt x="72312" y="17433"/>
                  </a:lnTo>
                  <a:lnTo>
                    <a:pt x="106122" y="38452"/>
                  </a:lnTo>
                  <a:lnTo>
                    <a:pt x="137874" y="66986"/>
                  </a:lnTo>
                  <a:lnTo>
                    <a:pt x="167195" y="102519"/>
                  </a:lnTo>
                  <a:lnTo>
                    <a:pt x="193715" y="144536"/>
                  </a:lnTo>
                  <a:lnTo>
                    <a:pt x="217063" y="192522"/>
                  </a:lnTo>
                  <a:lnTo>
                    <a:pt x="236868" y="245963"/>
                  </a:lnTo>
                  <a:lnTo>
                    <a:pt x="252758" y="304341"/>
                  </a:lnTo>
                  <a:lnTo>
                    <a:pt x="264363" y="367144"/>
                  </a:lnTo>
                  <a:lnTo>
                    <a:pt x="203174" y="367144"/>
                  </a:lnTo>
                  <a:lnTo>
                    <a:pt x="334225" y="489521"/>
                  </a:lnTo>
                  <a:lnTo>
                    <a:pt x="447941" y="367144"/>
                  </a:lnTo>
                  <a:lnTo>
                    <a:pt x="386753" y="367144"/>
                  </a:lnTo>
                  <a:lnTo>
                    <a:pt x="375148" y="304341"/>
                  </a:lnTo>
                  <a:lnTo>
                    <a:pt x="359258" y="245963"/>
                  </a:lnTo>
                  <a:lnTo>
                    <a:pt x="339453" y="192522"/>
                  </a:lnTo>
                  <a:lnTo>
                    <a:pt x="316104" y="144536"/>
                  </a:lnTo>
                  <a:lnTo>
                    <a:pt x="289583" y="102519"/>
                  </a:lnTo>
                  <a:lnTo>
                    <a:pt x="260261" y="66986"/>
                  </a:lnTo>
                  <a:lnTo>
                    <a:pt x="228508" y="38452"/>
                  </a:lnTo>
                  <a:lnTo>
                    <a:pt x="194696" y="17433"/>
                  </a:lnTo>
                  <a:lnTo>
                    <a:pt x="159195" y="4444"/>
                  </a:lnTo>
                  <a:lnTo>
                    <a:pt x="12237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9381701" y="1793746"/>
              <a:ext cx="334645" cy="489584"/>
            </a:xfrm>
            <a:custGeom>
              <a:avLst/>
              <a:gdLst/>
              <a:ahLst/>
              <a:cxnLst/>
              <a:rect l="l" t="t" r="r" b="b"/>
              <a:pathLst>
                <a:path w="334645" h="489585">
                  <a:moveTo>
                    <a:pt x="273037" y="0"/>
                  </a:moveTo>
                  <a:lnTo>
                    <a:pt x="205806" y="14950"/>
                  </a:lnTo>
                  <a:lnTo>
                    <a:pt x="144678" y="57354"/>
                  </a:lnTo>
                  <a:lnTo>
                    <a:pt x="117042" y="87705"/>
                  </a:lnTo>
                  <a:lnTo>
                    <a:pt x="91700" y="123543"/>
                  </a:lnTo>
                  <a:lnTo>
                    <a:pt x="68906" y="164409"/>
                  </a:lnTo>
                  <a:lnTo>
                    <a:pt x="48917" y="209846"/>
                  </a:lnTo>
                  <a:lnTo>
                    <a:pt x="31989" y="259393"/>
                  </a:lnTo>
                  <a:lnTo>
                    <a:pt x="18377" y="312593"/>
                  </a:lnTo>
                  <a:lnTo>
                    <a:pt x="8338" y="368987"/>
                  </a:lnTo>
                  <a:lnTo>
                    <a:pt x="2127" y="428116"/>
                  </a:lnTo>
                  <a:lnTo>
                    <a:pt x="0" y="489521"/>
                  </a:lnTo>
                  <a:lnTo>
                    <a:pt x="122377" y="489521"/>
                  </a:lnTo>
                  <a:lnTo>
                    <a:pt x="124516" y="428151"/>
                  </a:lnTo>
                  <a:lnTo>
                    <a:pt x="130780" y="368805"/>
                  </a:lnTo>
                  <a:lnTo>
                    <a:pt x="140934" y="312009"/>
                  </a:lnTo>
                  <a:lnTo>
                    <a:pt x="154746" y="258287"/>
                  </a:lnTo>
                  <a:lnTo>
                    <a:pt x="171981" y="208165"/>
                  </a:lnTo>
                  <a:lnTo>
                    <a:pt x="192407" y="162168"/>
                  </a:lnTo>
                  <a:lnTo>
                    <a:pt x="215789" y="120821"/>
                  </a:lnTo>
                  <a:lnTo>
                    <a:pt x="241896" y="84651"/>
                  </a:lnTo>
                  <a:lnTo>
                    <a:pt x="270493" y="54181"/>
                  </a:lnTo>
                  <a:lnTo>
                    <a:pt x="301347" y="29937"/>
                  </a:lnTo>
                  <a:lnTo>
                    <a:pt x="334225" y="12446"/>
                  </a:lnTo>
                  <a:lnTo>
                    <a:pt x="319094" y="7008"/>
                  </a:lnTo>
                  <a:lnTo>
                    <a:pt x="303826" y="3117"/>
                  </a:lnTo>
                  <a:lnTo>
                    <a:pt x="288461" y="780"/>
                  </a:lnTo>
                  <a:lnTo>
                    <a:pt x="273037" y="0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9381701" y="1793746"/>
              <a:ext cx="721360" cy="489584"/>
            </a:xfrm>
            <a:custGeom>
              <a:avLst/>
              <a:gdLst/>
              <a:ahLst/>
              <a:cxnLst/>
              <a:rect l="l" t="t" r="r" b="b"/>
              <a:pathLst>
                <a:path w="721359" h="489585">
                  <a:moveTo>
                    <a:pt x="334225" y="12446"/>
                  </a:moveTo>
                  <a:lnTo>
                    <a:pt x="270493" y="54181"/>
                  </a:lnTo>
                  <a:lnTo>
                    <a:pt x="241896" y="84651"/>
                  </a:lnTo>
                  <a:lnTo>
                    <a:pt x="215789" y="120821"/>
                  </a:lnTo>
                  <a:lnTo>
                    <a:pt x="192407" y="162168"/>
                  </a:lnTo>
                  <a:lnTo>
                    <a:pt x="171981" y="208165"/>
                  </a:lnTo>
                  <a:lnTo>
                    <a:pt x="154746" y="258287"/>
                  </a:lnTo>
                  <a:lnTo>
                    <a:pt x="140934" y="312009"/>
                  </a:lnTo>
                  <a:lnTo>
                    <a:pt x="130780" y="368805"/>
                  </a:lnTo>
                  <a:lnTo>
                    <a:pt x="124516" y="428151"/>
                  </a:lnTo>
                  <a:lnTo>
                    <a:pt x="122377" y="489521"/>
                  </a:lnTo>
                  <a:lnTo>
                    <a:pt x="0" y="489521"/>
                  </a:lnTo>
                  <a:lnTo>
                    <a:pt x="2127" y="428116"/>
                  </a:lnTo>
                  <a:lnTo>
                    <a:pt x="8338" y="368987"/>
                  </a:lnTo>
                  <a:lnTo>
                    <a:pt x="18377" y="312593"/>
                  </a:lnTo>
                  <a:lnTo>
                    <a:pt x="31989" y="259393"/>
                  </a:lnTo>
                  <a:lnTo>
                    <a:pt x="48917" y="209846"/>
                  </a:lnTo>
                  <a:lnTo>
                    <a:pt x="68906" y="164409"/>
                  </a:lnTo>
                  <a:lnTo>
                    <a:pt x="91700" y="123543"/>
                  </a:lnTo>
                  <a:lnTo>
                    <a:pt x="117042" y="87705"/>
                  </a:lnTo>
                  <a:lnTo>
                    <a:pt x="144678" y="57354"/>
                  </a:lnTo>
                  <a:lnTo>
                    <a:pt x="174351" y="32950"/>
                  </a:lnTo>
                  <a:lnTo>
                    <a:pt x="238787" y="3814"/>
                  </a:lnTo>
                  <a:lnTo>
                    <a:pt x="273037" y="0"/>
                  </a:lnTo>
                  <a:lnTo>
                    <a:pt x="395414" y="0"/>
                  </a:lnTo>
                  <a:lnTo>
                    <a:pt x="467732" y="17433"/>
                  </a:lnTo>
                  <a:lnTo>
                    <a:pt x="501543" y="38452"/>
                  </a:lnTo>
                  <a:lnTo>
                    <a:pt x="533294" y="66986"/>
                  </a:lnTo>
                  <a:lnTo>
                    <a:pt x="562614" y="102519"/>
                  </a:lnTo>
                  <a:lnTo>
                    <a:pt x="589133" y="144536"/>
                  </a:lnTo>
                  <a:lnTo>
                    <a:pt x="612480" y="192522"/>
                  </a:lnTo>
                  <a:lnTo>
                    <a:pt x="632283" y="245963"/>
                  </a:lnTo>
                  <a:lnTo>
                    <a:pt x="648173" y="304341"/>
                  </a:lnTo>
                  <a:lnTo>
                    <a:pt x="659777" y="367144"/>
                  </a:lnTo>
                  <a:lnTo>
                    <a:pt x="720979" y="367144"/>
                  </a:lnTo>
                  <a:lnTo>
                    <a:pt x="607263" y="489521"/>
                  </a:lnTo>
                  <a:lnTo>
                    <a:pt x="476211" y="367144"/>
                  </a:lnTo>
                  <a:lnTo>
                    <a:pt x="537400" y="367144"/>
                  </a:lnTo>
                  <a:lnTo>
                    <a:pt x="525795" y="304341"/>
                  </a:lnTo>
                  <a:lnTo>
                    <a:pt x="509905" y="245963"/>
                  </a:lnTo>
                  <a:lnTo>
                    <a:pt x="490100" y="192522"/>
                  </a:lnTo>
                  <a:lnTo>
                    <a:pt x="466752" y="144536"/>
                  </a:lnTo>
                  <a:lnTo>
                    <a:pt x="440232" y="102519"/>
                  </a:lnTo>
                  <a:lnTo>
                    <a:pt x="410911" y="66986"/>
                  </a:lnTo>
                  <a:lnTo>
                    <a:pt x="379160" y="38452"/>
                  </a:lnTo>
                  <a:lnTo>
                    <a:pt x="345350" y="17433"/>
                  </a:lnTo>
                  <a:lnTo>
                    <a:pt x="309852" y="4444"/>
                  </a:lnTo>
                  <a:lnTo>
                    <a:pt x="273037" y="0"/>
                  </a:lnTo>
                </a:path>
              </a:pathLst>
            </a:custGeom>
            <a:ln w="25400">
              <a:solidFill>
                <a:srgbClr val="38521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/>
          <p:cNvGrpSpPr/>
          <p:nvPr/>
        </p:nvGrpSpPr>
        <p:grpSpPr>
          <a:xfrm>
            <a:off x="10806156" y="1905533"/>
            <a:ext cx="518159" cy="2672715"/>
            <a:chOff x="10806156" y="1905533"/>
            <a:chExt cx="518159" cy="2672715"/>
          </a:xfrm>
        </p:grpSpPr>
        <p:sp>
          <p:nvSpPr>
            <p:cNvPr id="39" name="object 39"/>
            <p:cNvSpPr/>
            <p:nvPr/>
          </p:nvSpPr>
          <p:spPr>
            <a:xfrm>
              <a:off x="10812506" y="1911883"/>
              <a:ext cx="474345" cy="2602230"/>
            </a:xfrm>
            <a:custGeom>
              <a:avLst/>
              <a:gdLst/>
              <a:ahLst/>
              <a:cxnLst/>
              <a:rect l="l" t="t" r="r" b="b"/>
              <a:pathLst>
                <a:path w="474345" h="2602229">
                  <a:moveTo>
                    <a:pt x="0" y="0"/>
                  </a:moveTo>
                  <a:lnTo>
                    <a:pt x="417" y="68923"/>
                  </a:lnTo>
                  <a:lnTo>
                    <a:pt x="1652" y="137682"/>
                  </a:lnTo>
                  <a:lnTo>
                    <a:pt x="3674" y="206113"/>
                  </a:lnTo>
                  <a:lnTo>
                    <a:pt x="6453" y="274053"/>
                  </a:lnTo>
                  <a:lnTo>
                    <a:pt x="9962" y="341337"/>
                  </a:lnTo>
                  <a:lnTo>
                    <a:pt x="14171" y="407801"/>
                  </a:lnTo>
                  <a:lnTo>
                    <a:pt x="19050" y="473281"/>
                  </a:lnTo>
                  <a:lnTo>
                    <a:pt x="24571" y="537613"/>
                  </a:lnTo>
                  <a:lnTo>
                    <a:pt x="30704" y="600634"/>
                  </a:lnTo>
                  <a:lnTo>
                    <a:pt x="37421" y="662179"/>
                  </a:lnTo>
                  <a:lnTo>
                    <a:pt x="44691" y="722084"/>
                  </a:lnTo>
                  <a:lnTo>
                    <a:pt x="52486" y="780186"/>
                  </a:lnTo>
                  <a:lnTo>
                    <a:pt x="60777" y="836320"/>
                  </a:lnTo>
                  <a:lnTo>
                    <a:pt x="69534" y="890322"/>
                  </a:lnTo>
                  <a:lnTo>
                    <a:pt x="78729" y="942029"/>
                  </a:lnTo>
                  <a:lnTo>
                    <a:pt x="88332" y="991276"/>
                  </a:lnTo>
                  <a:lnTo>
                    <a:pt x="98314" y="1037900"/>
                  </a:lnTo>
                  <a:lnTo>
                    <a:pt x="108645" y="1081736"/>
                  </a:lnTo>
                  <a:lnTo>
                    <a:pt x="119298" y="1122620"/>
                  </a:lnTo>
                  <a:lnTo>
                    <a:pt x="130242" y="1160389"/>
                  </a:lnTo>
                  <a:lnTo>
                    <a:pt x="152888" y="1225924"/>
                  </a:lnTo>
                  <a:lnTo>
                    <a:pt x="176350" y="1277030"/>
                  </a:lnTo>
                  <a:lnTo>
                    <a:pt x="200395" y="1312394"/>
                  </a:lnTo>
                  <a:lnTo>
                    <a:pt x="237045" y="1333055"/>
                  </a:lnTo>
                  <a:lnTo>
                    <a:pt x="249788" y="1335594"/>
                  </a:lnTo>
                  <a:lnTo>
                    <a:pt x="287687" y="1372212"/>
                  </a:lnTo>
                  <a:lnTo>
                    <a:pt x="312353" y="1418946"/>
                  </a:lnTo>
                  <a:lnTo>
                    <a:pt x="336232" y="1481819"/>
                  </a:lnTo>
                  <a:lnTo>
                    <a:pt x="347795" y="1518847"/>
                  </a:lnTo>
                  <a:lnTo>
                    <a:pt x="359062" y="1559356"/>
                  </a:lnTo>
                  <a:lnTo>
                    <a:pt x="370002" y="1603163"/>
                  </a:lnTo>
                  <a:lnTo>
                    <a:pt x="380582" y="1650082"/>
                  </a:lnTo>
                  <a:lnTo>
                    <a:pt x="390768" y="1699931"/>
                  </a:lnTo>
                  <a:lnTo>
                    <a:pt x="400528" y="1752524"/>
                  </a:lnTo>
                  <a:lnTo>
                    <a:pt x="409829" y="1807678"/>
                  </a:lnTo>
                  <a:lnTo>
                    <a:pt x="418638" y="1865207"/>
                  </a:lnTo>
                  <a:lnTo>
                    <a:pt x="426923" y="1924929"/>
                  </a:lnTo>
                  <a:lnTo>
                    <a:pt x="434651" y="1986657"/>
                  </a:lnTo>
                  <a:lnTo>
                    <a:pt x="441789" y="2050209"/>
                  </a:lnTo>
                  <a:lnTo>
                    <a:pt x="448305" y="2115400"/>
                  </a:lnTo>
                  <a:lnTo>
                    <a:pt x="454164" y="2182045"/>
                  </a:lnTo>
                  <a:lnTo>
                    <a:pt x="459336" y="2249960"/>
                  </a:lnTo>
                  <a:lnTo>
                    <a:pt x="463786" y="2318961"/>
                  </a:lnTo>
                  <a:lnTo>
                    <a:pt x="467483" y="2388864"/>
                  </a:lnTo>
                  <a:lnTo>
                    <a:pt x="470393" y="2459485"/>
                  </a:lnTo>
                  <a:lnTo>
                    <a:pt x="472484" y="2530638"/>
                  </a:lnTo>
                  <a:lnTo>
                    <a:pt x="473722" y="2602141"/>
                  </a:lnTo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1248064" y="4501577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76200" y="0"/>
                  </a:moveTo>
                  <a:lnTo>
                    <a:pt x="0" y="431"/>
                  </a:lnTo>
                  <a:lnTo>
                    <a:pt x="38531" y="7641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10251181" y="5620597"/>
            <a:ext cx="158559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"/>
                <a:cs typeface="Arial"/>
              </a:rPr>
              <a:t>Inserted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Finished Appearance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2163" y="6576721"/>
            <a:ext cx="230187" cy="16978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9694" y="517022"/>
            <a:ext cx="1240396" cy="22175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824951" y="645464"/>
            <a:ext cx="169545" cy="21590"/>
          </a:xfrm>
          <a:custGeom>
            <a:avLst/>
            <a:gdLst/>
            <a:ahLst/>
            <a:cxnLst/>
            <a:rect l="l" t="t" r="r" b="b"/>
            <a:pathLst>
              <a:path w="169544" h="21590">
                <a:moveTo>
                  <a:pt x="169519" y="0"/>
                </a:moveTo>
                <a:lnTo>
                  <a:pt x="0" y="0"/>
                </a:lnTo>
                <a:lnTo>
                  <a:pt x="0" y="21577"/>
                </a:lnTo>
                <a:lnTo>
                  <a:pt x="169519" y="21577"/>
                </a:lnTo>
                <a:lnTo>
                  <a:pt x="169519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69198" y="513300"/>
            <a:ext cx="5875642" cy="2254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1626"/>
            <a:ext cx="8993505" cy="391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08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 spc="-20">
                <a:latin typeface="Arial"/>
                <a:cs typeface="Arial"/>
              </a:rPr>
              <a:t>Variable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resistance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+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Metal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Cap+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3D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Printing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Mount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combination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273387" y="1819264"/>
            <a:ext cx="746760" cy="4903470"/>
            <a:chOff x="6273387" y="1819264"/>
            <a:chExt cx="746760" cy="4903470"/>
          </a:xfrm>
        </p:grpSpPr>
        <p:sp>
          <p:nvSpPr>
            <p:cNvPr id="9" name="object 9"/>
            <p:cNvSpPr/>
            <p:nvPr/>
          </p:nvSpPr>
          <p:spPr>
            <a:xfrm>
              <a:off x="6574709" y="1993596"/>
              <a:ext cx="152400" cy="4729480"/>
            </a:xfrm>
            <a:custGeom>
              <a:avLst/>
              <a:gdLst/>
              <a:ahLst/>
              <a:cxnLst/>
              <a:rect l="l" t="t" r="r" b="b"/>
              <a:pathLst>
                <a:path w="152400" h="4729480">
                  <a:moveTo>
                    <a:pt x="0" y="4729022"/>
                  </a:moveTo>
                  <a:lnTo>
                    <a:pt x="152400" y="4729022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4729022"/>
                  </a:lnTo>
                  <a:close/>
                </a:path>
              </a:pathLst>
            </a:custGeom>
            <a:solidFill>
              <a:srgbClr val="062A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559121" y="1831964"/>
              <a:ext cx="448309" cy="489584"/>
            </a:xfrm>
            <a:custGeom>
              <a:avLst/>
              <a:gdLst/>
              <a:ahLst/>
              <a:cxnLst/>
              <a:rect l="l" t="t" r="r" b="b"/>
              <a:pathLst>
                <a:path w="448309" h="489585">
                  <a:moveTo>
                    <a:pt x="122377" y="0"/>
                  </a:moveTo>
                  <a:lnTo>
                    <a:pt x="0" y="0"/>
                  </a:lnTo>
                  <a:lnTo>
                    <a:pt x="36814" y="4444"/>
                  </a:lnTo>
                  <a:lnTo>
                    <a:pt x="72312" y="17433"/>
                  </a:lnTo>
                  <a:lnTo>
                    <a:pt x="106122" y="38452"/>
                  </a:lnTo>
                  <a:lnTo>
                    <a:pt x="137874" y="66986"/>
                  </a:lnTo>
                  <a:lnTo>
                    <a:pt x="167195" y="102519"/>
                  </a:lnTo>
                  <a:lnTo>
                    <a:pt x="193715" y="144536"/>
                  </a:lnTo>
                  <a:lnTo>
                    <a:pt x="217063" y="192522"/>
                  </a:lnTo>
                  <a:lnTo>
                    <a:pt x="236868" y="245963"/>
                  </a:lnTo>
                  <a:lnTo>
                    <a:pt x="252758" y="304341"/>
                  </a:lnTo>
                  <a:lnTo>
                    <a:pt x="264363" y="367144"/>
                  </a:lnTo>
                  <a:lnTo>
                    <a:pt x="203174" y="367144"/>
                  </a:lnTo>
                  <a:lnTo>
                    <a:pt x="334225" y="489521"/>
                  </a:lnTo>
                  <a:lnTo>
                    <a:pt x="447941" y="367144"/>
                  </a:lnTo>
                  <a:lnTo>
                    <a:pt x="386753" y="367144"/>
                  </a:lnTo>
                  <a:lnTo>
                    <a:pt x="375148" y="304341"/>
                  </a:lnTo>
                  <a:lnTo>
                    <a:pt x="359258" y="245963"/>
                  </a:lnTo>
                  <a:lnTo>
                    <a:pt x="339453" y="192522"/>
                  </a:lnTo>
                  <a:lnTo>
                    <a:pt x="316104" y="144536"/>
                  </a:lnTo>
                  <a:lnTo>
                    <a:pt x="289583" y="102519"/>
                  </a:lnTo>
                  <a:lnTo>
                    <a:pt x="260261" y="66986"/>
                  </a:lnTo>
                  <a:lnTo>
                    <a:pt x="228508" y="38452"/>
                  </a:lnTo>
                  <a:lnTo>
                    <a:pt x="194696" y="17433"/>
                  </a:lnTo>
                  <a:lnTo>
                    <a:pt x="159195" y="4444"/>
                  </a:lnTo>
                  <a:lnTo>
                    <a:pt x="12237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286087" y="1831964"/>
              <a:ext cx="334645" cy="489584"/>
            </a:xfrm>
            <a:custGeom>
              <a:avLst/>
              <a:gdLst/>
              <a:ahLst/>
              <a:cxnLst/>
              <a:rect l="l" t="t" r="r" b="b"/>
              <a:pathLst>
                <a:path w="334645" h="489585">
                  <a:moveTo>
                    <a:pt x="273037" y="0"/>
                  </a:moveTo>
                  <a:lnTo>
                    <a:pt x="205806" y="14950"/>
                  </a:lnTo>
                  <a:lnTo>
                    <a:pt x="144678" y="57354"/>
                  </a:lnTo>
                  <a:lnTo>
                    <a:pt x="117042" y="87705"/>
                  </a:lnTo>
                  <a:lnTo>
                    <a:pt x="91700" y="123543"/>
                  </a:lnTo>
                  <a:lnTo>
                    <a:pt x="68906" y="164409"/>
                  </a:lnTo>
                  <a:lnTo>
                    <a:pt x="48917" y="209846"/>
                  </a:lnTo>
                  <a:lnTo>
                    <a:pt x="31989" y="259393"/>
                  </a:lnTo>
                  <a:lnTo>
                    <a:pt x="18377" y="312593"/>
                  </a:lnTo>
                  <a:lnTo>
                    <a:pt x="8338" y="368987"/>
                  </a:lnTo>
                  <a:lnTo>
                    <a:pt x="2127" y="428116"/>
                  </a:lnTo>
                  <a:lnTo>
                    <a:pt x="0" y="489521"/>
                  </a:lnTo>
                  <a:lnTo>
                    <a:pt x="122377" y="489521"/>
                  </a:lnTo>
                  <a:lnTo>
                    <a:pt x="124516" y="428151"/>
                  </a:lnTo>
                  <a:lnTo>
                    <a:pt x="130780" y="368805"/>
                  </a:lnTo>
                  <a:lnTo>
                    <a:pt x="140934" y="312009"/>
                  </a:lnTo>
                  <a:lnTo>
                    <a:pt x="154746" y="258287"/>
                  </a:lnTo>
                  <a:lnTo>
                    <a:pt x="171981" y="208165"/>
                  </a:lnTo>
                  <a:lnTo>
                    <a:pt x="192407" y="162168"/>
                  </a:lnTo>
                  <a:lnTo>
                    <a:pt x="215789" y="120821"/>
                  </a:lnTo>
                  <a:lnTo>
                    <a:pt x="241896" y="84651"/>
                  </a:lnTo>
                  <a:lnTo>
                    <a:pt x="270493" y="54181"/>
                  </a:lnTo>
                  <a:lnTo>
                    <a:pt x="301347" y="29937"/>
                  </a:lnTo>
                  <a:lnTo>
                    <a:pt x="334225" y="12446"/>
                  </a:lnTo>
                  <a:lnTo>
                    <a:pt x="319094" y="7008"/>
                  </a:lnTo>
                  <a:lnTo>
                    <a:pt x="303826" y="3117"/>
                  </a:lnTo>
                  <a:lnTo>
                    <a:pt x="288461" y="780"/>
                  </a:lnTo>
                  <a:lnTo>
                    <a:pt x="273037" y="0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286087" y="1831964"/>
              <a:ext cx="721360" cy="489584"/>
            </a:xfrm>
            <a:custGeom>
              <a:avLst/>
              <a:gdLst/>
              <a:ahLst/>
              <a:cxnLst/>
              <a:rect l="l" t="t" r="r" b="b"/>
              <a:pathLst>
                <a:path w="721359" h="489585">
                  <a:moveTo>
                    <a:pt x="334225" y="12446"/>
                  </a:moveTo>
                  <a:lnTo>
                    <a:pt x="270493" y="54181"/>
                  </a:lnTo>
                  <a:lnTo>
                    <a:pt x="241896" y="84651"/>
                  </a:lnTo>
                  <a:lnTo>
                    <a:pt x="215789" y="120821"/>
                  </a:lnTo>
                  <a:lnTo>
                    <a:pt x="192407" y="162168"/>
                  </a:lnTo>
                  <a:lnTo>
                    <a:pt x="171981" y="208165"/>
                  </a:lnTo>
                  <a:lnTo>
                    <a:pt x="154746" y="258287"/>
                  </a:lnTo>
                  <a:lnTo>
                    <a:pt x="140934" y="312009"/>
                  </a:lnTo>
                  <a:lnTo>
                    <a:pt x="130780" y="368805"/>
                  </a:lnTo>
                  <a:lnTo>
                    <a:pt x="124516" y="428151"/>
                  </a:lnTo>
                  <a:lnTo>
                    <a:pt x="122377" y="489521"/>
                  </a:lnTo>
                  <a:lnTo>
                    <a:pt x="0" y="489521"/>
                  </a:lnTo>
                  <a:lnTo>
                    <a:pt x="2127" y="428116"/>
                  </a:lnTo>
                  <a:lnTo>
                    <a:pt x="8338" y="368987"/>
                  </a:lnTo>
                  <a:lnTo>
                    <a:pt x="18377" y="312593"/>
                  </a:lnTo>
                  <a:lnTo>
                    <a:pt x="31989" y="259393"/>
                  </a:lnTo>
                  <a:lnTo>
                    <a:pt x="48917" y="209846"/>
                  </a:lnTo>
                  <a:lnTo>
                    <a:pt x="68906" y="164409"/>
                  </a:lnTo>
                  <a:lnTo>
                    <a:pt x="91700" y="123543"/>
                  </a:lnTo>
                  <a:lnTo>
                    <a:pt x="117042" y="87705"/>
                  </a:lnTo>
                  <a:lnTo>
                    <a:pt x="144678" y="57354"/>
                  </a:lnTo>
                  <a:lnTo>
                    <a:pt x="174351" y="32950"/>
                  </a:lnTo>
                  <a:lnTo>
                    <a:pt x="238787" y="3814"/>
                  </a:lnTo>
                  <a:lnTo>
                    <a:pt x="273037" y="0"/>
                  </a:lnTo>
                  <a:lnTo>
                    <a:pt x="395414" y="0"/>
                  </a:lnTo>
                  <a:lnTo>
                    <a:pt x="467732" y="17433"/>
                  </a:lnTo>
                  <a:lnTo>
                    <a:pt x="501543" y="38452"/>
                  </a:lnTo>
                  <a:lnTo>
                    <a:pt x="533294" y="66986"/>
                  </a:lnTo>
                  <a:lnTo>
                    <a:pt x="562614" y="102519"/>
                  </a:lnTo>
                  <a:lnTo>
                    <a:pt x="589133" y="144536"/>
                  </a:lnTo>
                  <a:lnTo>
                    <a:pt x="612480" y="192522"/>
                  </a:lnTo>
                  <a:lnTo>
                    <a:pt x="632283" y="245963"/>
                  </a:lnTo>
                  <a:lnTo>
                    <a:pt x="648173" y="304341"/>
                  </a:lnTo>
                  <a:lnTo>
                    <a:pt x="659777" y="367144"/>
                  </a:lnTo>
                  <a:lnTo>
                    <a:pt x="720979" y="367144"/>
                  </a:lnTo>
                  <a:lnTo>
                    <a:pt x="607263" y="489521"/>
                  </a:lnTo>
                  <a:lnTo>
                    <a:pt x="476211" y="367144"/>
                  </a:lnTo>
                  <a:lnTo>
                    <a:pt x="537400" y="367144"/>
                  </a:lnTo>
                  <a:lnTo>
                    <a:pt x="525795" y="304341"/>
                  </a:lnTo>
                  <a:lnTo>
                    <a:pt x="509905" y="245963"/>
                  </a:lnTo>
                  <a:lnTo>
                    <a:pt x="490100" y="192522"/>
                  </a:lnTo>
                  <a:lnTo>
                    <a:pt x="466752" y="144536"/>
                  </a:lnTo>
                  <a:lnTo>
                    <a:pt x="440232" y="102519"/>
                  </a:lnTo>
                  <a:lnTo>
                    <a:pt x="410911" y="66986"/>
                  </a:lnTo>
                  <a:lnTo>
                    <a:pt x="379160" y="38452"/>
                  </a:lnTo>
                  <a:lnTo>
                    <a:pt x="345350" y="17433"/>
                  </a:lnTo>
                  <a:lnTo>
                    <a:pt x="309852" y="4444"/>
                  </a:lnTo>
                  <a:lnTo>
                    <a:pt x="273037" y="0"/>
                  </a:lnTo>
                </a:path>
              </a:pathLst>
            </a:custGeom>
            <a:ln w="25400">
              <a:solidFill>
                <a:srgbClr val="38521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1863602" y="2719552"/>
            <a:ext cx="2914015" cy="3472815"/>
            <a:chOff x="1863602" y="2719552"/>
            <a:chExt cx="2914015" cy="3472815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63602" y="3305171"/>
              <a:ext cx="1659097" cy="288696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21950" y="2719552"/>
              <a:ext cx="231495" cy="45246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280495" y="3002047"/>
              <a:ext cx="560705" cy="379095"/>
            </a:xfrm>
            <a:custGeom>
              <a:avLst/>
              <a:gdLst/>
              <a:ahLst/>
              <a:cxnLst/>
              <a:rect l="l" t="t" r="r" b="b"/>
              <a:pathLst>
                <a:path w="560704" h="379095">
                  <a:moveTo>
                    <a:pt x="560438" y="0"/>
                  </a:moveTo>
                  <a:lnTo>
                    <a:pt x="500494" y="1651"/>
                  </a:lnTo>
                  <a:lnTo>
                    <a:pt x="441163" y="6445"/>
                  </a:lnTo>
                  <a:lnTo>
                    <a:pt x="383057" y="14139"/>
                  </a:lnTo>
                  <a:lnTo>
                    <a:pt x="326788" y="24493"/>
                  </a:lnTo>
                  <a:lnTo>
                    <a:pt x="272971" y="37263"/>
                  </a:lnTo>
                  <a:lnTo>
                    <a:pt x="222217" y="52208"/>
                  </a:lnTo>
                  <a:lnTo>
                    <a:pt x="175139" y="69088"/>
                  </a:lnTo>
                  <a:lnTo>
                    <a:pt x="132350" y="87659"/>
                  </a:lnTo>
                  <a:lnTo>
                    <a:pt x="94463" y="107680"/>
                  </a:lnTo>
                  <a:lnTo>
                    <a:pt x="62090" y="128910"/>
                  </a:lnTo>
                  <a:lnTo>
                    <a:pt x="16339" y="174029"/>
                  </a:lnTo>
                  <a:lnTo>
                    <a:pt x="0" y="221081"/>
                  </a:lnTo>
                  <a:lnTo>
                    <a:pt x="127" y="264194"/>
                  </a:lnTo>
                  <a:lnTo>
                    <a:pt x="485" y="305827"/>
                  </a:lnTo>
                  <a:lnTo>
                    <a:pt x="1039" y="344495"/>
                  </a:lnTo>
                  <a:lnTo>
                    <a:pt x="1752" y="378714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243530" y="3366072"/>
              <a:ext cx="76200" cy="78740"/>
            </a:xfrm>
            <a:custGeom>
              <a:avLst/>
              <a:gdLst/>
              <a:ahLst/>
              <a:cxnLst/>
              <a:rect l="l" t="t" r="r" b="b"/>
              <a:pathLst>
                <a:path w="76200" h="78739">
                  <a:moveTo>
                    <a:pt x="76085" y="0"/>
                  </a:moveTo>
                  <a:lnTo>
                    <a:pt x="0" y="4102"/>
                  </a:lnTo>
                  <a:lnTo>
                    <a:pt x="42138" y="78143"/>
                  </a:lnTo>
                  <a:lnTo>
                    <a:pt x="76085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355186" y="3160786"/>
              <a:ext cx="565785" cy="571500"/>
            </a:xfrm>
            <a:custGeom>
              <a:avLst/>
              <a:gdLst/>
              <a:ahLst/>
              <a:cxnLst/>
              <a:rect l="l" t="t" r="r" b="b"/>
              <a:pathLst>
                <a:path w="565785" h="571500">
                  <a:moveTo>
                    <a:pt x="565734" y="0"/>
                  </a:moveTo>
                  <a:lnTo>
                    <a:pt x="563497" y="42297"/>
                  </a:lnTo>
                  <a:lnTo>
                    <a:pt x="556937" y="84390"/>
                  </a:lnTo>
                  <a:lnTo>
                    <a:pt x="546276" y="126076"/>
                  </a:lnTo>
                  <a:lnTo>
                    <a:pt x="531738" y="167151"/>
                  </a:lnTo>
                  <a:lnTo>
                    <a:pt x="513544" y="207411"/>
                  </a:lnTo>
                  <a:lnTo>
                    <a:pt x="491919" y="246652"/>
                  </a:lnTo>
                  <a:lnTo>
                    <a:pt x="467086" y="284672"/>
                  </a:lnTo>
                  <a:lnTo>
                    <a:pt x="439267" y="321265"/>
                  </a:lnTo>
                  <a:lnTo>
                    <a:pt x="408685" y="356228"/>
                  </a:lnTo>
                  <a:lnTo>
                    <a:pt x="375564" y="389358"/>
                  </a:lnTo>
                  <a:lnTo>
                    <a:pt x="340126" y="420451"/>
                  </a:lnTo>
                  <a:lnTo>
                    <a:pt x="302595" y="449303"/>
                  </a:lnTo>
                  <a:lnTo>
                    <a:pt x="263194" y="475710"/>
                  </a:lnTo>
                  <a:lnTo>
                    <a:pt x="222145" y="499469"/>
                  </a:lnTo>
                  <a:lnTo>
                    <a:pt x="179672" y="520377"/>
                  </a:lnTo>
                  <a:lnTo>
                    <a:pt x="135998" y="538228"/>
                  </a:lnTo>
                  <a:lnTo>
                    <a:pt x="91346" y="552820"/>
                  </a:lnTo>
                  <a:lnTo>
                    <a:pt x="45939" y="563949"/>
                  </a:lnTo>
                  <a:lnTo>
                    <a:pt x="0" y="571411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291036" y="3693449"/>
              <a:ext cx="78740" cy="76200"/>
            </a:xfrm>
            <a:custGeom>
              <a:avLst/>
              <a:gdLst/>
              <a:ahLst/>
              <a:cxnLst/>
              <a:rect l="l" t="t" r="r" b="b"/>
              <a:pathLst>
                <a:path w="78739" h="76200">
                  <a:moveTo>
                    <a:pt x="73748" y="0"/>
                  </a:moveTo>
                  <a:lnTo>
                    <a:pt x="0" y="42646"/>
                  </a:lnTo>
                  <a:lnTo>
                    <a:pt x="78371" y="76060"/>
                  </a:lnTo>
                  <a:lnTo>
                    <a:pt x="7374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ELECLOUD 일렉클라우드 - 4파이 너트 4Ø 지지대너트 PCB Support Nut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81652" y="4368183"/>
              <a:ext cx="395513" cy="45246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134838" y="4023097"/>
              <a:ext cx="1247140" cy="571500"/>
            </a:xfrm>
            <a:custGeom>
              <a:avLst/>
              <a:gdLst/>
              <a:ahLst/>
              <a:cxnLst/>
              <a:rect l="l" t="t" r="r" b="b"/>
              <a:pathLst>
                <a:path w="1247139" h="571500">
                  <a:moveTo>
                    <a:pt x="1246809" y="571322"/>
                  </a:moveTo>
                  <a:lnTo>
                    <a:pt x="1180044" y="570722"/>
                  </a:lnTo>
                  <a:lnTo>
                    <a:pt x="1113450" y="568952"/>
                  </a:lnTo>
                  <a:lnTo>
                    <a:pt x="1047196" y="566056"/>
                  </a:lnTo>
                  <a:lnTo>
                    <a:pt x="981453" y="562076"/>
                  </a:lnTo>
                  <a:lnTo>
                    <a:pt x="916392" y="557055"/>
                  </a:lnTo>
                  <a:lnTo>
                    <a:pt x="852183" y="551038"/>
                  </a:lnTo>
                  <a:lnTo>
                    <a:pt x="788996" y="544067"/>
                  </a:lnTo>
                  <a:lnTo>
                    <a:pt x="727002" y="536186"/>
                  </a:lnTo>
                  <a:lnTo>
                    <a:pt x="666371" y="527439"/>
                  </a:lnTo>
                  <a:lnTo>
                    <a:pt x="607274" y="517868"/>
                  </a:lnTo>
                  <a:lnTo>
                    <a:pt x="549881" y="507517"/>
                  </a:lnTo>
                  <a:lnTo>
                    <a:pt x="494361" y="496429"/>
                  </a:lnTo>
                  <a:lnTo>
                    <a:pt x="440887" y="484647"/>
                  </a:lnTo>
                  <a:lnTo>
                    <a:pt x="389628" y="472216"/>
                  </a:lnTo>
                  <a:lnTo>
                    <a:pt x="340754" y="459177"/>
                  </a:lnTo>
                  <a:lnTo>
                    <a:pt x="294436" y="445576"/>
                  </a:lnTo>
                  <a:lnTo>
                    <a:pt x="250844" y="431454"/>
                  </a:lnTo>
                  <a:lnTo>
                    <a:pt x="210149" y="416856"/>
                  </a:lnTo>
                  <a:lnTo>
                    <a:pt x="172521" y="401824"/>
                  </a:lnTo>
                  <a:lnTo>
                    <a:pt x="107147" y="370634"/>
                  </a:lnTo>
                  <a:lnTo>
                    <a:pt x="56087" y="338231"/>
                  </a:lnTo>
                  <a:lnTo>
                    <a:pt x="20702" y="304961"/>
                  </a:lnTo>
                  <a:lnTo>
                    <a:pt x="2357" y="271171"/>
                  </a:lnTo>
                  <a:lnTo>
                    <a:pt x="0" y="254190"/>
                  </a:lnTo>
                  <a:lnTo>
                    <a:pt x="350" y="196443"/>
                  </a:lnTo>
                  <a:lnTo>
                    <a:pt x="1344" y="140421"/>
                  </a:lnTo>
                  <a:lnTo>
                    <a:pt x="2891" y="87854"/>
                  </a:lnTo>
                  <a:lnTo>
                    <a:pt x="4902" y="40471"/>
                  </a:lnTo>
                  <a:lnTo>
                    <a:pt x="7289" y="0"/>
                  </a:lnTo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102615" y="3960147"/>
              <a:ext cx="75565" cy="81280"/>
            </a:xfrm>
            <a:custGeom>
              <a:avLst/>
              <a:gdLst/>
              <a:ahLst/>
              <a:cxnLst/>
              <a:rect l="l" t="t" r="r" b="b"/>
              <a:pathLst>
                <a:path w="75564" h="81279">
                  <a:moveTo>
                    <a:pt x="48602" y="0"/>
                  </a:moveTo>
                  <a:lnTo>
                    <a:pt x="0" y="69976"/>
                  </a:lnTo>
                  <a:lnTo>
                    <a:pt x="75412" y="80873"/>
                  </a:lnTo>
                  <a:lnTo>
                    <a:pt x="4860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322170" y="3607804"/>
              <a:ext cx="1108710" cy="782955"/>
            </a:xfrm>
            <a:custGeom>
              <a:avLst/>
              <a:gdLst/>
              <a:ahLst/>
              <a:cxnLst/>
              <a:rect l="l" t="t" r="r" b="b"/>
              <a:pathLst>
                <a:path w="1108710" h="782954">
                  <a:moveTo>
                    <a:pt x="1108532" y="782599"/>
                  </a:moveTo>
                  <a:lnTo>
                    <a:pt x="1047252" y="781684"/>
                  </a:lnTo>
                  <a:lnTo>
                    <a:pt x="986153" y="778989"/>
                  </a:lnTo>
                  <a:lnTo>
                    <a:pt x="925417" y="774582"/>
                  </a:lnTo>
                  <a:lnTo>
                    <a:pt x="865226" y="768537"/>
                  </a:lnTo>
                  <a:lnTo>
                    <a:pt x="805760" y="760925"/>
                  </a:lnTo>
                  <a:lnTo>
                    <a:pt x="747200" y="751816"/>
                  </a:lnTo>
                  <a:lnTo>
                    <a:pt x="689730" y="741282"/>
                  </a:lnTo>
                  <a:lnTo>
                    <a:pt x="633529" y="729394"/>
                  </a:lnTo>
                  <a:lnTo>
                    <a:pt x="578779" y="716223"/>
                  </a:lnTo>
                  <a:lnTo>
                    <a:pt x="525661" y="701841"/>
                  </a:lnTo>
                  <a:lnTo>
                    <a:pt x="474358" y="686319"/>
                  </a:lnTo>
                  <a:lnTo>
                    <a:pt x="425050" y="669728"/>
                  </a:lnTo>
                  <a:lnTo>
                    <a:pt x="377918" y="652140"/>
                  </a:lnTo>
                  <a:lnTo>
                    <a:pt x="333145" y="633625"/>
                  </a:lnTo>
                  <a:lnTo>
                    <a:pt x="290911" y="614255"/>
                  </a:lnTo>
                  <a:lnTo>
                    <a:pt x="251398" y="594102"/>
                  </a:lnTo>
                  <a:lnTo>
                    <a:pt x="214787" y="573236"/>
                  </a:lnTo>
                  <a:lnTo>
                    <a:pt x="181260" y="551729"/>
                  </a:lnTo>
                  <a:lnTo>
                    <a:pt x="124182" y="507075"/>
                  </a:lnTo>
                  <a:lnTo>
                    <a:pt x="81616" y="460712"/>
                  </a:lnTo>
                  <a:lnTo>
                    <a:pt x="55012" y="413210"/>
                  </a:lnTo>
                  <a:lnTo>
                    <a:pt x="45821" y="365137"/>
                  </a:lnTo>
                  <a:lnTo>
                    <a:pt x="44644" y="303168"/>
                  </a:lnTo>
                  <a:lnTo>
                    <a:pt x="41276" y="242424"/>
                  </a:lnTo>
                  <a:lnTo>
                    <a:pt x="35956" y="184132"/>
                  </a:lnTo>
                  <a:lnTo>
                    <a:pt x="28927" y="129518"/>
                  </a:lnTo>
                  <a:lnTo>
                    <a:pt x="20430" y="79807"/>
                  </a:lnTo>
                  <a:lnTo>
                    <a:pt x="10707" y="36226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285675" y="3555470"/>
              <a:ext cx="74930" cy="84455"/>
            </a:xfrm>
            <a:custGeom>
              <a:avLst/>
              <a:gdLst/>
              <a:ahLst/>
              <a:cxnLst/>
              <a:rect l="l" t="t" r="r" b="b"/>
              <a:pathLst>
                <a:path w="74929" h="84454">
                  <a:moveTo>
                    <a:pt x="0" y="0"/>
                  </a:moveTo>
                  <a:lnTo>
                    <a:pt x="12331" y="84302"/>
                  </a:lnTo>
                  <a:lnTo>
                    <a:pt x="74841" y="407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4263174" y="2724539"/>
            <a:ext cx="1835785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"/>
                <a:cs typeface="Arial"/>
              </a:rPr>
              <a:t>Insert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2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1cm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PCB </a:t>
            </a:r>
            <a:r>
              <a:rPr dirty="0" sz="1600">
                <a:latin typeface="Arial"/>
                <a:cs typeface="Arial"/>
              </a:rPr>
              <a:t>supports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from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top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to </a:t>
            </a:r>
            <a:r>
              <a:rPr dirty="0" sz="1600" spc="-10">
                <a:latin typeface="Arial"/>
                <a:cs typeface="Arial"/>
              </a:rPr>
              <a:t>bottom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47031" y="4929626"/>
            <a:ext cx="5412105" cy="1174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0988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"/>
                <a:cs typeface="Arial"/>
              </a:rPr>
              <a:t>2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nuts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joined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from</a:t>
            </a:r>
            <a:r>
              <a:rPr dirty="0" sz="1600" spc="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bottom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top</a:t>
            </a:r>
            <a:endParaRPr sz="1600">
              <a:latin typeface="Arial"/>
              <a:cs typeface="Arial"/>
            </a:endParaRPr>
          </a:p>
          <a:p>
            <a:pPr marL="2791460" marR="5080">
              <a:lnSpc>
                <a:spcPct val="100000"/>
              </a:lnSpc>
              <a:spcBef>
                <a:spcPts val="1375"/>
              </a:spcBef>
            </a:pPr>
            <a:r>
              <a:rPr dirty="0" sz="1600">
                <a:latin typeface="Arial"/>
                <a:cs typeface="Arial"/>
              </a:rPr>
              <a:t>1cm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PCB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Support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Combined Appearance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82866" y="2853994"/>
            <a:ext cx="1402460" cy="2511463"/>
          </a:xfrm>
          <a:prstGeom prst="rect">
            <a:avLst/>
          </a:prstGeom>
        </p:spPr>
      </p:pic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2168" y="6576726"/>
            <a:ext cx="228511" cy="16699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9694" y="517022"/>
            <a:ext cx="1240396" cy="22175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824951" y="645464"/>
            <a:ext cx="169545" cy="21590"/>
          </a:xfrm>
          <a:custGeom>
            <a:avLst/>
            <a:gdLst/>
            <a:ahLst/>
            <a:cxnLst/>
            <a:rect l="l" t="t" r="r" b="b"/>
            <a:pathLst>
              <a:path w="169544" h="21590">
                <a:moveTo>
                  <a:pt x="169519" y="0"/>
                </a:moveTo>
                <a:lnTo>
                  <a:pt x="0" y="0"/>
                </a:lnTo>
                <a:lnTo>
                  <a:pt x="0" y="21577"/>
                </a:lnTo>
                <a:lnTo>
                  <a:pt x="169519" y="21577"/>
                </a:lnTo>
                <a:lnTo>
                  <a:pt x="169519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69198" y="513300"/>
            <a:ext cx="5875642" cy="2254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1626"/>
            <a:ext cx="6239510" cy="391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08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Coupled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body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with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variable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resistance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80526" y="5576563"/>
            <a:ext cx="246507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"/>
                <a:cs typeface="Arial"/>
              </a:rPr>
              <a:t>Combine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PCB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supports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to </a:t>
            </a:r>
            <a:r>
              <a:rPr dirty="0" sz="1600">
                <a:latin typeface="Arial"/>
                <a:cs typeface="Arial"/>
              </a:rPr>
              <a:t>create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two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10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cm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long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 spc="-20">
                <a:latin typeface="Arial"/>
                <a:cs typeface="Arial"/>
              </a:rPr>
              <a:t>rods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427879" y="1804048"/>
            <a:ext cx="3575050" cy="4903470"/>
            <a:chOff x="5427879" y="1804048"/>
            <a:chExt cx="3575050" cy="4903470"/>
          </a:xfrm>
        </p:grpSpPr>
        <p:sp>
          <p:nvSpPr>
            <p:cNvPr id="10" name="object 10"/>
            <p:cNvSpPr/>
            <p:nvPr/>
          </p:nvSpPr>
          <p:spPr>
            <a:xfrm>
              <a:off x="5729202" y="1978380"/>
              <a:ext cx="152400" cy="4729480"/>
            </a:xfrm>
            <a:custGeom>
              <a:avLst/>
              <a:gdLst/>
              <a:ahLst/>
              <a:cxnLst/>
              <a:rect l="l" t="t" r="r" b="b"/>
              <a:pathLst>
                <a:path w="152400" h="4729480">
                  <a:moveTo>
                    <a:pt x="0" y="4729022"/>
                  </a:moveTo>
                  <a:lnTo>
                    <a:pt x="152400" y="4729022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4729022"/>
                  </a:lnTo>
                  <a:close/>
                </a:path>
              </a:pathLst>
            </a:custGeom>
            <a:solidFill>
              <a:srgbClr val="062A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713615" y="1816748"/>
              <a:ext cx="448309" cy="489584"/>
            </a:xfrm>
            <a:custGeom>
              <a:avLst/>
              <a:gdLst/>
              <a:ahLst/>
              <a:cxnLst/>
              <a:rect l="l" t="t" r="r" b="b"/>
              <a:pathLst>
                <a:path w="448310" h="489585">
                  <a:moveTo>
                    <a:pt x="122377" y="0"/>
                  </a:moveTo>
                  <a:lnTo>
                    <a:pt x="0" y="0"/>
                  </a:lnTo>
                  <a:lnTo>
                    <a:pt x="36814" y="4444"/>
                  </a:lnTo>
                  <a:lnTo>
                    <a:pt x="72312" y="17433"/>
                  </a:lnTo>
                  <a:lnTo>
                    <a:pt x="106122" y="38452"/>
                  </a:lnTo>
                  <a:lnTo>
                    <a:pt x="137874" y="66986"/>
                  </a:lnTo>
                  <a:lnTo>
                    <a:pt x="167195" y="102519"/>
                  </a:lnTo>
                  <a:lnTo>
                    <a:pt x="193715" y="144536"/>
                  </a:lnTo>
                  <a:lnTo>
                    <a:pt x="217063" y="192522"/>
                  </a:lnTo>
                  <a:lnTo>
                    <a:pt x="236868" y="245963"/>
                  </a:lnTo>
                  <a:lnTo>
                    <a:pt x="252758" y="304341"/>
                  </a:lnTo>
                  <a:lnTo>
                    <a:pt x="264363" y="367144"/>
                  </a:lnTo>
                  <a:lnTo>
                    <a:pt x="203174" y="367144"/>
                  </a:lnTo>
                  <a:lnTo>
                    <a:pt x="334225" y="489521"/>
                  </a:lnTo>
                  <a:lnTo>
                    <a:pt x="447941" y="367144"/>
                  </a:lnTo>
                  <a:lnTo>
                    <a:pt x="386753" y="367144"/>
                  </a:lnTo>
                  <a:lnTo>
                    <a:pt x="375148" y="304341"/>
                  </a:lnTo>
                  <a:lnTo>
                    <a:pt x="359258" y="245963"/>
                  </a:lnTo>
                  <a:lnTo>
                    <a:pt x="339453" y="192522"/>
                  </a:lnTo>
                  <a:lnTo>
                    <a:pt x="316104" y="144536"/>
                  </a:lnTo>
                  <a:lnTo>
                    <a:pt x="289583" y="102519"/>
                  </a:lnTo>
                  <a:lnTo>
                    <a:pt x="260261" y="66986"/>
                  </a:lnTo>
                  <a:lnTo>
                    <a:pt x="228508" y="38452"/>
                  </a:lnTo>
                  <a:lnTo>
                    <a:pt x="194696" y="17433"/>
                  </a:lnTo>
                  <a:lnTo>
                    <a:pt x="159195" y="4444"/>
                  </a:lnTo>
                  <a:lnTo>
                    <a:pt x="12237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440580" y="1816748"/>
              <a:ext cx="334645" cy="489584"/>
            </a:xfrm>
            <a:custGeom>
              <a:avLst/>
              <a:gdLst/>
              <a:ahLst/>
              <a:cxnLst/>
              <a:rect l="l" t="t" r="r" b="b"/>
              <a:pathLst>
                <a:path w="334645" h="489585">
                  <a:moveTo>
                    <a:pt x="273037" y="0"/>
                  </a:moveTo>
                  <a:lnTo>
                    <a:pt x="205806" y="14950"/>
                  </a:lnTo>
                  <a:lnTo>
                    <a:pt x="144678" y="57354"/>
                  </a:lnTo>
                  <a:lnTo>
                    <a:pt x="117042" y="87705"/>
                  </a:lnTo>
                  <a:lnTo>
                    <a:pt x="91700" y="123543"/>
                  </a:lnTo>
                  <a:lnTo>
                    <a:pt x="68906" y="164409"/>
                  </a:lnTo>
                  <a:lnTo>
                    <a:pt x="48917" y="209846"/>
                  </a:lnTo>
                  <a:lnTo>
                    <a:pt x="31989" y="259393"/>
                  </a:lnTo>
                  <a:lnTo>
                    <a:pt x="18377" y="312593"/>
                  </a:lnTo>
                  <a:lnTo>
                    <a:pt x="8338" y="368987"/>
                  </a:lnTo>
                  <a:lnTo>
                    <a:pt x="2127" y="428116"/>
                  </a:lnTo>
                  <a:lnTo>
                    <a:pt x="0" y="489521"/>
                  </a:lnTo>
                  <a:lnTo>
                    <a:pt x="122377" y="489521"/>
                  </a:lnTo>
                  <a:lnTo>
                    <a:pt x="124516" y="428151"/>
                  </a:lnTo>
                  <a:lnTo>
                    <a:pt x="130780" y="368805"/>
                  </a:lnTo>
                  <a:lnTo>
                    <a:pt x="140934" y="312009"/>
                  </a:lnTo>
                  <a:lnTo>
                    <a:pt x="154746" y="258287"/>
                  </a:lnTo>
                  <a:lnTo>
                    <a:pt x="171981" y="208165"/>
                  </a:lnTo>
                  <a:lnTo>
                    <a:pt x="192407" y="162168"/>
                  </a:lnTo>
                  <a:lnTo>
                    <a:pt x="215789" y="120821"/>
                  </a:lnTo>
                  <a:lnTo>
                    <a:pt x="241896" y="84651"/>
                  </a:lnTo>
                  <a:lnTo>
                    <a:pt x="270493" y="54181"/>
                  </a:lnTo>
                  <a:lnTo>
                    <a:pt x="301347" y="29937"/>
                  </a:lnTo>
                  <a:lnTo>
                    <a:pt x="334225" y="12446"/>
                  </a:lnTo>
                  <a:lnTo>
                    <a:pt x="319094" y="7008"/>
                  </a:lnTo>
                  <a:lnTo>
                    <a:pt x="303826" y="3117"/>
                  </a:lnTo>
                  <a:lnTo>
                    <a:pt x="288461" y="780"/>
                  </a:lnTo>
                  <a:lnTo>
                    <a:pt x="273037" y="0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440579" y="1816748"/>
              <a:ext cx="721360" cy="489584"/>
            </a:xfrm>
            <a:custGeom>
              <a:avLst/>
              <a:gdLst/>
              <a:ahLst/>
              <a:cxnLst/>
              <a:rect l="l" t="t" r="r" b="b"/>
              <a:pathLst>
                <a:path w="721360" h="489585">
                  <a:moveTo>
                    <a:pt x="334225" y="12446"/>
                  </a:moveTo>
                  <a:lnTo>
                    <a:pt x="270493" y="54181"/>
                  </a:lnTo>
                  <a:lnTo>
                    <a:pt x="241896" y="84651"/>
                  </a:lnTo>
                  <a:lnTo>
                    <a:pt x="215789" y="120821"/>
                  </a:lnTo>
                  <a:lnTo>
                    <a:pt x="192407" y="162168"/>
                  </a:lnTo>
                  <a:lnTo>
                    <a:pt x="171981" y="208165"/>
                  </a:lnTo>
                  <a:lnTo>
                    <a:pt x="154746" y="258287"/>
                  </a:lnTo>
                  <a:lnTo>
                    <a:pt x="140934" y="312009"/>
                  </a:lnTo>
                  <a:lnTo>
                    <a:pt x="130780" y="368805"/>
                  </a:lnTo>
                  <a:lnTo>
                    <a:pt x="124516" y="428151"/>
                  </a:lnTo>
                  <a:lnTo>
                    <a:pt x="122377" y="489521"/>
                  </a:lnTo>
                  <a:lnTo>
                    <a:pt x="0" y="489521"/>
                  </a:lnTo>
                  <a:lnTo>
                    <a:pt x="2127" y="428116"/>
                  </a:lnTo>
                  <a:lnTo>
                    <a:pt x="8338" y="368987"/>
                  </a:lnTo>
                  <a:lnTo>
                    <a:pt x="18377" y="312593"/>
                  </a:lnTo>
                  <a:lnTo>
                    <a:pt x="31989" y="259393"/>
                  </a:lnTo>
                  <a:lnTo>
                    <a:pt x="48917" y="209846"/>
                  </a:lnTo>
                  <a:lnTo>
                    <a:pt x="68906" y="164409"/>
                  </a:lnTo>
                  <a:lnTo>
                    <a:pt x="91700" y="123543"/>
                  </a:lnTo>
                  <a:lnTo>
                    <a:pt x="117042" y="87705"/>
                  </a:lnTo>
                  <a:lnTo>
                    <a:pt x="144678" y="57354"/>
                  </a:lnTo>
                  <a:lnTo>
                    <a:pt x="174351" y="32950"/>
                  </a:lnTo>
                  <a:lnTo>
                    <a:pt x="238787" y="3814"/>
                  </a:lnTo>
                  <a:lnTo>
                    <a:pt x="273037" y="0"/>
                  </a:lnTo>
                  <a:lnTo>
                    <a:pt x="395414" y="0"/>
                  </a:lnTo>
                  <a:lnTo>
                    <a:pt x="467732" y="17433"/>
                  </a:lnTo>
                  <a:lnTo>
                    <a:pt x="501543" y="38452"/>
                  </a:lnTo>
                  <a:lnTo>
                    <a:pt x="533294" y="66986"/>
                  </a:lnTo>
                  <a:lnTo>
                    <a:pt x="562614" y="102519"/>
                  </a:lnTo>
                  <a:lnTo>
                    <a:pt x="589133" y="144536"/>
                  </a:lnTo>
                  <a:lnTo>
                    <a:pt x="612480" y="192522"/>
                  </a:lnTo>
                  <a:lnTo>
                    <a:pt x="632283" y="245963"/>
                  </a:lnTo>
                  <a:lnTo>
                    <a:pt x="648173" y="304341"/>
                  </a:lnTo>
                  <a:lnTo>
                    <a:pt x="659777" y="367144"/>
                  </a:lnTo>
                  <a:lnTo>
                    <a:pt x="720966" y="367144"/>
                  </a:lnTo>
                  <a:lnTo>
                    <a:pt x="607263" y="489521"/>
                  </a:lnTo>
                  <a:lnTo>
                    <a:pt x="476211" y="367144"/>
                  </a:lnTo>
                  <a:lnTo>
                    <a:pt x="537400" y="367144"/>
                  </a:lnTo>
                  <a:lnTo>
                    <a:pt x="525795" y="304341"/>
                  </a:lnTo>
                  <a:lnTo>
                    <a:pt x="509905" y="245963"/>
                  </a:lnTo>
                  <a:lnTo>
                    <a:pt x="490100" y="192522"/>
                  </a:lnTo>
                  <a:lnTo>
                    <a:pt x="466752" y="144536"/>
                  </a:lnTo>
                  <a:lnTo>
                    <a:pt x="440232" y="102519"/>
                  </a:lnTo>
                  <a:lnTo>
                    <a:pt x="410911" y="66986"/>
                  </a:lnTo>
                  <a:lnTo>
                    <a:pt x="379160" y="38452"/>
                  </a:lnTo>
                  <a:lnTo>
                    <a:pt x="345350" y="17433"/>
                  </a:lnTo>
                  <a:lnTo>
                    <a:pt x="309852" y="4444"/>
                  </a:lnTo>
                  <a:lnTo>
                    <a:pt x="273037" y="0"/>
                  </a:lnTo>
                </a:path>
              </a:pathLst>
            </a:custGeom>
            <a:ln w="25400">
              <a:solidFill>
                <a:srgbClr val="38521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01791" y="3429000"/>
              <a:ext cx="3000794" cy="129078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433092" y="2790092"/>
              <a:ext cx="683260" cy="758190"/>
            </a:xfrm>
            <a:custGeom>
              <a:avLst/>
              <a:gdLst/>
              <a:ahLst/>
              <a:cxnLst/>
              <a:rect l="l" t="t" r="r" b="b"/>
              <a:pathLst>
                <a:path w="683259" h="758189">
                  <a:moveTo>
                    <a:pt x="682815" y="0"/>
                  </a:moveTo>
                  <a:lnTo>
                    <a:pt x="679839" y="47329"/>
                  </a:lnTo>
                  <a:lnTo>
                    <a:pt x="671225" y="94097"/>
                  </a:lnTo>
                  <a:lnTo>
                    <a:pt x="657442" y="139742"/>
                  </a:lnTo>
                  <a:lnTo>
                    <a:pt x="638961" y="183704"/>
                  </a:lnTo>
                  <a:lnTo>
                    <a:pt x="616251" y="225421"/>
                  </a:lnTo>
                  <a:lnTo>
                    <a:pt x="589782" y="264332"/>
                  </a:lnTo>
                  <a:lnTo>
                    <a:pt x="560023" y="299876"/>
                  </a:lnTo>
                  <a:lnTo>
                    <a:pt x="527445" y="331491"/>
                  </a:lnTo>
                  <a:lnTo>
                    <a:pt x="492518" y="358617"/>
                  </a:lnTo>
                  <a:lnTo>
                    <a:pt x="455710" y="380691"/>
                  </a:lnTo>
                  <a:lnTo>
                    <a:pt x="417493" y="397154"/>
                  </a:lnTo>
                  <a:lnTo>
                    <a:pt x="378336" y="407443"/>
                  </a:lnTo>
                  <a:lnTo>
                    <a:pt x="338708" y="410997"/>
                  </a:lnTo>
                  <a:lnTo>
                    <a:pt x="296760" y="414976"/>
                  </a:lnTo>
                  <a:lnTo>
                    <a:pt x="255369" y="426471"/>
                  </a:lnTo>
                  <a:lnTo>
                    <a:pt x="215094" y="444813"/>
                  </a:lnTo>
                  <a:lnTo>
                    <a:pt x="176492" y="469337"/>
                  </a:lnTo>
                  <a:lnTo>
                    <a:pt x="140122" y="499376"/>
                  </a:lnTo>
                  <a:lnTo>
                    <a:pt x="106541" y="534265"/>
                  </a:lnTo>
                  <a:lnTo>
                    <a:pt x="76307" y="573335"/>
                  </a:lnTo>
                  <a:lnTo>
                    <a:pt x="49978" y="615922"/>
                  </a:lnTo>
                  <a:lnTo>
                    <a:pt x="28112" y="661358"/>
                  </a:lnTo>
                  <a:lnTo>
                    <a:pt x="11267" y="708977"/>
                  </a:lnTo>
                  <a:lnTo>
                    <a:pt x="0" y="758113"/>
                  </a:lnTo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396145" y="3532950"/>
              <a:ext cx="76200" cy="79375"/>
            </a:xfrm>
            <a:custGeom>
              <a:avLst/>
              <a:gdLst/>
              <a:ahLst/>
              <a:cxnLst/>
              <a:rect l="l" t="t" r="r" b="b"/>
              <a:pathLst>
                <a:path w="76200" h="79375">
                  <a:moveTo>
                    <a:pt x="0" y="0"/>
                  </a:moveTo>
                  <a:lnTo>
                    <a:pt x="31559" y="79133"/>
                  </a:lnTo>
                  <a:lnTo>
                    <a:pt x="75933" y="6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28955" y="2147376"/>
            <a:ext cx="3295649" cy="439102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6887151" y="2485720"/>
            <a:ext cx="327088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20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0000"/>
                </a:solidFill>
                <a:latin typeface="Arial"/>
                <a:cs typeface="Arial"/>
              </a:rPr>
              <a:t>bottom</a:t>
            </a:r>
            <a:r>
              <a:rPr dirty="0" sz="2000" spc="-4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dirty="0" sz="2000" spc="-1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0000"/>
                </a:solidFill>
                <a:latin typeface="Arial"/>
                <a:cs typeface="Arial"/>
              </a:rPr>
              <a:t>joined</a:t>
            </a:r>
            <a:r>
              <a:rPr dirty="0" sz="20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0000"/>
                </a:solidFill>
                <a:latin typeface="Arial"/>
                <a:cs typeface="Arial"/>
              </a:rPr>
              <a:t>by</a:t>
            </a:r>
            <a:r>
              <a:rPr dirty="0" sz="20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0000"/>
                </a:solidFill>
                <a:latin typeface="Arial"/>
                <a:cs typeface="Arial"/>
              </a:rPr>
              <a:t>1</a:t>
            </a:r>
            <a:r>
              <a:rPr dirty="0" sz="20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FF0000"/>
                </a:solidFill>
                <a:latin typeface="Arial"/>
                <a:cs typeface="Arial"/>
              </a:rPr>
              <a:t>cm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2160" y="6576728"/>
            <a:ext cx="230073" cy="16977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9694" y="517022"/>
            <a:ext cx="1240396" cy="22175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824951" y="645464"/>
            <a:ext cx="169545" cy="21590"/>
          </a:xfrm>
          <a:custGeom>
            <a:avLst/>
            <a:gdLst/>
            <a:ahLst/>
            <a:cxnLst/>
            <a:rect l="l" t="t" r="r" b="b"/>
            <a:pathLst>
              <a:path w="169544" h="21590">
                <a:moveTo>
                  <a:pt x="169519" y="0"/>
                </a:moveTo>
                <a:lnTo>
                  <a:pt x="0" y="0"/>
                </a:lnTo>
                <a:lnTo>
                  <a:pt x="0" y="21577"/>
                </a:lnTo>
                <a:lnTo>
                  <a:pt x="169519" y="21577"/>
                </a:lnTo>
                <a:lnTo>
                  <a:pt x="169519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69198" y="513300"/>
            <a:ext cx="5875642" cy="2254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1626"/>
            <a:ext cx="6239510" cy="7454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12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Coupled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body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with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variable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resistance</a:t>
            </a:r>
            <a:endParaRPr sz="24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125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Subtracting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front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structure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vehicle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0719" y="3022689"/>
            <a:ext cx="4709083" cy="303405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04062" y="3022688"/>
            <a:ext cx="4932540" cy="3135541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5230672" y="2064353"/>
            <a:ext cx="2706370" cy="892810"/>
            <a:chOff x="5230672" y="2064353"/>
            <a:chExt cx="2706370" cy="892810"/>
          </a:xfrm>
        </p:grpSpPr>
        <p:sp>
          <p:nvSpPr>
            <p:cNvPr id="11" name="object 11"/>
            <p:cNvSpPr/>
            <p:nvPr/>
          </p:nvSpPr>
          <p:spPr>
            <a:xfrm>
              <a:off x="6437914" y="2070699"/>
              <a:ext cx="1492885" cy="880110"/>
            </a:xfrm>
            <a:custGeom>
              <a:avLst/>
              <a:gdLst/>
              <a:ahLst/>
              <a:cxnLst/>
              <a:rect l="l" t="t" r="r" b="b"/>
              <a:pathLst>
                <a:path w="1492884" h="880110">
                  <a:moveTo>
                    <a:pt x="219913" y="0"/>
                  </a:moveTo>
                  <a:lnTo>
                    <a:pt x="0" y="0"/>
                  </a:lnTo>
                  <a:lnTo>
                    <a:pt x="54518" y="898"/>
                  </a:lnTo>
                  <a:lnTo>
                    <a:pt x="108514" y="3572"/>
                  </a:lnTo>
                  <a:lnTo>
                    <a:pt x="161927" y="7986"/>
                  </a:lnTo>
                  <a:lnTo>
                    <a:pt x="214696" y="14106"/>
                  </a:lnTo>
                  <a:lnTo>
                    <a:pt x="266761" y="21898"/>
                  </a:lnTo>
                  <a:lnTo>
                    <a:pt x="318061" y="31328"/>
                  </a:lnTo>
                  <a:lnTo>
                    <a:pt x="368537" y="42361"/>
                  </a:lnTo>
                  <a:lnTo>
                    <a:pt x="418127" y="54963"/>
                  </a:lnTo>
                  <a:lnTo>
                    <a:pt x="466771" y="69100"/>
                  </a:lnTo>
                  <a:lnTo>
                    <a:pt x="514409" y="84737"/>
                  </a:lnTo>
                  <a:lnTo>
                    <a:pt x="560980" y="101840"/>
                  </a:lnTo>
                  <a:lnTo>
                    <a:pt x="606424" y="120376"/>
                  </a:lnTo>
                  <a:lnTo>
                    <a:pt x="650681" y="140308"/>
                  </a:lnTo>
                  <a:lnTo>
                    <a:pt x="693689" y="161604"/>
                  </a:lnTo>
                  <a:lnTo>
                    <a:pt x="735388" y="184229"/>
                  </a:lnTo>
                  <a:lnTo>
                    <a:pt x="775719" y="208148"/>
                  </a:lnTo>
                  <a:lnTo>
                    <a:pt x="814620" y="233328"/>
                  </a:lnTo>
                  <a:lnTo>
                    <a:pt x="852031" y="259734"/>
                  </a:lnTo>
                  <a:lnTo>
                    <a:pt x="887892" y="287331"/>
                  </a:lnTo>
                  <a:lnTo>
                    <a:pt x="922142" y="316087"/>
                  </a:lnTo>
                  <a:lnTo>
                    <a:pt x="954721" y="345965"/>
                  </a:lnTo>
                  <a:lnTo>
                    <a:pt x="985568" y="376932"/>
                  </a:lnTo>
                  <a:lnTo>
                    <a:pt x="1014622" y="408953"/>
                  </a:lnTo>
                  <a:lnTo>
                    <a:pt x="1041825" y="441995"/>
                  </a:lnTo>
                  <a:lnTo>
                    <a:pt x="1067114" y="476023"/>
                  </a:lnTo>
                  <a:lnTo>
                    <a:pt x="1090429" y="511003"/>
                  </a:lnTo>
                  <a:lnTo>
                    <a:pt x="1111711" y="546900"/>
                  </a:lnTo>
                  <a:lnTo>
                    <a:pt x="1130898" y="583680"/>
                  </a:lnTo>
                  <a:lnTo>
                    <a:pt x="1147931" y="621308"/>
                  </a:lnTo>
                  <a:lnTo>
                    <a:pt x="1162748" y="659752"/>
                  </a:lnTo>
                  <a:lnTo>
                    <a:pt x="1052791" y="659752"/>
                  </a:lnTo>
                  <a:lnTo>
                    <a:pt x="1310843" y="879665"/>
                  </a:lnTo>
                  <a:lnTo>
                    <a:pt x="1492618" y="659752"/>
                  </a:lnTo>
                  <a:lnTo>
                    <a:pt x="1382674" y="659752"/>
                  </a:lnTo>
                  <a:lnTo>
                    <a:pt x="1367856" y="621308"/>
                  </a:lnTo>
                  <a:lnTo>
                    <a:pt x="1350822" y="583680"/>
                  </a:lnTo>
                  <a:lnTo>
                    <a:pt x="1331634" y="546900"/>
                  </a:lnTo>
                  <a:lnTo>
                    <a:pt x="1310351" y="511003"/>
                  </a:lnTo>
                  <a:lnTo>
                    <a:pt x="1287034" y="476023"/>
                  </a:lnTo>
                  <a:lnTo>
                    <a:pt x="1261744" y="441995"/>
                  </a:lnTo>
                  <a:lnTo>
                    <a:pt x="1234541" y="408953"/>
                  </a:lnTo>
                  <a:lnTo>
                    <a:pt x="1205486" y="376932"/>
                  </a:lnTo>
                  <a:lnTo>
                    <a:pt x="1174638" y="345965"/>
                  </a:lnTo>
                  <a:lnTo>
                    <a:pt x="1142059" y="316087"/>
                  </a:lnTo>
                  <a:lnTo>
                    <a:pt x="1107808" y="287331"/>
                  </a:lnTo>
                  <a:lnTo>
                    <a:pt x="1071947" y="259734"/>
                  </a:lnTo>
                  <a:lnTo>
                    <a:pt x="1034535" y="233328"/>
                  </a:lnTo>
                  <a:lnTo>
                    <a:pt x="995634" y="208148"/>
                  </a:lnTo>
                  <a:lnTo>
                    <a:pt x="955303" y="184229"/>
                  </a:lnTo>
                  <a:lnTo>
                    <a:pt x="913603" y="161604"/>
                  </a:lnTo>
                  <a:lnTo>
                    <a:pt x="870595" y="140308"/>
                  </a:lnTo>
                  <a:lnTo>
                    <a:pt x="826338" y="120376"/>
                  </a:lnTo>
                  <a:lnTo>
                    <a:pt x="780894" y="101840"/>
                  </a:lnTo>
                  <a:lnTo>
                    <a:pt x="734323" y="84737"/>
                  </a:lnTo>
                  <a:lnTo>
                    <a:pt x="686685" y="69100"/>
                  </a:lnTo>
                  <a:lnTo>
                    <a:pt x="638041" y="54963"/>
                  </a:lnTo>
                  <a:lnTo>
                    <a:pt x="588450" y="42361"/>
                  </a:lnTo>
                  <a:lnTo>
                    <a:pt x="537975" y="31328"/>
                  </a:lnTo>
                  <a:lnTo>
                    <a:pt x="486674" y="21898"/>
                  </a:lnTo>
                  <a:lnTo>
                    <a:pt x="434609" y="14106"/>
                  </a:lnTo>
                  <a:lnTo>
                    <a:pt x="381840" y="7986"/>
                  </a:lnTo>
                  <a:lnTo>
                    <a:pt x="328427" y="3572"/>
                  </a:lnTo>
                  <a:lnTo>
                    <a:pt x="274431" y="898"/>
                  </a:lnTo>
                  <a:lnTo>
                    <a:pt x="21991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237022" y="2070703"/>
              <a:ext cx="1311275" cy="880110"/>
            </a:xfrm>
            <a:custGeom>
              <a:avLst/>
              <a:gdLst/>
              <a:ahLst/>
              <a:cxnLst/>
              <a:rect l="l" t="t" r="r" b="b"/>
              <a:pathLst>
                <a:path w="1311275" h="880110">
                  <a:moveTo>
                    <a:pt x="1200886" y="0"/>
                  </a:moveTo>
                  <a:lnTo>
                    <a:pt x="1145916" y="905"/>
                  </a:lnTo>
                  <a:lnTo>
                    <a:pt x="1091581" y="3594"/>
                  </a:lnTo>
                  <a:lnTo>
                    <a:pt x="1037933" y="8030"/>
                  </a:lnTo>
                  <a:lnTo>
                    <a:pt x="985025" y="14172"/>
                  </a:lnTo>
                  <a:lnTo>
                    <a:pt x="932911" y="21982"/>
                  </a:lnTo>
                  <a:lnTo>
                    <a:pt x="881643" y="31422"/>
                  </a:lnTo>
                  <a:lnTo>
                    <a:pt x="831274" y="42452"/>
                  </a:lnTo>
                  <a:lnTo>
                    <a:pt x="781858" y="55034"/>
                  </a:lnTo>
                  <a:lnTo>
                    <a:pt x="733447" y="69128"/>
                  </a:lnTo>
                  <a:lnTo>
                    <a:pt x="686094" y="84696"/>
                  </a:lnTo>
                  <a:lnTo>
                    <a:pt x="639852" y="101700"/>
                  </a:lnTo>
                  <a:lnTo>
                    <a:pt x="594775" y="120100"/>
                  </a:lnTo>
                  <a:lnTo>
                    <a:pt x="550916" y="139857"/>
                  </a:lnTo>
                  <a:lnTo>
                    <a:pt x="508326" y="160933"/>
                  </a:lnTo>
                  <a:lnTo>
                    <a:pt x="467060" y="183289"/>
                  </a:lnTo>
                  <a:lnTo>
                    <a:pt x="427170" y="206886"/>
                  </a:lnTo>
                  <a:lnTo>
                    <a:pt x="388709" y="231685"/>
                  </a:lnTo>
                  <a:lnTo>
                    <a:pt x="351731" y="257648"/>
                  </a:lnTo>
                  <a:lnTo>
                    <a:pt x="316288" y="284735"/>
                  </a:lnTo>
                  <a:lnTo>
                    <a:pt x="282433" y="312908"/>
                  </a:lnTo>
                  <a:lnTo>
                    <a:pt x="250219" y="342128"/>
                  </a:lnTo>
                  <a:lnTo>
                    <a:pt x="219700" y="372356"/>
                  </a:lnTo>
                  <a:lnTo>
                    <a:pt x="190928" y="403553"/>
                  </a:lnTo>
                  <a:lnTo>
                    <a:pt x="163956" y="435681"/>
                  </a:lnTo>
                  <a:lnTo>
                    <a:pt x="138837" y="468701"/>
                  </a:lnTo>
                  <a:lnTo>
                    <a:pt x="115624" y="502573"/>
                  </a:lnTo>
                  <a:lnTo>
                    <a:pt x="94371" y="537260"/>
                  </a:lnTo>
                  <a:lnTo>
                    <a:pt x="75130" y="572721"/>
                  </a:lnTo>
                  <a:lnTo>
                    <a:pt x="57954" y="608919"/>
                  </a:lnTo>
                  <a:lnTo>
                    <a:pt x="42896" y="645815"/>
                  </a:lnTo>
                  <a:lnTo>
                    <a:pt x="30010" y="683370"/>
                  </a:lnTo>
                  <a:lnTo>
                    <a:pt x="19347" y="721544"/>
                  </a:lnTo>
                  <a:lnTo>
                    <a:pt x="10962" y="760300"/>
                  </a:lnTo>
                  <a:lnTo>
                    <a:pt x="4907" y="799598"/>
                  </a:lnTo>
                  <a:lnTo>
                    <a:pt x="1235" y="839399"/>
                  </a:lnTo>
                  <a:lnTo>
                    <a:pt x="0" y="879665"/>
                  </a:lnTo>
                  <a:lnTo>
                    <a:pt x="219913" y="879665"/>
                  </a:lnTo>
                  <a:lnTo>
                    <a:pt x="221206" y="838549"/>
                  </a:lnTo>
                  <a:lnTo>
                    <a:pt x="225051" y="797890"/>
                  </a:lnTo>
                  <a:lnTo>
                    <a:pt x="231391" y="757732"/>
                  </a:lnTo>
                  <a:lnTo>
                    <a:pt x="240173" y="718118"/>
                  </a:lnTo>
                  <a:lnTo>
                    <a:pt x="251342" y="679093"/>
                  </a:lnTo>
                  <a:lnTo>
                    <a:pt x="264843" y="640700"/>
                  </a:lnTo>
                  <a:lnTo>
                    <a:pt x="280620" y="602983"/>
                  </a:lnTo>
                  <a:lnTo>
                    <a:pt x="298621" y="565987"/>
                  </a:lnTo>
                  <a:lnTo>
                    <a:pt x="318788" y="529755"/>
                  </a:lnTo>
                  <a:lnTo>
                    <a:pt x="341069" y="494331"/>
                  </a:lnTo>
                  <a:lnTo>
                    <a:pt x="365409" y="459759"/>
                  </a:lnTo>
                  <a:lnTo>
                    <a:pt x="391751" y="426083"/>
                  </a:lnTo>
                  <a:lnTo>
                    <a:pt x="420043" y="393347"/>
                  </a:lnTo>
                  <a:lnTo>
                    <a:pt x="450229" y="361595"/>
                  </a:lnTo>
                  <a:lnTo>
                    <a:pt x="482254" y="330871"/>
                  </a:lnTo>
                  <a:lnTo>
                    <a:pt x="516063" y="301219"/>
                  </a:lnTo>
                  <a:lnTo>
                    <a:pt x="551603" y="272682"/>
                  </a:lnTo>
                  <a:lnTo>
                    <a:pt x="588817" y="245305"/>
                  </a:lnTo>
                  <a:lnTo>
                    <a:pt x="627653" y="219132"/>
                  </a:lnTo>
                  <a:lnTo>
                    <a:pt x="668053" y="194207"/>
                  </a:lnTo>
                  <a:lnTo>
                    <a:pt x="709965" y="170573"/>
                  </a:lnTo>
                  <a:lnTo>
                    <a:pt x="753333" y="148274"/>
                  </a:lnTo>
                  <a:lnTo>
                    <a:pt x="798103" y="127355"/>
                  </a:lnTo>
                  <a:lnTo>
                    <a:pt x="844219" y="107859"/>
                  </a:lnTo>
                  <a:lnTo>
                    <a:pt x="891628" y="89830"/>
                  </a:lnTo>
                  <a:lnTo>
                    <a:pt x="940274" y="73313"/>
                  </a:lnTo>
                  <a:lnTo>
                    <a:pt x="990102" y="58350"/>
                  </a:lnTo>
                  <a:lnTo>
                    <a:pt x="1041058" y="44987"/>
                  </a:lnTo>
                  <a:lnTo>
                    <a:pt x="1093088" y="33267"/>
                  </a:lnTo>
                  <a:lnTo>
                    <a:pt x="1146136" y="23234"/>
                  </a:lnTo>
                  <a:lnTo>
                    <a:pt x="1200147" y="14931"/>
                  </a:lnTo>
                  <a:lnTo>
                    <a:pt x="1255068" y="8404"/>
                  </a:lnTo>
                  <a:lnTo>
                    <a:pt x="1310843" y="3695"/>
                  </a:lnTo>
                  <a:lnTo>
                    <a:pt x="1283405" y="2078"/>
                  </a:lnTo>
                  <a:lnTo>
                    <a:pt x="1255926" y="923"/>
                  </a:lnTo>
                  <a:lnTo>
                    <a:pt x="1228416" y="230"/>
                  </a:lnTo>
                  <a:lnTo>
                    <a:pt x="1200886" y="0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237022" y="2070703"/>
              <a:ext cx="2693670" cy="880110"/>
            </a:xfrm>
            <a:custGeom>
              <a:avLst/>
              <a:gdLst/>
              <a:ahLst/>
              <a:cxnLst/>
              <a:rect l="l" t="t" r="r" b="b"/>
              <a:pathLst>
                <a:path w="2693670" h="880110">
                  <a:moveTo>
                    <a:pt x="1310843" y="3695"/>
                  </a:moveTo>
                  <a:lnTo>
                    <a:pt x="1255068" y="8404"/>
                  </a:lnTo>
                  <a:lnTo>
                    <a:pt x="1200147" y="14931"/>
                  </a:lnTo>
                  <a:lnTo>
                    <a:pt x="1146136" y="23234"/>
                  </a:lnTo>
                  <a:lnTo>
                    <a:pt x="1093088" y="33267"/>
                  </a:lnTo>
                  <a:lnTo>
                    <a:pt x="1041058" y="44987"/>
                  </a:lnTo>
                  <a:lnTo>
                    <a:pt x="990102" y="58350"/>
                  </a:lnTo>
                  <a:lnTo>
                    <a:pt x="940274" y="73313"/>
                  </a:lnTo>
                  <a:lnTo>
                    <a:pt x="891628" y="89830"/>
                  </a:lnTo>
                  <a:lnTo>
                    <a:pt x="844219" y="107859"/>
                  </a:lnTo>
                  <a:lnTo>
                    <a:pt x="798103" y="127355"/>
                  </a:lnTo>
                  <a:lnTo>
                    <a:pt x="753333" y="148274"/>
                  </a:lnTo>
                  <a:lnTo>
                    <a:pt x="709965" y="170573"/>
                  </a:lnTo>
                  <a:lnTo>
                    <a:pt x="668053" y="194207"/>
                  </a:lnTo>
                  <a:lnTo>
                    <a:pt x="627653" y="219132"/>
                  </a:lnTo>
                  <a:lnTo>
                    <a:pt x="588817" y="245305"/>
                  </a:lnTo>
                  <a:lnTo>
                    <a:pt x="551603" y="272682"/>
                  </a:lnTo>
                  <a:lnTo>
                    <a:pt x="516063" y="301219"/>
                  </a:lnTo>
                  <a:lnTo>
                    <a:pt x="482254" y="330871"/>
                  </a:lnTo>
                  <a:lnTo>
                    <a:pt x="450229" y="361595"/>
                  </a:lnTo>
                  <a:lnTo>
                    <a:pt x="420043" y="393347"/>
                  </a:lnTo>
                  <a:lnTo>
                    <a:pt x="391751" y="426083"/>
                  </a:lnTo>
                  <a:lnTo>
                    <a:pt x="365409" y="459759"/>
                  </a:lnTo>
                  <a:lnTo>
                    <a:pt x="341069" y="494331"/>
                  </a:lnTo>
                  <a:lnTo>
                    <a:pt x="318788" y="529755"/>
                  </a:lnTo>
                  <a:lnTo>
                    <a:pt x="298621" y="565987"/>
                  </a:lnTo>
                  <a:lnTo>
                    <a:pt x="280620" y="602983"/>
                  </a:lnTo>
                  <a:lnTo>
                    <a:pt x="264843" y="640700"/>
                  </a:lnTo>
                  <a:lnTo>
                    <a:pt x="251342" y="679093"/>
                  </a:lnTo>
                  <a:lnTo>
                    <a:pt x="240173" y="718118"/>
                  </a:lnTo>
                  <a:lnTo>
                    <a:pt x="231391" y="757732"/>
                  </a:lnTo>
                  <a:lnTo>
                    <a:pt x="225051" y="797890"/>
                  </a:lnTo>
                  <a:lnTo>
                    <a:pt x="221206" y="838549"/>
                  </a:lnTo>
                  <a:lnTo>
                    <a:pt x="219913" y="879665"/>
                  </a:lnTo>
                  <a:lnTo>
                    <a:pt x="0" y="879665"/>
                  </a:lnTo>
                  <a:lnTo>
                    <a:pt x="1235" y="839399"/>
                  </a:lnTo>
                  <a:lnTo>
                    <a:pt x="4907" y="799598"/>
                  </a:lnTo>
                  <a:lnTo>
                    <a:pt x="10962" y="760300"/>
                  </a:lnTo>
                  <a:lnTo>
                    <a:pt x="19347" y="721544"/>
                  </a:lnTo>
                  <a:lnTo>
                    <a:pt x="30010" y="683370"/>
                  </a:lnTo>
                  <a:lnTo>
                    <a:pt x="42896" y="645815"/>
                  </a:lnTo>
                  <a:lnTo>
                    <a:pt x="57954" y="608919"/>
                  </a:lnTo>
                  <a:lnTo>
                    <a:pt x="75130" y="572721"/>
                  </a:lnTo>
                  <a:lnTo>
                    <a:pt x="94371" y="537260"/>
                  </a:lnTo>
                  <a:lnTo>
                    <a:pt x="115624" y="502573"/>
                  </a:lnTo>
                  <a:lnTo>
                    <a:pt x="138837" y="468701"/>
                  </a:lnTo>
                  <a:lnTo>
                    <a:pt x="163956" y="435681"/>
                  </a:lnTo>
                  <a:lnTo>
                    <a:pt x="190928" y="403553"/>
                  </a:lnTo>
                  <a:lnTo>
                    <a:pt x="219700" y="372356"/>
                  </a:lnTo>
                  <a:lnTo>
                    <a:pt x="250219" y="342128"/>
                  </a:lnTo>
                  <a:lnTo>
                    <a:pt x="282433" y="312908"/>
                  </a:lnTo>
                  <a:lnTo>
                    <a:pt x="316288" y="284735"/>
                  </a:lnTo>
                  <a:lnTo>
                    <a:pt x="351731" y="257648"/>
                  </a:lnTo>
                  <a:lnTo>
                    <a:pt x="388709" y="231685"/>
                  </a:lnTo>
                  <a:lnTo>
                    <a:pt x="427170" y="206886"/>
                  </a:lnTo>
                  <a:lnTo>
                    <a:pt x="467060" y="183289"/>
                  </a:lnTo>
                  <a:lnTo>
                    <a:pt x="508326" y="160933"/>
                  </a:lnTo>
                  <a:lnTo>
                    <a:pt x="550916" y="139857"/>
                  </a:lnTo>
                  <a:lnTo>
                    <a:pt x="594775" y="120100"/>
                  </a:lnTo>
                  <a:lnTo>
                    <a:pt x="639852" y="101700"/>
                  </a:lnTo>
                  <a:lnTo>
                    <a:pt x="686094" y="84696"/>
                  </a:lnTo>
                  <a:lnTo>
                    <a:pt x="733447" y="69128"/>
                  </a:lnTo>
                  <a:lnTo>
                    <a:pt x="781858" y="55034"/>
                  </a:lnTo>
                  <a:lnTo>
                    <a:pt x="831274" y="42452"/>
                  </a:lnTo>
                  <a:lnTo>
                    <a:pt x="881643" y="31422"/>
                  </a:lnTo>
                  <a:lnTo>
                    <a:pt x="932911" y="21982"/>
                  </a:lnTo>
                  <a:lnTo>
                    <a:pt x="985025" y="14172"/>
                  </a:lnTo>
                  <a:lnTo>
                    <a:pt x="1037933" y="8030"/>
                  </a:lnTo>
                  <a:lnTo>
                    <a:pt x="1091581" y="3594"/>
                  </a:lnTo>
                  <a:lnTo>
                    <a:pt x="1145916" y="905"/>
                  </a:lnTo>
                  <a:lnTo>
                    <a:pt x="1200886" y="0"/>
                  </a:lnTo>
                  <a:lnTo>
                    <a:pt x="1420799" y="0"/>
                  </a:lnTo>
                  <a:lnTo>
                    <a:pt x="1475319" y="898"/>
                  </a:lnTo>
                  <a:lnTo>
                    <a:pt x="1529316" y="3572"/>
                  </a:lnTo>
                  <a:lnTo>
                    <a:pt x="1582730" y="7986"/>
                  </a:lnTo>
                  <a:lnTo>
                    <a:pt x="1635500" y="14106"/>
                  </a:lnTo>
                  <a:lnTo>
                    <a:pt x="1687565" y="21898"/>
                  </a:lnTo>
                  <a:lnTo>
                    <a:pt x="1738866" y="31328"/>
                  </a:lnTo>
                  <a:lnTo>
                    <a:pt x="1789342" y="42361"/>
                  </a:lnTo>
                  <a:lnTo>
                    <a:pt x="1838933" y="54963"/>
                  </a:lnTo>
                  <a:lnTo>
                    <a:pt x="1887577" y="69100"/>
                  </a:lnTo>
                  <a:lnTo>
                    <a:pt x="1935215" y="84737"/>
                  </a:lnTo>
                  <a:lnTo>
                    <a:pt x="1981786" y="101840"/>
                  </a:lnTo>
                  <a:lnTo>
                    <a:pt x="2027230" y="120376"/>
                  </a:lnTo>
                  <a:lnTo>
                    <a:pt x="2071487" y="140308"/>
                  </a:lnTo>
                  <a:lnTo>
                    <a:pt x="2114495" y="161604"/>
                  </a:lnTo>
                  <a:lnTo>
                    <a:pt x="2156194" y="184229"/>
                  </a:lnTo>
                  <a:lnTo>
                    <a:pt x="2196525" y="208148"/>
                  </a:lnTo>
                  <a:lnTo>
                    <a:pt x="2235426" y="233328"/>
                  </a:lnTo>
                  <a:lnTo>
                    <a:pt x="2272837" y="259734"/>
                  </a:lnTo>
                  <a:lnTo>
                    <a:pt x="2308698" y="287331"/>
                  </a:lnTo>
                  <a:lnTo>
                    <a:pt x="2342948" y="316087"/>
                  </a:lnTo>
                  <a:lnTo>
                    <a:pt x="2375527" y="345965"/>
                  </a:lnTo>
                  <a:lnTo>
                    <a:pt x="2406374" y="376932"/>
                  </a:lnTo>
                  <a:lnTo>
                    <a:pt x="2435429" y="408953"/>
                  </a:lnTo>
                  <a:lnTo>
                    <a:pt x="2462632" y="441995"/>
                  </a:lnTo>
                  <a:lnTo>
                    <a:pt x="2487922" y="476023"/>
                  </a:lnTo>
                  <a:lnTo>
                    <a:pt x="2511238" y="511003"/>
                  </a:lnTo>
                  <a:lnTo>
                    <a:pt x="2532521" y="546900"/>
                  </a:lnTo>
                  <a:lnTo>
                    <a:pt x="2551709" y="583680"/>
                  </a:lnTo>
                  <a:lnTo>
                    <a:pt x="2568742" y="621308"/>
                  </a:lnTo>
                  <a:lnTo>
                    <a:pt x="2583561" y="659752"/>
                  </a:lnTo>
                  <a:lnTo>
                    <a:pt x="2693517" y="659752"/>
                  </a:lnTo>
                  <a:lnTo>
                    <a:pt x="2511729" y="879665"/>
                  </a:lnTo>
                  <a:lnTo>
                    <a:pt x="2253691" y="659752"/>
                  </a:lnTo>
                  <a:lnTo>
                    <a:pt x="2363647" y="659752"/>
                  </a:lnTo>
                  <a:lnTo>
                    <a:pt x="2348829" y="621308"/>
                  </a:lnTo>
                  <a:lnTo>
                    <a:pt x="2331795" y="583680"/>
                  </a:lnTo>
                  <a:lnTo>
                    <a:pt x="2312607" y="546900"/>
                  </a:lnTo>
                  <a:lnTo>
                    <a:pt x="2291324" y="511003"/>
                  </a:lnTo>
                  <a:lnTo>
                    <a:pt x="2268008" y="476023"/>
                  </a:lnTo>
                  <a:lnTo>
                    <a:pt x="2242718" y="441995"/>
                  </a:lnTo>
                  <a:lnTo>
                    <a:pt x="2215515" y="408953"/>
                  </a:lnTo>
                  <a:lnTo>
                    <a:pt x="2186459" y="376932"/>
                  </a:lnTo>
                  <a:lnTo>
                    <a:pt x="2155611" y="345965"/>
                  </a:lnTo>
                  <a:lnTo>
                    <a:pt x="2123032" y="316087"/>
                  </a:lnTo>
                  <a:lnTo>
                    <a:pt x="2088782" y="287331"/>
                  </a:lnTo>
                  <a:lnTo>
                    <a:pt x="2052920" y="259734"/>
                  </a:lnTo>
                  <a:lnTo>
                    <a:pt x="2015509" y="233328"/>
                  </a:lnTo>
                  <a:lnTo>
                    <a:pt x="1976607" y="208148"/>
                  </a:lnTo>
                  <a:lnTo>
                    <a:pt x="1936276" y="184229"/>
                  </a:lnTo>
                  <a:lnTo>
                    <a:pt x="1894577" y="161604"/>
                  </a:lnTo>
                  <a:lnTo>
                    <a:pt x="1851568" y="140308"/>
                  </a:lnTo>
                  <a:lnTo>
                    <a:pt x="1807312" y="120376"/>
                  </a:lnTo>
                  <a:lnTo>
                    <a:pt x="1761868" y="101840"/>
                  </a:lnTo>
                  <a:lnTo>
                    <a:pt x="1715296" y="84737"/>
                  </a:lnTo>
                  <a:lnTo>
                    <a:pt x="1667658" y="69100"/>
                  </a:lnTo>
                  <a:lnTo>
                    <a:pt x="1619014" y="54963"/>
                  </a:lnTo>
                  <a:lnTo>
                    <a:pt x="1569424" y="42361"/>
                  </a:lnTo>
                  <a:lnTo>
                    <a:pt x="1518948" y="31328"/>
                  </a:lnTo>
                  <a:lnTo>
                    <a:pt x="1467648" y="21898"/>
                  </a:lnTo>
                  <a:lnTo>
                    <a:pt x="1415583" y="14106"/>
                  </a:lnTo>
                  <a:lnTo>
                    <a:pt x="1362813" y="7986"/>
                  </a:lnTo>
                  <a:lnTo>
                    <a:pt x="1309401" y="3572"/>
                  </a:lnTo>
                  <a:lnTo>
                    <a:pt x="1255405" y="898"/>
                  </a:lnTo>
                  <a:lnTo>
                    <a:pt x="1200886" y="0"/>
                  </a:lnTo>
                </a:path>
              </a:pathLst>
            </a:custGeom>
            <a:ln w="12700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7111154" y="1258154"/>
            <a:ext cx="333756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-127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Using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Screwdriver </a:t>
            </a:r>
            <a:r>
              <a:rPr dirty="0" sz="2400">
                <a:latin typeface="Arial"/>
                <a:cs typeface="Arial"/>
              </a:rPr>
              <a:t>Don't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lose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screw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you </a:t>
            </a:r>
            <a:r>
              <a:rPr dirty="0" sz="2400" spc="-10">
                <a:latin typeface="Arial"/>
                <a:cs typeface="Arial"/>
              </a:rPr>
              <a:t>removed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2158" y="6576731"/>
            <a:ext cx="228066" cy="16977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9694" y="517022"/>
            <a:ext cx="1240396" cy="22175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824951" y="645464"/>
            <a:ext cx="169545" cy="21590"/>
          </a:xfrm>
          <a:custGeom>
            <a:avLst/>
            <a:gdLst/>
            <a:ahLst/>
            <a:cxnLst/>
            <a:rect l="l" t="t" r="r" b="b"/>
            <a:pathLst>
              <a:path w="169544" h="21590">
                <a:moveTo>
                  <a:pt x="169519" y="0"/>
                </a:moveTo>
                <a:lnTo>
                  <a:pt x="0" y="0"/>
                </a:lnTo>
                <a:lnTo>
                  <a:pt x="0" y="21577"/>
                </a:lnTo>
                <a:lnTo>
                  <a:pt x="169519" y="21577"/>
                </a:lnTo>
                <a:lnTo>
                  <a:pt x="169519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69198" y="513300"/>
            <a:ext cx="5875642" cy="22547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889586" y="2705389"/>
            <a:ext cx="10130790" cy="3507104"/>
            <a:chOff x="889586" y="2705389"/>
            <a:chExt cx="10130790" cy="3507104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20739" y="3348215"/>
              <a:ext cx="3799223" cy="284941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9586" y="2978835"/>
              <a:ext cx="4932550" cy="313553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06255" y="4461167"/>
              <a:ext cx="1320800" cy="1099185"/>
            </a:xfrm>
            <a:custGeom>
              <a:avLst/>
              <a:gdLst/>
              <a:ahLst/>
              <a:cxnLst/>
              <a:rect l="l" t="t" r="r" b="b"/>
              <a:pathLst>
                <a:path w="1320800" h="1099185">
                  <a:moveTo>
                    <a:pt x="0" y="0"/>
                  </a:moveTo>
                  <a:lnTo>
                    <a:pt x="1320800" y="0"/>
                  </a:lnTo>
                  <a:lnTo>
                    <a:pt x="1320800" y="1099121"/>
                  </a:lnTo>
                  <a:lnTo>
                    <a:pt x="0" y="1099121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990426" y="3343564"/>
              <a:ext cx="3230880" cy="2849880"/>
            </a:xfrm>
            <a:custGeom>
              <a:avLst/>
              <a:gdLst/>
              <a:ahLst/>
              <a:cxnLst/>
              <a:rect l="l" t="t" r="r" b="b"/>
              <a:pathLst>
                <a:path w="3230879" h="2849879">
                  <a:moveTo>
                    <a:pt x="3202940" y="0"/>
                  </a:moveTo>
                  <a:lnTo>
                    <a:pt x="9334" y="1090599"/>
                  </a:lnTo>
                  <a:lnTo>
                    <a:pt x="0" y="2156040"/>
                  </a:lnTo>
                  <a:lnTo>
                    <a:pt x="3230105" y="2849422"/>
                  </a:lnTo>
                  <a:lnTo>
                    <a:pt x="3230302" y="2702114"/>
                  </a:lnTo>
                  <a:lnTo>
                    <a:pt x="3229416" y="2452679"/>
                  </a:lnTo>
                  <a:lnTo>
                    <a:pt x="3226735" y="2148125"/>
                  </a:lnTo>
                  <a:lnTo>
                    <a:pt x="3204778" y="548403"/>
                  </a:lnTo>
                  <a:lnTo>
                    <a:pt x="3202927" y="246533"/>
                  </a:lnTo>
                  <a:lnTo>
                    <a:pt x="3202940" y="0"/>
                  </a:lnTo>
                  <a:close/>
                </a:path>
              </a:pathLst>
            </a:custGeom>
            <a:solidFill>
              <a:srgbClr val="FF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990426" y="3343564"/>
              <a:ext cx="3230880" cy="2849880"/>
            </a:xfrm>
            <a:custGeom>
              <a:avLst/>
              <a:gdLst/>
              <a:ahLst/>
              <a:cxnLst/>
              <a:rect l="l" t="t" r="r" b="b"/>
              <a:pathLst>
                <a:path w="3230879" h="2849879">
                  <a:moveTo>
                    <a:pt x="9334" y="1090599"/>
                  </a:moveTo>
                  <a:lnTo>
                    <a:pt x="3202940" y="0"/>
                  </a:lnTo>
                  <a:lnTo>
                    <a:pt x="3202807" y="48887"/>
                  </a:lnTo>
                  <a:lnTo>
                    <a:pt x="3202742" y="97992"/>
                  </a:lnTo>
                  <a:lnTo>
                    <a:pt x="3202742" y="147307"/>
                  </a:lnTo>
                  <a:lnTo>
                    <a:pt x="3202805" y="196824"/>
                  </a:lnTo>
                  <a:lnTo>
                    <a:pt x="3202927" y="246533"/>
                  </a:lnTo>
                  <a:lnTo>
                    <a:pt x="3203107" y="296429"/>
                  </a:lnTo>
                  <a:lnTo>
                    <a:pt x="3203341" y="346501"/>
                  </a:lnTo>
                  <a:lnTo>
                    <a:pt x="3203628" y="396743"/>
                  </a:lnTo>
                  <a:lnTo>
                    <a:pt x="3203965" y="447146"/>
                  </a:lnTo>
                  <a:lnTo>
                    <a:pt x="3204349" y="497702"/>
                  </a:lnTo>
                  <a:lnTo>
                    <a:pt x="3204778" y="548403"/>
                  </a:lnTo>
                  <a:lnTo>
                    <a:pt x="3205249" y="599241"/>
                  </a:lnTo>
                  <a:lnTo>
                    <a:pt x="3205760" y="650209"/>
                  </a:lnTo>
                  <a:lnTo>
                    <a:pt x="3206309" y="701297"/>
                  </a:lnTo>
                  <a:lnTo>
                    <a:pt x="3206893" y="752498"/>
                  </a:lnTo>
                  <a:lnTo>
                    <a:pt x="3207509" y="803803"/>
                  </a:lnTo>
                  <a:lnTo>
                    <a:pt x="3208155" y="855206"/>
                  </a:lnTo>
                  <a:lnTo>
                    <a:pt x="3208828" y="906697"/>
                  </a:lnTo>
                  <a:lnTo>
                    <a:pt x="3209526" y="958269"/>
                  </a:lnTo>
                  <a:lnTo>
                    <a:pt x="3210247" y="1009913"/>
                  </a:lnTo>
                  <a:lnTo>
                    <a:pt x="3210988" y="1061621"/>
                  </a:lnTo>
                  <a:lnTo>
                    <a:pt x="3211746" y="1113387"/>
                  </a:lnTo>
                  <a:lnTo>
                    <a:pt x="3212519" y="1165200"/>
                  </a:lnTo>
                  <a:lnTo>
                    <a:pt x="3213305" y="1217054"/>
                  </a:lnTo>
                  <a:lnTo>
                    <a:pt x="3214100" y="1268940"/>
                  </a:lnTo>
                  <a:lnTo>
                    <a:pt x="3214904" y="1320850"/>
                  </a:lnTo>
                  <a:lnTo>
                    <a:pt x="3215712" y="1372777"/>
                  </a:lnTo>
                  <a:lnTo>
                    <a:pt x="3216522" y="1424711"/>
                  </a:lnTo>
                  <a:lnTo>
                    <a:pt x="3217333" y="1476645"/>
                  </a:lnTo>
                  <a:lnTo>
                    <a:pt x="3218141" y="1528572"/>
                  </a:lnTo>
                  <a:lnTo>
                    <a:pt x="3218944" y="1580482"/>
                  </a:lnTo>
                  <a:lnTo>
                    <a:pt x="3219739" y="1632368"/>
                  </a:lnTo>
                  <a:lnTo>
                    <a:pt x="3220525" y="1684222"/>
                  </a:lnTo>
                  <a:lnTo>
                    <a:pt x="3221298" y="1736035"/>
                  </a:lnTo>
                  <a:lnTo>
                    <a:pt x="3222056" y="1787800"/>
                  </a:lnTo>
                  <a:lnTo>
                    <a:pt x="3222797" y="1839509"/>
                  </a:lnTo>
                  <a:lnTo>
                    <a:pt x="3223518" y="1891153"/>
                  </a:lnTo>
                  <a:lnTo>
                    <a:pt x="3224216" y="1942725"/>
                  </a:lnTo>
                  <a:lnTo>
                    <a:pt x="3224890" y="1994216"/>
                  </a:lnTo>
                  <a:lnTo>
                    <a:pt x="3225536" y="2045618"/>
                  </a:lnTo>
                  <a:lnTo>
                    <a:pt x="3226152" y="2096924"/>
                  </a:lnTo>
                  <a:lnTo>
                    <a:pt x="3226735" y="2148125"/>
                  </a:lnTo>
                  <a:lnTo>
                    <a:pt x="3227284" y="2199213"/>
                  </a:lnTo>
                  <a:lnTo>
                    <a:pt x="3227795" y="2250180"/>
                  </a:lnTo>
                  <a:lnTo>
                    <a:pt x="3228267" y="2301019"/>
                  </a:lnTo>
                  <a:lnTo>
                    <a:pt x="3228696" y="2351720"/>
                  </a:lnTo>
                  <a:lnTo>
                    <a:pt x="3229080" y="2402276"/>
                  </a:lnTo>
                  <a:lnTo>
                    <a:pt x="3229416" y="2452679"/>
                  </a:lnTo>
                  <a:lnTo>
                    <a:pt x="3229703" y="2502921"/>
                  </a:lnTo>
                  <a:lnTo>
                    <a:pt x="3229938" y="2552993"/>
                  </a:lnTo>
                  <a:lnTo>
                    <a:pt x="3230117" y="2602888"/>
                  </a:lnTo>
                  <a:lnTo>
                    <a:pt x="3230239" y="2652598"/>
                  </a:lnTo>
                  <a:lnTo>
                    <a:pt x="3230302" y="2702114"/>
                  </a:lnTo>
                  <a:lnTo>
                    <a:pt x="3230302" y="2751429"/>
                  </a:lnTo>
                  <a:lnTo>
                    <a:pt x="3230237" y="2800535"/>
                  </a:lnTo>
                  <a:lnTo>
                    <a:pt x="3230105" y="2849422"/>
                  </a:lnTo>
                  <a:lnTo>
                    <a:pt x="0" y="2156040"/>
                  </a:lnTo>
                  <a:lnTo>
                    <a:pt x="444" y="2107540"/>
                  </a:lnTo>
                  <a:lnTo>
                    <a:pt x="889" y="2058369"/>
                  </a:lnTo>
                  <a:lnTo>
                    <a:pt x="1333" y="2008598"/>
                  </a:lnTo>
                  <a:lnTo>
                    <a:pt x="1778" y="1958297"/>
                  </a:lnTo>
                  <a:lnTo>
                    <a:pt x="2222" y="1907539"/>
                  </a:lnTo>
                  <a:lnTo>
                    <a:pt x="2667" y="1856392"/>
                  </a:lnTo>
                  <a:lnTo>
                    <a:pt x="3111" y="1804927"/>
                  </a:lnTo>
                  <a:lnTo>
                    <a:pt x="3556" y="1753216"/>
                  </a:lnTo>
                  <a:lnTo>
                    <a:pt x="4000" y="1701328"/>
                  </a:lnTo>
                  <a:lnTo>
                    <a:pt x="4445" y="1649334"/>
                  </a:lnTo>
                  <a:lnTo>
                    <a:pt x="4889" y="1597305"/>
                  </a:lnTo>
                  <a:lnTo>
                    <a:pt x="5334" y="1545312"/>
                  </a:lnTo>
                  <a:lnTo>
                    <a:pt x="5778" y="1493424"/>
                  </a:lnTo>
                  <a:lnTo>
                    <a:pt x="6223" y="1441712"/>
                  </a:lnTo>
                  <a:lnTo>
                    <a:pt x="6667" y="1390248"/>
                  </a:lnTo>
                  <a:lnTo>
                    <a:pt x="7112" y="1339101"/>
                  </a:lnTo>
                  <a:lnTo>
                    <a:pt x="7556" y="1288342"/>
                  </a:lnTo>
                  <a:lnTo>
                    <a:pt x="8001" y="1238042"/>
                  </a:lnTo>
                  <a:lnTo>
                    <a:pt x="8445" y="1188271"/>
                  </a:lnTo>
                  <a:lnTo>
                    <a:pt x="8890" y="1139100"/>
                  </a:lnTo>
                  <a:lnTo>
                    <a:pt x="9334" y="1090599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331200" y="3860863"/>
              <a:ext cx="955675" cy="880110"/>
            </a:xfrm>
            <a:custGeom>
              <a:avLst/>
              <a:gdLst/>
              <a:ahLst/>
              <a:cxnLst/>
              <a:rect l="l" t="t" r="r" b="b"/>
              <a:pathLst>
                <a:path w="955675" h="880110">
                  <a:moveTo>
                    <a:pt x="0" y="0"/>
                  </a:moveTo>
                  <a:lnTo>
                    <a:pt x="955408" y="0"/>
                  </a:lnTo>
                  <a:lnTo>
                    <a:pt x="955408" y="879690"/>
                  </a:lnTo>
                  <a:lnTo>
                    <a:pt x="0" y="87969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839202" y="2733964"/>
              <a:ext cx="379095" cy="1127125"/>
            </a:xfrm>
            <a:custGeom>
              <a:avLst/>
              <a:gdLst/>
              <a:ahLst/>
              <a:cxnLst/>
              <a:rect l="l" t="t" r="r" b="b"/>
              <a:pathLst>
                <a:path w="379095" h="1127125">
                  <a:moveTo>
                    <a:pt x="378688" y="0"/>
                  </a:moveTo>
                  <a:lnTo>
                    <a:pt x="0" y="1126896"/>
                  </a:lnTo>
                </a:path>
              </a:pathLst>
            </a:custGeom>
            <a:ln w="571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61013" y="1301626"/>
            <a:ext cx="10895330" cy="140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12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What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check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advance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for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subsequent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process</a:t>
            </a:r>
            <a:endParaRPr sz="24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125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Check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color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steering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motor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connection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line</a:t>
            </a:r>
            <a:endParaRPr sz="2000">
              <a:latin typeface="Arial"/>
              <a:cs typeface="Arial"/>
            </a:endParaRPr>
          </a:p>
          <a:p>
            <a:pPr algn="ctr" marL="6042660">
              <a:lnSpc>
                <a:spcPct val="100000"/>
              </a:lnSpc>
              <a:spcBef>
                <a:spcPts val="550"/>
              </a:spcBef>
            </a:pPr>
            <a:r>
              <a:rPr dirty="0" sz="2000">
                <a:latin typeface="Arial"/>
                <a:cs typeface="Arial"/>
              </a:rPr>
              <a:t>&lt;Check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line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color&gt;</a:t>
            </a:r>
            <a:endParaRPr sz="2000">
              <a:latin typeface="Arial"/>
              <a:cs typeface="Arial"/>
            </a:endParaRPr>
          </a:p>
          <a:p>
            <a:pPr algn="ctr" marL="6045200">
              <a:lnSpc>
                <a:spcPct val="100000"/>
              </a:lnSpc>
            </a:pPr>
            <a:r>
              <a:rPr dirty="0" sz="2000">
                <a:solidFill>
                  <a:srgbClr val="FF0000"/>
                </a:solidFill>
                <a:latin typeface="Arial"/>
                <a:cs typeface="Arial"/>
              </a:rPr>
              <a:t>This</a:t>
            </a:r>
            <a:r>
              <a:rPr dirty="0" sz="20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0000"/>
                </a:solidFill>
                <a:latin typeface="Arial"/>
                <a:cs typeface="Arial"/>
              </a:rPr>
              <a:t>line</a:t>
            </a:r>
            <a:r>
              <a:rPr dirty="0" sz="2000" spc="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0000"/>
                </a:solidFill>
                <a:latin typeface="Arial"/>
                <a:cs typeface="Arial"/>
              </a:rPr>
              <a:t>connects</a:t>
            </a:r>
            <a:r>
              <a:rPr dirty="0" sz="2000" spc="-6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2000" spc="-1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20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0000"/>
                </a:solidFill>
                <a:latin typeface="Arial"/>
                <a:cs typeface="Arial"/>
              </a:rPr>
              <a:t>rear</a:t>
            </a:r>
            <a:r>
              <a:rPr dirty="0" sz="2000" spc="-5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dirty="0" sz="20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20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Arial"/>
                <a:cs typeface="Arial"/>
              </a:rPr>
              <a:t>vehicle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4284" y="6576731"/>
            <a:ext cx="227838" cy="16977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9694" y="517022"/>
            <a:ext cx="1240396" cy="22175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824951" y="645464"/>
            <a:ext cx="169545" cy="21590"/>
          </a:xfrm>
          <a:custGeom>
            <a:avLst/>
            <a:gdLst/>
            <a:ahLst/>
            <a:cxnLst/>
            <a:rect l="l" t="t" r="r" b="b"/>
            <a:pathLst>
              <a:path w="169544" h="21590">
                <a:moveTo>
                  <a:pt x="169519" y="0"/>
                </a:moveTo>
                <a:lnTo>
                  <a:pt x="0" y="0"/>
                </a:lnTo>
                <a:lnTo>
                  <a:pt x="0" y="21577"/>
                </a:lnTo>
                <a:lnTo>
                  <a:pt x="169519" y="21577"/>
                </a:lnTo>
                <a:lnTo>
                  <a:pt x="169519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69198" y="513300"/>
            <a:ext cx="5875642" cy="2254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4920" y="2943646"/>
            <a:ext cx="2526533" cy="336714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61013" y="1301626"/>
            <a:ext cx="10631805" cy="13582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12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Check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list</a:t>
            </a:r>
            <a:endParaRPr sz="2400">
              <a:latin typeface="Arial"/>
              <a:cs typeface="Arial"/>
            </a:endParaRPr>
          </a:p>
          <a:p>
            <a:pPr lvl="1" marL="697865" marR="5080" indent="-228600">
              <a:lnSpc>
                <a:spcPts val="2160"/>
              </a:lnSpc>
              <a:spcBef>
                <a:spcPts val="409"/>
              </a:spcBef>
              <a:buSzPct val="130000"/>
              <a:buFont typeface="Arial"/>
              <a:buChar char="•"/>
              <a:tabLst>
                <a:tab pos="697865" algn="l"/>
              </a:tabLst>
            </a:pP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wire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connected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steering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motor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at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front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is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connected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rear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of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 spc="-25">
                <a:latin typeface="맑은 고딕"/>
                <a:cs typeface="맑은 고딕"/>
              </a:rPr>
              <a:t>the </a:t>
            </a:r>
            <a:r>
              <a:rPr dirty="0" sz="2000" spc="-10">
                <a:latin typeface="맑은 고딕"/>
                <a:cs typeface="맑은 고딕"/>
              </a:rPr>
              <a:t>vehicle</a:t>
            </a:r>
            <a:endParaRPr sz="2000">
              <a:latin typeface="맑은 고딕"/>
              <a:cs typeface="맑은 고딕"/>
            </a:endParaRPr>
          </a:p>
          <a:p>
            <a:pPr lvl="1" marL="697865" indent="-228600">
              <a:lnSpc>
                <a:spcPct val="100000"/>
              </a:lnSpc>
              <a:spcBef>
                <a:spcPts val="220"/>
              </a:spcBef>
              <a:buSzPct val="130000"/>
              <a:buFont typeface="Arial"/>
              <a:buChar char="•"/>
              <a:tabLst>
                <a:tab pos="697865" algn="l"/>
              </a:tabLst>
            </a:pPr>
            <a:r>
              <a:rPr dirty="0" sz="2000">
                <a:latin typeface="맑은 고딕"/>
                <a:cs typeface="맑은 고딕"/>
              </a:rPr>
              <a:t>Determine</a:t>
            </a:r>
            <a:r>
              <a:rPr dirty="0" sz="2000" spc="-6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which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line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at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rear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of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vehicle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is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connected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steering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motor</a:t>
            </a:r>
            <a:endParaRPr sz="2000">
              <a:latin typeface="맑은 고딕"/>
              <a:cs typeface="맑은 고딕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35331" y="2647048"/>
            <a:ext cx="10654665" cy="3631565"/>
            <a:chOff x="735331" y="2647048"/>
            <a:chExt cx="10654665" cy="3631565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22845" y="3429000"/>
              <a:ext cx="3799223" cy="284941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57047" y="2647048"/>
              <a:ext cx="2632337" cy="350977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395786" y="4151336"/>
              <a:ext cx="1738630" cy="668655"/>
            </a:xfrm>
            <a:custGeom>
              <a:avLst/>
              <a:gdLst/>
              <a:ahLst/>
              <a:cxnLst/>
              <a:rect l="l" t="t" r="r" b="b"/>
              <a:pathLst>
                <a:path w="1738629" h="668654">
                  <a:moveTo>
                    <a:pt x="0" y="0"/>
                  </a:moveTo>
                  <a:lnTo>
                    <a:pt x="1738147" y="668197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095648" y="4759346"/>
              <a:ext cx="127635" cy="106680"/>
            </a:xfrm>
            <a:custGeom>
              <a:avLst/>
              <a:gdLst/>
              <a:ahLst/>
              <a:cxnLst/>
              <a:rect l="l" t="t" r="r" b="b"/>
              <a:pathLst>
                <a:path w="127635" h="106679">
                  <a:moveTo>
                    <a:pt x="41021" y="0"/>
                  </a:moveTo>
                  <a:lnTo>
                    <a:pt x="0" y="106679"/>
                  </a:lnTo>
                  <a:lnTo>
                    <a:pt x="127203" y="94360"/>
                  </a:lnTo>
                  <a:lnTo>
                    <a:pt x="4102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461190" y="3976738"/>
              <a:ext cx="812800" cy="741045"/>
            </a:xfrm>
            <a:custGeom>
              <a:avLst/>
              <a:gdLst/>
              <a:ahLst/>
              <a:cxnLst/>
              <a:rect l="l" t="t" r="r" b="b"/>
              <a:pathLst>
                <a:path w="812800" h="741045">
                  <a:moveTo>
                    <a:pt x="0" y="0"/>
                  </a:moveTo>
                  <a:lnTo>
                    <a:pt x="812800" y="0"/>
                  </a:lnTo>
                  <a:lnTo>
                    <a:pt x="812800" y="740956"/>
                  </a:lnTo>
                  <a:lnTo>
                    <a:pt x="0" y="740956"/>
                  </a:lnTo>
                  <a:lnTo>
                    <a:pt x="0" y="0"/>
                  </a:lnTo>
                  <a:close/>
                </a:path>
              </a:pathLst>
            </a:custGeom>
            <a:ln w="571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54381" y="2776128"/>
              <a:ext cx="7895590" cy="2178685"/>
            </a:xfrm>
            <a:custGeom>
              <a:avLst/>
              <a:gdLst/>
              <a:ahLst/>
              <a:cxnLst/>
              <a:rect l="l" t="t" r="r" b="b"/>
              <a:pathLst>
                <a:path w="7895590" h="2178685">
                  <a:moveTo>
                    <a:pt x="745820" y="2178329"/>
                  </a:moveTo>
                  <a:lnTo>
                    <a:pt x="0" y="2178329"/>
                  </a:lnTo>
                  <a:lnTo>
                    <a:pt x="0" y="0"/>
                  </a:lnTo>
                  <a:lnTo>
                    <a:pt x="789512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630447" y="2718978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151683" y="2740190"/>
              <a:ext cx="812800" cy="741045"/>
            </a:xfrm>
            <a:custGeom>
              <a:avLst/>
              <a:gdLst/>
              <a:ahLst/>
              <a:cxnLst/>
              <a:rect l="l" t="t" r="r" b="b"/>
              <a:pathLst>
                <a:path w="812800" h="741045">
                  <a:moveTo>
                    <a:pt x="0" y="0"/>
                  </a:moveTo>
                  <a:lnTo>
                    <a:pt x="812800" y="0"/>
                  </a:lnTo>
                  <a:lnTo>
                    <a:pt x="812800" y="740956"/>
                  </a:lnTo>
                  <a:lnTo>
                    <a:pt x="0" y="740956"/>
                  </a:lnTo>
                  <a:lnTo>
                    <a:pt x="0" y="0"/>
                  </a:lnTo>
                  <a:close/>
                </a:path>
              </a:pathLst>
            </a:custGeom>
            <a:ln w="571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404789" y="3139857"/>
              <a:ext cx="2616200" cy="1149985"/>
            </a:xfrm>
            <a:custGeom>
              <a:avLst/>
              <a:gdLst/>
              <a:ahLst/>
              <a:cxnLst/>
              <a:rect l="l" t="t" r="r" b="b"/>
              <a:pathLst>
                <a:path w="2616200" h="1149985">
                  <a:moveTo>
                    <a:pt x="0" y="1149870"/>
                  </a:moveTo>
                  <a:lnTo>
                    <a:pt x="2616098" y="0"/>
                  </a:lnTo>
                </a:path>
              </a:pathLst>
            </a:custGeom>
            <a:ln w="571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273990" y="3072879"/>
              <a:ext cx="2877820" cy="1283970"/>
            </a:xfrm>
            <a:custGeom>
              <a:avLst/>
              <a:gdLst/>
              <a:ahLst/>
              <a:cxnLst/>
              <a:rect l="l" t="t" r="r" b="b"/>
              <a:pathLst>
                <a:path w="2877820" h="1283970">
                  <a:moveTo>
                    <a:pt x="191452" y="1283843"/>
                  </a:moveTo>
                  <a:lnTo>
                    <a:pt x="122466" y="1126883"/>
                  </a:lnTo>
                  <a:lnTo>
                    <a:pt x="0" y="1274343"/>
                  </a:lnTo>
                  <a:lnTo>
                    <a:pt x="191452" y="1283843"/>
                  </a:lnTo>
                  <a:close/>
                </a:path>
                <a:path w="2877820" h="1283970">
                  <a:moveTo>
                    <a:pt x="2877680" y="9486"/>
                  </a:moveTo>
                  <a:lnTo>
                    <a:pt x="2686227" y="0"/>
                  </a:lnTo>
                  <a:lnTo>
                    <a:pt x="2755227" y="156959"/>
                  </a:lnTo>
                  <a:lnTo>
                    <a:pt x="2877680" y="9486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500200" y="3900741"/>
              <a:ext cx="895985" cy="1366520"/>
            </a:xfrm>
            <a:custGeom>
              <a:avLst/>
              <a:gdLst/>
              <a:ahLst/>
              <a:cxnLst/>
              <a:rect l="l" t="t" r="r" b="b"/>
              <a:pathLst>
                <a:path w="895985" h="1366520">
                  <a:moveTo>
                    <a:pt x="260388" y="0"/>
                  </a:moveTo>
                  <a:lnTo>
                    <a:pt x="895591" y="0"/>
                  </a:lnTo>
                  <a:lnTo>
                    <a:pt x="895591" y="501180"/>
                  </a:lnTo>
                  <a:lnTo>
                    <a:pt x="260388" y="501180"/>
                  </a:lnTo>
                  <a:lnTo>
                    <a:pt x="260388" y="0"/>
                  </a:lnTo>
                  <a:close/>
                </a:path>
                <a:path w="895985" h="1366520">
                  <a:moveTo>
                    <a:pt x="0" y="740956"/>
                  </a:moveTo>
                  <a:lnTo>
                    <a:pt x="711568" y="740956"/>
                  </a:lnTo>
                  <a:lnTo>
                    <a:pt x="711568" y="1366469"/>
                  </a:lnTo>
                  <a:lnTo>
                    <a:pt x="0" y="1366469"/>
                  </a:lnTo>
                  <a:lnTo>
                    <a:pt x="0" y="740956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4280" y="6575837"/>
            <a:ext cx="191350" cy="17066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9694" y="517022"/>
            <a:ext cx="1240396" cy="22175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824951" y="645464"/>
            <a:ext cx="169545" cy="21590"/>
          </a:xfrm>
          <a:custGeom>
            <a:avLst/>
            <a:gdLst/>
            <a:ahLst/>
            <a:cxnLst/>
            <a:rect l="l" t="t" r="r" b="b"/>
            <a:pathLst>
              <a:path w="169544" h="21590">
                <a:moveTo>
                  <a:pt x="169519" y="0"/>
                </a:moveTo>
                <a:lnTo>
                  <a:pt x="0" y="0"/>
                </a:lnTo>
                <a:lnTo>
                  <a:pt x="0" y="21577"/>
                </a:lnTo>
                <a:lnTo>
                  <a:pt x="169519" y="21577"/>
                </a:lnTo>
                <a:lnTo>
                  <a:pt x="169519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69198" y="513300"/>
            <a:ext cx="5875642" cy="2254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1626"/>
            <a:ext cx="4952365" cy="391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08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Coupled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body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with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variable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01026" y="1343199"/>
            <a:ext cx="1287145" cy="3409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655"/>
              </a:lnSpc>
            </a:pPr>
            <a:r>
              <a:rPr dirty="0" sz="2400" spc="-10">
                <a:latin typeface="Arial"/>
                <a:cs typeface="Arial"/>
              </a:rPr>
              <a:t>esistance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8194" y="3668562"/>
            <a:ext cx="28727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"/>
                <a:cs typeface="Arial"/>
              </a:rPr>
              <a:t>If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there</a:t>
            </a:r>
            <a:r>
              <a:rPr dirty="0" sz="1600" spc="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is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hole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 </a:t>
            </a:r>
            <a:r>
              <a:rPr dirty="0" sz="1600" spc="-10">
                <a:latin typeface="Arial"/>
                <a:cs typeface="Arial"/>
              </a:rPr>
              <a:t>structure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473215" y="1840989"/>
            <a:ext cx="746125" cy="2085975"/>
            <a:chOff x="3473215" y="1840989"/>
            <a:chExt cx="746125" cy="2085975"/>
          </a:xfrm>
        </p:grpSpPr>
        <p:sp>
          <p:nvSpPr>
            <p:cNvPr id="11" name="object 11"/>
            <p:cNvSpPr/>
            <p:nvPr/>
          </p:nvSpPr>
          <p:spPr>
            <a:xfrm>
              <a:off x="3774531" y="1952917"/>
              <a:ext cx="152400" cy="1974214"/>
            </a:xfrm>
            <a:custGeom>
              <a:avLst/>
              <a:gdLst/>
              <a:ahLst/>
              <a:cxnLst/>
              <a:rect l="l" t="t" r="r" b="b"/>
              <a:pathLst>
                <a:path w="152400" h="1974214">
                  <a:moveTo>
                    <a:pt x="0" y="1973757"/>
                  </a:moveTo>
                  <a:lnTo>
                    <a:pt x="152400" y="1973757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973757"/>
                  </a:lnTo>
                  <a:close/>
                </a:path>
              </a:pathLst>
            </a:custGeom>
            <a:solidFill>
              <a:srgbClr val="062A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767079" y="1853690"/>
              <a:ext cx="440055" cy="446405"/>
            </a:xfrm>
            <a:custGeom>
              <a:avLst/>
              <a:gdLst/>
              <a:ahLst/>
              <a:cxnLst/>
              <a:rect l="l" t="t" r="r" b="b"/>
              <a:pathLst>
                <a:path w="440054" h="446405">
                  <a:moveTo>
                    <a:pt x="111531" y="0"/>
                  </a:moveTo>
                  <a:lnTo>
                    <a:pt x="0" y="0"/>
                  </a:lnTo>
                  <a:lnTo>
                    <a:pt x="37911" y="4050"/>
                  </a:lnTo>
                  <a:lnTo>
                    <a:pt x="74466" y="15889"/>
                  </a:lnTo>
                  <a:lnTo>
                    <a:pt x="109283" y="35046"/>
                  </a:lnTo>
                  <a:lnTo>
                    <a:pt x="141980" y="61053"/>
                  </a:lnTo>
                  <a:lnTo>
                    <a:pt x="172175" y="93438"/>
                  </a:lnTo>
                  <a:lnTo>
                    <a:pt x="199485" y="131733"/>
                  </a:lnTo>
                  <a:lnTo>
                    <a:pt x="223528" y="175469"/>
                  </a:lnTo>
                  <a:lnTo>
                    <a:pt x="243923" y="224175"/>
                  </a:lnTo>
                  <a:lnTo>
                    <a:pt x="260286" y="277381"/>
                  </a:lnTo>
                  <a:lnTo>
                    <a:pt x="272237" y="334619"/>
                  </a:lnTo>
                  <a:lnTo>
                    <a:pt x="216458" y="334619"/>
                  </a:lnTo>
                  <a:lnTo>
                    <a:pt x="336930" y="446163"/>
                  </a:lnTo>
                  <a:lnTo>
                    <a:pt x="439546" y="334619"/>
                  </a:lnTo>
                  <a:lnTo>
                    <a:pt x="383768" y="334619"/>
                  </a:lnTo>
                  <a:lnTo>
                    <a:pt x="371821" y="277381"/>
                  </a:lnTo>
                  <a:lnTo>
                    <a:pt x="355460" y="224175"/>
                  </a:lnTo>
                  <a:lnTo>
                    <a:pt x="335068" y="175469"/>
                  </a:lnTo>
                  <a:lnTo>
                    <a:pt x="311026" y="131733"/>
                  </a:lnTo>
                  <a:lnTo>
                    <a:pt x="283716" y="93438"/>
                  </a:lnTo>
                  <a:lnTo>
                    <a:pt x="253521" y="61053"/>
                  </a:lnTo>
                  <a:lnTo>
                    <a:pt x="220823" y="35046"/>
                  </a:lnTo>
                  <a:lnTo>
                    <a:pt x="186004" y="15889"/>
                  </a:lnTo>
                  <a:lnTo>
                    <a:pt x="149446" y="4050"/>
                  </a:lnTo>
                  <a:lnTo>
                    <a:pt x="1115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485915" y="1853689"/>
              <a:ext cx="337185" cy="446405"/>
            </a:xfrm>
            <a:custGeom>
              <a:avLst/>
              <a:gdLst/>
              <a:ahLst/>
              <a:cxnLst/>
              <a:rect l="l" t="t" r="r" b="b"/>
              <a:pathLst>
                <a:path w="337185" h="446405">
                  <a:moveTo>
                    <a:pt x="281165" y="0"/>
                  </a:moveTo>
                  <a:lnTo>
                    <a:pt x="211935" y="13626"/>
                  </a:lnTo>
                  <a:lnTo>
                    <a:pt x="148988" y="52275"/>
                  </a:lnTo>
                  <a:lnTo>
                    <a:pt x="120529" y="79938"/>
                  </a:lnTo>
                  <a:lnTo>
                    <a:pt x="94432" y="112602"/>
                  </a:lnTo>
                  <a:lnTo>
                    <a:pt x="70959" y="149850"/>
                  </a:lnTo>
                  <a:lnTo>
                    <a:pt x="50375" y="191262"/>
                  </a:lnTo>
                  <a:lnTo>
                    <a:pt x="32943" y="236421"/>
                  </a:lnTo>
                  <a:lnTo>
                    <a:pt x="18925" y="284909"/>
                  </a:lnTo>
                  <a:lnTo>
                    <a:pt x="8587" y="336307"/>
                  </a:lnTo>
                  <a:lnTo>
                    <a:pt x="2190" y="390198"/>
                  </a:lnTo>
                  <a:lnTo>
                    <a:pt x="0" y="446163"/>
                  </a:lnTo>
                  <a:lnTo>
                    <a:pt x="111531" y="446163"/>
                  </a:lnTo>
                  <a:lnTo>
                    <a:pt x="113825" y="389078"/>
                  </a:lnTo>
                  <a:lnTo>
                    <a:pt x="120535" y="333952"/>
                  </a:lnTo>
                  <a:lnTo>
                    <a:pt x="131402" y="281289"/>
                  </a:lnTo>
                  <a:lnTo>
                    <a:pt x="146167" y="231589"/>
                  </a:lnTo>
                  <a:lnTo>
                    <a:pt x="164572" y="185356"/>
                  </a:lnTo>
                  <a:lnTo>
                    <a:pt x="186357" y="143091"/>
                  </a:lnTo>
                  <a:lnTo>
                    <a:pt x="211263" y="105297"/>
                  </a:lnTo>
                  <a:lnTo>
                    <a:pt x="239033" y="72475"/>
                  </a:lnTo>
                  <a:lnTo>
                    <a:pt x="269407" y="45127"/>
                  </a:lnTo>
                  <a:lnTo>
                    <a:pt x="302125" y="23756"/>
                  </a:lnTo>
                  <a:lnTo>
                    <a:pt x="336931" y="8864"/>
                  </a:lnTo>
                  <a:lnTo>
                    <a:pt x="323108" y="4993"/>
                  </a:lnTo>
                  <a:lnTo>
                    <a:pt x="309186" y="2222"/>
                  </a:lnTo>
                  <a:lnTo>
                    <a:pt x="295195" y="556"/>
                  </a:lnTo>
                  <a:lnTo>
                    <a:pt x="281165" y="0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485915" y="1853689"/>
              <a:ext cx="720725" cy="446405"/>
            </a:xfrm>
            <a:custGeom>
              <a:avLst/>
              <a:gdLst/>
              <a:ahLst/>
              <a:cxnLst/>
              <a:rect l="l" t="t" r="r" b="b"/>
              <a:pathLst>
                <a:path w="720725" h="446405">
                  <a:moveTo>
                    <a:pt x="336931" y="8864"/>
                  </a:moveTo>
                  <a:lnTo>
                    <a:pt x="269407" y="45127"/>
                  </a:lnTo>
                  <a:lnTo>
                    <a:pt x="239033" y="72475"/>
                  </a:lnTo>
                  <a:lnTo>
                    <a:pt x="211263" y="105297"/>
                  </a:lnTo>
                  <a:lnTo>
                    <a:pt x="186357" y="143091"/>
                  </a:lnTo>
                  <a:lnTo>
                    <a:pt x="164572" y="185356"/>
                  </a:lnTo>
                  <a:lnTo>
                    <a:pt x="146167" y="231589"/>
                  </a:lnTo>
                  <a:lnTo>
                    <a:pt x="131402" y="281289"/>
                  </a:lnTo>
                  <a:lnTo>
                    <a:pt x="120535" y="333952"/>
                  </a:lnTo>
                  <a:lnTo>
                    <a:pt x="113825" y="389078"/>
                  </a:lnTo>
                  <a:lnTo>
                    <a:pt x="111531" y="446163"/>
                  </a:lnTo>
                  <a:lnTo>
                    <a:pt x="0" y="446163"/>
                  </a:lnTo>
                  <a:lnTo>
                    <a:pt x="2190" y="390198"/>
                  </a:lnTo>
                  <a:lnTo>
                    <a:pt x="8587" y="336307"/>
                  </a:lnTo>
                  <a:lnTo>
                    <a:pt x="18925" y="284909"/>
                  </a:lnTo>
                  <a:lnTo>
                    <a:pt x="32943" y="236421"/>
                  </a:lnTo>
                  <a:lnTo>
                    <a:pt x="50375" y="191262"/>
                  </a:lnTo>
                  <a:lnTo>
                    <a:pt x="70959" y="149850"/>
                  </a:lnTo>
                  <a:lnTo>
                    <a:pt x="94432" y="112602"/>
                  </a:lnTo>
                  <a:lnTo>
                    <a:pt x="120529" y="79938"/>
                  </a:lnTo>
                  <a:lnTo>
                    <a:pt x="148988" y="52275"/>
                  </a:lnTo>
                  <a:lnTo>
                    <a:pt x="211935" y="13626"/>
                  </a:lnTo>
                  <a:lnTo>
                    <a:pt x="281165" y="0"/>
                  </a:lnTo>
                  <a:lnTo>
                    <a:pt x="392696" y="0"/>
                  </a:lnTo>
                  <a:lnTo>
                    <a:pt x="430611" y="4050"/>
                  </a:lnTo>
                  <a:lnTo>
                    <a:pt x="467168" y="15889"/>
                  </a:lnTo>
                  <a:lnTo>
                    <a:pt x="501986" y="35046"/>
                  </a:lnTo>
                  <a:lnTo>
                    <a:pt x="534683" y="61053"/>
                  </a:lnTo>
                  <a:lnTo>
                    <a:pt x="564876" y="93438"/>
                  </a:lnTo>
                  <a:lnTo>
                    <a:pt x="592185" y="131733"/>
                  </a:lnTo>
                  <a:lnTo>
                    <a:pt x="616227" y="175469"/>
                  </a:lnTo>
                  <a:lnTo>
                    <a:pt x="636621" y="224175"/>
                  </a:lnTo>
                  <a:lnTo>
                    <a:pt x="652983" y="277381"/>
                  </a:lnTo>
                  <a:lnTo>
                    <a:pt x="664933" y="334619"/>
                  </a:lnTo>
                  <a:lnTo>
                    <a:pt x="720712" y="334619"/>
                  </a:lnTo>
                  <a:lnTo>
                    <a:pt x="618096" y="446163"/>
                  </a:lnTo>
                  <a:lnTo>
                    <a:pt x="497624" y="334619"/>
                  </a:lnTo>
                  <a:lnTo>
                    <a:pt x="553389" y="334619"/>
                  </a:lnTo>
                  <a:lnTo>
                    <a:pt x="541442" y="277381"/>
                  </a:lnTo>
                  <a:lnTo>
                    <a:pt x="525082" y="224175"/>
                  </a:lnTo>
                  <a:lnTo>
                    <a:pt x="504689" y="175469"/>
                  </a:lnTo>
                  <a:lnTo>
                    <a:pt x="480648" y="131733"/>
                  </a:lnTo>
                  <a:lnTo>
                    <a:pt x="453339" y="93438"/>
                  </a:lnTo>
                  <a:lnTo>
                    <a:pt x="423145" y="61053"/>
                  </a:lnTo>
                  <a:lnTo>
                    <a:pt x="390448" y="35046"/>
                  </a:lnTo>
                  <a:lnTo>
                    <a:pt x="355631" y="15889"/>
                  </a:lnTo>
                  <a:lnTo>
                    <a:pt x="319076" y="4050"/>
                  </a:lnTo>
                  <a:lnTo>
                    <a:pt x="281165" y="0"/>
                  </a:lnTo>
                </a:path>
              </a:pathLst>
            </a:custGeom>
            <a:ln w="25400">
              <a:solidFill>
                <a:srgbClr val="38521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933894" y="1952917"/>
            <a:ext cx="1998345" cy="1583055"/>
            <a:chOff x="933894" y="1952917"/>
            <a:chExt cx="1998345" cy="1583055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3894" y="1952917"/>
              <a:ext cx="1998214" cy="158297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67658" y="2808923"/>
              <a:ext cx="384175" cy="362585"/>
            </a:xfrm>
            <a:custGeom>
              <a:avLst/>
              <a:gdLst/>
              <a:ahLst/>
              <a:cxnLst/>
              <a:rect l="l" t="t" r="r" b="b"/>
              <a:pathLst>
                <a:path w="384175" h="362585">
                  <a:moveTo>
                    <a:pt x="191897" y="0"/>
                  </a:moveTo>
                  <a:lnTo>
                    <a:pt x="140883" y="6467"/>
                  </a:lnTo>
                  <a:lnTo>
                    <a:pt x="95043" y="24720"/>
                  </a:lnTo>
                  <a:lnTo>
                    <a:pt x="56205" y="53033"/>
                  </a:lnTo>
                  <a:lnTo>
                    <a:pt x="26199" y="89680"/>
                  </a:lnTo>
                  <a:lnTo>
                    <a:pt x="6854" y="132936"/>
                  </a:lnTo>
                  <a:lnTo>
                    <a:pt x="0" y="181076"/>
                  </a:lnTo>
                  <a:lnTo>
                    <a:pt x="6854" y="229216"/>
                  </a:lnTo>
                  <a:lnTo>
                    <a:pt x="26199" y="272472"/>
                  </a:lnTo>
                  <a:lnTo>
                    <a:pt x="56205" y="309119"/>
                  </a:lnTo>
                  <a:lnTo>
                    <a:pt x="95043" y="337432"/>
                  </a:lnTo>
                  <a:lnTo>
                    <a:pt x="140883" y="355685"/>
                  </a:lnTo>
                  <a:lnTo>
                    <a:pt x="191897" y="362153"/>
                  </a:lnTo>
                  <a:lnTo>
                    <a:pt x="242910" y="355685"/>
                  </a:lnTo>
                  <a:lnTo>
                    <a:pt x="288750" y="337432"/>
                  </a:lnTo>
                  <a:lnTo>
                    <a:pt x="327588" y="309119"/>
                  </a:lnTo>
                  <a:lnTo>
                    <a:pt x="328047" y="308559"/>
                  </a:lnTo>
                  <a:lnTo>
                    <a:pt x="191897" y="308559"/>
                  </a:lnTo>
                  <a:lnTo>
                    <a:pt x="148184" y="302060"/>
                  </a:lnTo>
                  <a:lnTo>
                    <a:pt x="110219" y="283963"/>
                  </a:lnTo>
                  <a:lnTo>
                    <a:pt x="80279" y="256367"/>
                  </a:lnTo>
                  <a:lnTo>
                    <a:pt x="60645" y="221371"/>
                  </a:lnTo>
                  <a:lnTo>
                    <a:pt x="53594" y="181076"/>
                  </a:lnTo>
                  <a:lnTo>
                    <a:pt x="60645" y="140781"/>
                  </a:lnTo>
                  <a:lnTo>
                    <a:pt x="80279" y="105786"/>
                  </a:lnTo>
                  <a:lnTo>
                    <a:pt x="110219" y="78190"/>
                  </a:lnTo>
                  <a:lnTo>
                    <a:pt x="148184" y="60092"/>
                  </a:lnTo>
                  <a:lnTo>
                    <a:pt x="191897" y="53593"/>
                  </a:lnTo>
                  <a:lnTo>
                    <a:pt x="328047" y="53593"/>
                  </a:lnTo>
                  <a:lnTo>
                    <a:pt x="327588" y="53033"/>
                  </a:lnTo>
                  <a:lnTo>
                    <a:pt x="288750" y="24720"/>
                  </a:lnTo>
                  <a:lnTo>
                    <a:pt x="242910" y="6467"/>
                  </a:lnTo>
                  <a:lnTo>
                    <a:pt x="191897" y="0"/>
                  </a:lnTo>
                  <a:close/>
                </a:path>
                <a:path w="384175" h="362585">
                  <a:moveTo>
                    <a:pt x="328047" y="53593"/>
                  </a:moveTo>
                  <a:lnTo>
                    <a:pt x="191897" y="53593"/>
                  </a:lnTo>
                  <a:lnTo>
                    <a:pt x="235614" y="60092"/>
                  </a:lnTo>
                  <a:lnTo>
                    <a:pt x="273580" y="78190"/>
                  </a:lnTo>
                  <a:lnTo>
                    <a:pt x="303517" y="105786"/>
                  </a:lnTo>
                  <a:lnTo>
                    <a:pt x="323149" y="140781"/>
                  </a:lnTo>
                  <a:lnTo>
                    <a:pt x="330200" y="181076"/>
                  </a:lnTo>
                  <a:lnTo>
                    <a:pt x="323149" y="221371"/>
                  </a:lnTo>
                  <a:lnTo>
                    <a:pt x="303517" y="256367"/>
                  </a:lnTo>
                  <a:lnTo>
                    <a:pt x="273580" y="283963"/>
                  </a:lnTo>
                  <a:lnTo>
                    <a:pt x="235614" y="302060"/>
                  </a:lnTo>
                  <a:lnTo>
                    <a:pt x="191897" y="308559"/>
                  </a:lnTo>
                  <a:lnTo>
                    <a:pt x="328047" y="308559"/>
                  </a:lnTo>
                  <a:lnTo>
                    <a:pt x="357594" y="272472"/>
                  </a:lnTo>
                  <a:lnTo>
                    <a:pt x="376939" y="229216"/>
                  </a:lnTo>
                  <a:lnTo>
                    <a:pt x="383794" y="181076"/>
                  </a:lnTo>
                  <a:lnTo>
                    <a:pt x="376939" y="132936"/>
                  </a:lnTo>
                  <a:lnTo>
                    <a:pt x="357594" y="89680"/>
                  </a:lnTo>
                  <a:lnTo>
                    <a:pt x="328047" y="53593"/>
                  </a:lnTo>
                  <a:close/>
                </a:path>
              </a:pathLst>
            </a:custGeom>
            <a:solidFill>
              <a:srgbClr val="8DC5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67658" y="2808923"/>
              <a:ext cx="384175" cy="362585"/>
            </a:xfrm>
            <a:custGeom>
              <a:avLst/>
              <a:gdLst/>
              <a:ahLst/>
              <a:cxnLst/>
              <a:rect l="l" t="t" r="r" b="b"/>
              <a:pathLst>
                <a:path w="384175" h="362585">
                  <a:moveTo>
                    <a:pt x="0" y="181076"/>
                  </a:moveTo>
                  <a:lnTo>
                    <a:pt x="6854" y="132936"/>
                  </a:lnTo>
                  <a:lnTo>
                    <a:pt x="26199" y="89680"/>
                  </a:lnTo>
                  <a:lnTo>
                    <a:pt x="56205" y="53033"/>
                  </a:lnTo>
                  <a:lnTo>
                    <a:pt x="95043" y="24720"/>
                  </a:lnTo>
                  <a:lnTo>
                    <a:pt x="140883" y="6467"/>
                  </a:lnTo>
                  <a:lnTo>
                    <a:pt x="191897" y="0"/>
                  </a:lnTo>
                  <a:lnTo>
                    <a:pt x="242910" y="6467"/>
                  </a:lnTo>
                  <a:lnTo>
                    <a:pt x="288750" y="24720"/>
                  </a:lnTo>
                  <a:lnTo>
                    <a:pt x="327588" y="53033"/>
                  </a:lnTo>
                  <a:lnTo>
                    <a:pt x="357594" y="89680"/>
                  </a:lnTo>
                  <a:lnTo>
                    <a:pt x="376939" y="132936"/>
                  </a:lnTo>
                  <a:lnTo>
                    <a:pt x="383794" y="181076"/>
                  </a:lnTo>
                  <a:lnTo>
                    <a:pt x="376939" y="229216"/>
                  </a:lnTo>
                  <a:lnTo>
                    <a:pt x="357594" y="272472"/>
                  </a:lnTo>
                  <a:lnTo>
                    <a:pt x="327588" y="309119"/>
                  </a:lnTo>
                  <a:lnTo>
                    <a:pt x="288750" y="337432"/>
                  </a:lnTo>
                  <a:lnTo>
                    <a:pt x="242910" y="355685"/>
                  </a:lnTo>
                  <a:lnTo>
                    <a:pt x="191897" y="362153"/>
                  </a:lnTo>
                  <a:lnTo>
                    <a:pt x="140883" y="355685"/>
                  </a:lnTo>
                  <a:lnTo>
                    <a:pt x="95043" y="337432"/>
                  </a:lnTo>
                  <a:lnTo>
                    <a:pt x="56205" y="309119"/>
                  </a:lnTo>
                  <a:lnTo>
                    <a:pt x="26199" y="272472"/>
                  </a:lnTo>
                  <a:lnTo>
                    <a:pt x="6854" y="229216"/>
                  </a:lnTo>
                  <a:lnTo>
                    <a:pt x="0" y="181076"/>
                  </a:lnTo>
                  <a:close/>
                </a:path>
                <a:path w="384175" h="362585">
                  <a:moveTo>
                    <a:pt x="53594" y="181076"/>
                  </a:moveTo>
                  <a:lnTo>
                    <a:pt x="60645" y="221371"/>
                  </a:lnTo>
                  <a:lnTo>
                    <a:pt x="80279" y="256367"/>
                  </a:lnTo>
                  <a:lnTo>
                    <a:pt x="110219" y="283963"/>
                  </a:lnTo>
                  <a:lnTo>
                    <a:pt x="148184" y="302060"/>
                  </a:lnTo>
                  <a:lnTo>
                    <a:pt x="191897" y="308559"/>
                  </a:lnTo>
                  <a:lnTo>
                    <a:pt x="235614" y="302060"/>
                  </a:lnTo>
                  <a:lnTo>
                    <a:pt x="273580" y="283963"/>
                  </a:lnTo>
                  <a:lnTo>
                    <a:pt x="303517" y="256367"/>
                  </a:lnTo>
                  <a:lnTo>
                    <a:pt x="323149" y="221371"/>
                  </a:lnTo>
                  <a:lnTo>
                    <a:pt x="330200" y="181076"/>
                  </a:lnTo>
                  <a:lnTo>
                    <a:pt x="323149" y="140781"/>
                  </a:lnTo>
                  <a:lnTo>
                    <a:pt x="303517" y="105786"/>
                  </a:lnTo>
                  <a:lnTo>
                    <a:pt x="273580" y="78190"/>
                  </a:lnTo>
                  <a:lnTo>
                    <a:pt x="235614" y="60092"/>
                  </a:lnTo>
                  <a:lnTo>
                    <a:pt x="191897" y="53593"/>
                  </a:lnTo>
                  <a:lnTo>
                    <a:pt x="148184" y="60092"/>
                  </a:lnTo>
                  <a:lnTo>
                    <a:pt x="110219" y="78190"/>
                  </a:lnTo>
                  <a:lnTo>
                    <a:pt x="80279" y="105786"/>
                  </a:lnTo>
                  <a:lnTo>
                    <a:pt x="60645" y="140781"/>
                  </a:lnTo>
                  <a:lnTo>
                    <a:pt x="53594" y="181076"/>
                  </a:lnTo>
                  <a:close/>
                </a:path>
              </a:pathLst>
            </a:custGeom>
            <a:ln w="25400">
              <a:solidFill>
                <a:srgbClr val="38521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454605" y="2860121"/>
              <a:ext cx="384175" cy="362585"/>
            </a:xfrm>
            <a:custGeom>
              <a:avLst/>
              <a:gdLst/>
              <a:ahLst/>
              <a:cxnLst/>
              <a:rect l="l" t="t" r="r" b="b"/>
              <a:pathLst>
                <a:path w="384175" h="362585">
                  <a:moveTo>
                    <a:pt x="191897" y="0"/>
                  </a:moveTo>
                  <a:lnTo>
                    <a:pt x="140883" y="6467"/>
                  </a:lnTo>
                  <a:lnTo>
                    <a:pt x="95043" y="24720"/>
                  </a:lnTo>
                  <a:lnTo>
                    <a:pt x="56205" y="53033"/>
                  </a:lnTo>
                  <a:lnTo>
                    <a:pt x="26199" y="89680"/>
                  </a:lnTo>
                  <a:lnTo>
                    <a:pt x="6854" y="132936"/>
                  </a:lnTo>
                  <a:lnTo>
                    <a:pt x="0" y="181076"/>
                  </a:lnTo>
                  <a:lnTo>
                    <a:pt x="6854" y="229216"/>
                  </a:lnTo>
                  <a:lnTo>
                    <a:pt x="26199" y="272472"/>
                  </a:lnTo>
                  <a:lnTo>
                    <a:pt x="56205" y="309119"/>
                  </a:lnTo>
                  <a:lnTo>
                    <a:pt x="95043" y="337432"/>
                  </a:lnTo>
                  <a:lnTo>
                    <a:pt x="140883" y="355685"/>
                  </a:lnTo>
                  <a:lnTo>
                    <a:pt x="191897" y="362153"/>
                  </a:lnTo>
                  <a:lnTo>
                    <a:pt x="242910" y="355685"/>
                  </a:lnTo>
                  <a:lnTo>
                    <a:pt x="288750" y="337432"/>
                  </a:lnTo>
                  <a:lnTo>
                    <a:pt x="327588" y="309119"/>
                  </a:lnTo>
                  <a:lnTo>
                    <a:pt x="328047" y="308559"/>
                  </a:lnTo>
                  <a:lnTo>
                    <a:pt x="191897" y="308559"/>
                  </a:lnTo>
                  <a:lnTo>
                    <a:pt x="148184" y="302060"/>
                  </a:lnTo>
                  <a:lnTo>
                    <a:pt x="110219" y="283963"/>
                  </a:lnTo>
                  <a:lnTo>
                    <a:pt x="80279" y="256367"/>
                  </a:lnTo>
                  <a:lnTo>
                    <a:pt x="60645" y="221371"/>
                  </a:lnTo>
                  <a:lnTo>
                    <a:pt x="53594" y="181076"/>
                  </a:lnTo>
                  <a:lnTo>
                    <a:pt x="60645" y="140781"/>
                  </a:lnTo>
                  <a:lnTo>
                    <a:pt x="80279" y="105786"/>
                  </a:lnTo>
                  <a:lnTo>
                    <a:pt x="110219" y="78190"/>
                  </a:lnTo>
                  <a:lnTo>
                    <a:pt x="148184" y="60092"/>
                  </a:lnTo>
                  <a:lnTo>
                    <a:pt x="191897" y="53593"/>
                  </a:lnTo>
                  <a:lnTo>
                    <a:pt x="328047" y="53593"/>
                  </a:lnTo>
                  <a:lnTo>
                    <a:pt x="327588" y="53033"/>
                  </a:lnTo>
                  <a:lnTo>
                    <a:pt x="288750" y="24720"/>
                  </a:lnTo>
                  <a:lnTo>
                    <a:pt x="242910" y="6467"/>
                  </a:lnTo>
                  <a:lnTo>
                    <a:pt x="191897" y="0"/>
                  </a:lnTo>
                  <a:close/>
                </a:path>
                <a:path w="384175" h="362585">
                  <a:moveTo>
                    <a:pt x="328047" y="53593"/>
                  </a:moveTo>
                  <a:lnTo>
                    <a:pt x="191897" y="53593"/>
                  </a:lnTo>
                  <a:lnTo>
                    <a:pt x="235614" y="60092"/>
                  </a:lnTo>
                  <a:lnTo>
                    <a:pt x="273580" y="78190"/>
                  </a:lnTo>
                  <a:lnTo>
                    <a:pt x="303517" y="105786"/>
                  </a:lnTo>
                  <a:lnTo>
                    <a:pt x="323149" y="140781"/>
                  </a:lnTo>
                  <a:lnTo>
                    <a:pt x="330200" y="181076"/>
                  </a:lnTo>
                  <a:lnTo>
                    <a:pt x="323149" y="221371"/>
                  </a:lnTo>
                  <a:lnTo>
                    <a:pt x="303517" y="256367"/>
                  </a:lnTo>
                  <a:lnTo>
                    <a:pt x="273580" y="283963"/>
                  </a:lnTo>
                  <a:lnTo>
                    <a:pt x="235614" y="302060"/>
                  </a:lnTo>
                  <a:lnTo>
                    <a:pt x="191897" y="308559"/>
                  </a:lnTo>
                  <a:lnTo>
                    <a:pt x="328047" y="308559"/>
                  </a:lnTo>
                  <a:lnTo>
                    <a:pt x="357594" y="272472"/>
                  </a:lnTo>
                  <a:lnTo>
                    <a:pt x="376939" y="229216"/>
                  </a:lnTo>
                  <a:lnTo>
                    <a:pt x="383794" y="181076"/>
                  </a:lnTo>
                  <a:lnTo>
                    <a:pt x="376939" y="132936"/>
                  </a:lnTo>
                  <a:lnTo>
                    <a:pt x="357594" y="89680"/>
                  </a:lnTo>
                  <a:lnTo>
                    <a:pt x="328047" y="53593"/>
                  </a:lnTo>
                  <a:close/>
                </a:path>
              </a:pathLst>
            </a:custGeom>
            <a:solidFill>
              <a:srgbClr val="8DC5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454605" y="2860121"/>
              <a:ext cx="384175" cy="362585"/>
            </a:xfrm>
            <a:custGeom>
              <a:avLst/>
              <a:gdLst/>
              <a:ahLst/>
              <a:cxnLst/>
              <a:rect l="l" t="t" r="r" b="b"/>
              <a:pathLst>
                <a:path w="384175" h="362585">
                  <a:moveTo>
                    <a:pt x="0" y="181076"/>
                  </a:moveTo>
                  <a:lnTo>
                    <a:pt x="6854" y="132936"/>
                  </a:lnTo>
                  <a:lnTo>
                    <a:pt x="26199" y="89680"/>
                  </a:lnTo>
                  <a:lnTo>
                    <a:pt x="56205" y="53033"/>
                  </a:lnTo>
                  <a:lnTo>
                    <a:pt x="95043" y="24720"/>
                  </a:lnTo>
                  <a:lnTo>
                    <a:pt x="140883" y="6467"/>
                  </a:lnTo>
                  <a:lnTo>
                    <a:pt x="191897" y="0"/>
                  </a:lnTo>
                  <a:lnTo>
                    <a:pt x="242910" y="6467"/>
                  </a:lnTo>
                  <a:lnTo>
                    <a:pt x="288750" y="24720"/>
                  </a:lnTo>
                  <a:lnTo>
                    <a:pt x="327588" y="53033"/>
                  </a:lnTo>
                  <a:lnTo>
                    <a:pt x="357594" y="89680"/>
                  </a:lnTo>
                  <a:lnTo>
                    <a:pt x="376939" y="132936"/>
                  </a:lnTo>
                  <a:lnTo>
                    <a:pt x="383794" y="181076"/>
                  </a:lnTo>
                  <a:lnTo>
                    <a:pt x="376939" y="229216"/>
                  </a:lnTo>
                  <a:lnTo>
                    <a:pt x="357594" y="272472"/>
                  </a:lnTo>
                  <a:lnTo>
                    <a:pt x="327588" y="309119"/>
                  </a:lnTo>
                  <a:lnTo>
                    <a:pt x="288750" y="337432"/>
                  </a:lnTo>
                  <a:lnTo>
                    <a:pt x="242910" y="355685"/>
                  </a:lnTo>
                  <a:lnTo>
                    <a:pt x="191897" y="362153"/>
                  </a:lnTo>
                  <a:lnTo>
                    <a:pt x="140883" y="355685"/>
                  </a:lnTo>
                  <a:lnTo>
                    <a:pt x="95043" y="337432"/>
                  </a:lnTo>
                  <a:lnTo>
                    <a:pt x="56205" y="309119"/>
                  </a:lnTo>
                  <a:lnTo>
                    <a:pt x="26199" y="272472"/>
                  </a:lnTo>
                  <a:lnTo>
                    <a:pt x="6854" y="229216"/>
                  </a:lnTo>
                  <a:lnTo>
                    <a:pt x="0" y="181076"/>
                  </a:lnTo>
                  <a:close/>
                </a:path>
                <a:path w="384175" h="362585">
                  <a:moveTo>
                    <a:pt x="53594" y="181076"/>
                  </a:moveTo>
                  <a:lnTo>
                    <a:pt x="60645" y="221371"/>
                  </a:lnTo>
                  <a:lnTo>
                    <a:pt x="80279" y="256367"/>
                  </a:lnTo>
                  <a:lnTo>
                    <a:pt x="110219" y="283963"/>
                  </a:lnTo>
                  <a:lnTo>
                    <a:pt x="148184" y="302060"/>
                  </a:lnTo>
                  <a:lnTo>
                    <a:pt x="191897" y="308559"/>
                  </a:lnTo>
                  <a:lnTo>
                    <a:pt x="235614" y="302060"/>
                  </a:lnTo>
                  <a:lnTo>
                    <a:pt x="273580" y="283963"/>
                  </a:lnTo>
                  <a:lnTo>
                    <a:pt x="303517" y="256367"/>
                  </a:lnTo>
                  <a:lnTo>
                    <a:pt x="323149" y="221371"/>
                  </a:lnTo>
                  <a:lnTo>
                    <a:pt x="330200" y="181076"/>
                  </a:lnTo>
                  <a:lnTo>
                    <a:pt x="323149" y="140781"/>
                  </a:lnTo>
                  <a:lnTo>
                    <a:pt x="303517" y="105786"/>
                  </a:lnTo>
                  <a:lnTo>
                    <a:pt x="273580" y="78190"/>
                  </a:lnTo>
                  <a:lnTo>
                    <a:pt x="235614" y="60092"/>
                  </a:lnTo>
                  <a:lnTo>
                    <a:pt x="191897" y="53593"/>
                  </a:lnTo>
                  <a:lnTo>
                    <a:pt x="148184" y="60092"/>
                  </a:lnTo>
                  <a:lnTo>
                    <a:pt x="110219" y="78190"/>
                  </a:lnTo>
                  <a:lnTo>
                    <a:pt x="80279" y="105786"/>
                  </a:lnTo>
                  <a:lnTo>
                    <a:pt x="60645" y="140781"/>
                  </a:lnTo>
                  <a:lnTo>
                    <a:pt x="53594" y="181076"/>
                  </a:lnTo>
                  <a:close/>
                </a:path>
              </a:pathLst>
            </a:custGeom>
            <a:ln w="25400">
              <a:solidFill>
                <a:srgbClr val="38521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/>
          <p:cNvGrpSpPr/>
          <p:nvPr/>
        </p:nvGrpSpPr>
        <p:grpSpPr>
          <a:xfrm>
            <a:off x="5380321" y="1153245"/>
            <a:ext cx="2446020" cy="2436495"/>
            <a:chOff x="5380321" y="1153245"/>
            <a:chExt cx="2446020" cy="2436495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80321" y="1153245"/>
              <a:ext cx="2445465" cy="243639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591130" y="2924636"/>
              <a:ext cx="304800" cy="220979"/>
            </a:xfrm>
            <a:custGeom>
              <a:avLst/>
              <a:gdLst/>
              <a:ahLst/>
              <a:cxnLst/>
              <a:rect l="l" t="t" r="r" b="b"/>
              <a:pathLst>
                <a:path w="304800" h="220980">
                  <a:moveTo>
                    <a:pt x="0" y="220929"/>
                  </a:moveTo>
                  <a:lnTo>
                    <a:pt x="30464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863132" y="2887361"/>
              <a:ext cx="84455" cy="76200"/>
            </a:xfrm>
            <a:custGeom>
              <a:avLst/>
              <a:gdLst/>
              <a:ahLst/>
              <a:cxnLst/>
              <a:rect l="l" t="t" r="r" b="b"/>
              <a:pathLst>
                <a:path w="84454" h="76200">
                  <a:moveTo>
                    <a:pt x="84061" y="0"/>
                  </a:moveTo>
                  <a:lnTo>
                    <a:pt x="0" y="13893"/>
                  </a:lnTo>
                  <a:lnTo>
                    <a:pt x="44742" y="75577"/>
                  </a:lnTo>
                  <a:lnTo>
                    <a:pt x="840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4089622" y="2761713"/>
            <a:ext cx="1785620" cy="805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0020" marR="638810" indent="-14795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Inserting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20">
                <a:latin typeface="Arial"/>
                <a:cs typeface="Arial"/>
              </a:rPr>
              <a:t> bolt </a:t>
            </a:r>
            <a:r>
              <a:rPr dirty="0" sz="1200">
                <a:latin typeface="Arial"/>
                <a:cs typeface="Arial"/>
              </a:rPr>
              <a:t>into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20">
                <a:latin typeface="Arial"/>
                <a:cs typeface="Arial"/>
              </a:rPr>
              <a:t> hole</a:t>
            </a:r>
            <a:endParaRPr sz="1200">
              <a:latin typeface="Arial"/>
              <a:cs typeface="Arial"/>
            </a:endParaRPr>
          </a:p>
          <a:p>
            <a:pPr marL="734695" marR="5080" indent="-416559">
              <a:lnSpc>
                <a:spcPct val="100000"/>
              </a:lnSpc>
              <a:spcBef>
                <a:spcPts val="384"/>
              </a:spcBef>
            </a:pPr>
            <a:r>
              <a:rPr dirty="0" sz="1200">
                <a:latin typeface="Arial"/>
                <a:cs typeface="Arial"/>
              </a:rPr>
              <a:t>Children’s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electric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car </a:t>
            </a:r>
            <a:r>
              <a:rPr dirty="0" sz="1200" spc="-10">
                <a:latin typeface="Arial"/>
                <a:cs typeface="Arial"/>
              </a:rPr>
              <a:t>Structure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228720" y="2565074"/>
            <a:ext cx="1045844" cy="1116330"/>
            <a:chOff x="5228720" y="2565074"/>
            <a:chExt cx="1045844" cy="1116330"/>
          </a:xfrm>
        </p:grpSpPr>
        <p:sp>
          <p:nvSpPr>
            <p:cNvPr id="27" name="object 27"/>
            <p:cNvSpPr/>
            <p:nvPr/>
          </p:nvSpPr>
          <p:spPr>
            <a:xfrm>
              <a:off x="5235070" y="2602349"/>
              <a:ext cx="304800" cy="220979"/>
            </a:xfrm>
            <a:custGeom>
              <a:avLst/>
              <a:gdLst/>
              <a:ahLst/>
              <a:cxnLst/>
              <a:rect l="l" t="t" r="r" b="b"/>
              <a:pathLst>
                <a:path w="304800" h="220980">
                  <a:moveTo>
                    <a:pt x="0" y="220929"/>
                  </a:moveTo>
                  <a:lnTo>
                    <a:pt x="30464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507071" y="2565074"/>
              <a:ext cx="84455" cy="76200"/>
            </a:xfrm>
            <a:custGeom>
              <a:avLst/>
              <a:gdLst/>
              <a:ahLst/>
              <a:cxnLst/>
              <a:rect l="l" t="t" r="r" b="b"/>
              <a:pathLst>
                <a:path w="84454" h="76200">
                  <a:moveTo>
                    <a:pt x="84061" y="0"/>
                  </a:moveTo>
                  <a:lnTo>
                    <a:pt x="0" y="13893"/>
                  </a:lnTo>
                  <a:lnTo>
                    <a:pt x="44742" y="75577"/>
                  </a:lnTo>
                  <a:lnTo>
                    <a:pt x="840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917968" y="3454035"/>
              <a:ext cx="304800" cy="220979"/>
            </a:xfrm>
            <a:custGeom>
              <a:avLst/>
              <a:gdLst/>
              <a:ahLst/>
              <a:cxnLst/>
              <a:rect l="l" t="t" r="r" b="b"/>
              <a:pathLst>
                <a:path w="304800" h="220979">
                  <a:moveTo>
                    <a:pt x="0" y="220929"/>
                  </a:moveTo>
                  <a:lnTo>
                    <a:pt x="30464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189969" y="3416760"/>
              <a:ext cx="84455" cy="76200"/>
            </a:xfrm>
            <a:custGeom>
              <a:avLst/>
              <a:gdLst/>
              <a:ahLst/>
              <a:cxnLst/>
              <a:rect l="l" t="t" r="r" b="b"/>
              <a:pathLst>
                <a:path w="84454" h="76200">
                  <a:moveTo>
                    <a:pt x="84061" y="0"/>
                  </a:moveTo>
                  <a:lnTo>
                    <a:pt x="0" y="13893"/>
                  </a:lnTo>
                  <a:lnTo>
                    <a:pt x="44742" y="75577"/>
                  </a:lnTo>
                  <a:lnTo>
                    <a:pt x="840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4373916" y="3736251"/>
            <a:ext cx="2023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Inserting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bolt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into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hole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69455" y="3978667"/>
            <a:ext cx="7251065" cy="100965"/>
          </a:xfrm>
          <a:custGeom>
            <a:avLst/>
            <a:gdLst/>
            <a:ahLst/>
            <a:cxnLst/>
            <a:rect l="l" t="t" r="r" b="b"/>
            <a:pathLst>
              <a:path w="7251065" h="100964">
                <a:moveTo>
                  <a:pt x="7250544" y="0"/>
                </a:moveTo>
                <a:lnTo>
                  <a:pt x="0" y="100406"/>
                </a:lnTo>
              </a:path>
            </a:pathLst>
          </a:custGeom>
          <a:ln w="152400">
            <a:solidFill>
              <a:srgbClr val="062A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631071" y="5142876"/>
            <a:ext cx="2784475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"/>
                <a:cs typeface="Arial"/>
              </a:rPr>
              <a:t>If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there</a:t>
            </a:r>
            <a:r>
              <a:rPr dirty="0" sz="1600" spc="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are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no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holes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the </a:t>
            </a:r>
            <a:r>
              <a:rPr dirty="0" sz="1600">
                <a:latin typeface="Arial"/>
                <a:cs typeface="Arial"/>
              </a:rPr>
              <a:t>structure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or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if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holes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are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too </a:t>
            </a:r>
            <a:r>
              <a:rPr dirty="0" sz="1600">
                <a:latin typeface="Arial"/>
                <a:cs typeface="Arial"/>
              </a:rPr>
              <a:t>large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 spc="-20">
                <a:latin typeface="Arial"/>
                <a:cs typeface="Arial"/>
              </a:rPr>
              <a:t>loose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347429" y="5204900"/>
            <a:ext cx="281622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"/>
                <a:cs typeface="Arial"/>
              </a:rPr>
              <a:t>Ask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teaching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assistant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 spc="-20">
                <a:latin typeface="Arial"/>
                <a:cs typeface="Arial"/>
              </a:rPr>
              <a:t>drill </a:t>
            </a:r>
            <a:r>
              <a:rPr dirty="0" sz="1600">
                <a:latin typeface="Arial"/>
                <a:cs typeface="Arial"/>
              </a:rPr>
              <a:t>a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 spc="-20">
                <a:latin typeface="Arial"/>
                <a:cs typeface="Arial"/>
              </a:rPr>
              <a:t>hole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463773" y="4296569"/>
            <a:ext cx="746125" cy="2085975"/>
            <a:chOff x="3463773" y="4296569"/>
            <a:chExt cx="746125" cy="2085975"/>
          </a:xfrm>
        </p:grpSpPr>
        <p:sp>
          <p:nvSpPr>
            <p:cNvPr id="36" name="object 36"/>
            <p:cNvSpPr/>
            <p:nvPr/>
          </p:nvSpPr>
          <p:spPr>
            <a:xfrm>
              <a:off x="3765091" y="4408497"/>
              <a:ext cx="152400" cy="1974214"/>
            </a:xfrm>
            <a:custGeom>
              <a:avLst/>
              <a:gdLst/>
              <a:ahLst/>
              <a:cxnLst/>
              <a:rect l="l" t="t" r="r" b="b"/>
              <a:pathLst>
                <a:path w="152400" h="1974214">
                  <a:moveTo>
                    <a:pt x="0" y="1973757"/>
                  </a:moveTo>
                  <a:lnTo>
                    <a:pt x="152400" y="1973757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973757"/>
                  </a:lnTo>
                  <a:close/>
                </a:path>
              </a:pathLst>
            </a:custGeom>
            <a:solidFill>
              <a:srgbClr val="062A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757637" y="4309272"/>
              <a:ext cx="440055" cy="446405"/>
            </a:xfrm>
            <a:custGeom>
              <a:avLst/>
              <a:gdLst/>
              <a:ahLst/>
              <a:cxnLst/>
              <a:rect l="l" t="t" r="r" b="b"/>
              <a:pathLst>
                <a:path w="440054" h="446404">
                  <a:moveTo>
                    <a:pt x="111531" y="0"/>
                  </a:moveTo>
                  <a:lnTo>
                    <a:pt x="0" y="0"/>
                  </a:lnTo>
                  <a:lnTo>
                    <a:pt x="37911" y="4050"/>
                  </a:lnTo>
                  <a:lnTo>
                    <a:pt x="74466" y="15889"/>
                  </a:lnTo>
                  <a:lnTo>
                    <a:pt x="109283" y="35046"/>
                  </a:lnTo>
                  <a:lnTo>
                    <a:pt x="141980" y="61053"/>
                  </a:lnTo>
                  <a:lnTo>
                    <a:pt x="172175" y="93438"/>
                  </a:lnTo>
                  <a:lnTo>
                    <a:pt x="199485" y="131733"/>
                  </a:lnTo>
                  <a:lnTo>
                    <a:pt x="223528" y="175469"/>
                  </a:lnTo>
                  <a:lnTo>
                    <a:pt x="243923" y="224175"/>
                  </a:lnTo>
                  <a:lnTo>
                    <a:pt x="260286" y="277381"/>
                  </a:lnTo>
                  <a:lnTo>
                    <a:pt x="272237" y="334619"/>
                  </a:lnTo>
                  <a:lnTo>
                    <a:pt x="216458" y="334619"/>
                  </a:lnTo>
                  <a:lnTo>
                    <a:pt x="336931" y="446163"/>
                  </a:lnTo>
                  <a:lnTo>
                    <a:pt x="439547" y="334619"/>
                  </a:lnTo>
                  <a:lnTo>
                    <a:pt x="383768" y="334619"/>
                  </a:lnTo>
                  <a:lnTo>
                    <a:pt x="371821" y="277381"/>
                  </a:lnTo>
                  <a:lnTo>
                    <a:pt x="355460" y="224175"/>
                  </a:lnTo>
                  <a:lnTo>
                    <a:pt x="335068" y="175469"/>
                  </a:lnTo>
                  <a:lnTo>
                    <a:pt x="311026" y="131733"/>
                  </a:lnTo>
                  <a:lnTo>
                    <a:pt x="283716" y="93438"/>
                  </a:lnTo>
                  <a:lnTo>
                    <a:pt x="253521" y="61053"/>
                  </a:lnTo>
                  <a:lnTo>
                    <a:pt x="220823" y="35046"/>
                  </a:lnTo>
                  <a:lnTo>
                    <a:pt x="186004" y="15889"/>
                  </a:lnTo>
                  <a:lnTo>
                    <a:pt x="149446" y="4050"/>
                  </a:lnTo>
                  <a:lnTo>
                    <a:pt x="1115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476473" y="4309269"/>
              <a:ext cx="337185" cy="446405"/>
            </a:xfrm>
            <a:custGeom>
              <a:avLst/>
              <a:gdLst/>
              <a:ahLst/>
              <a:cxnLst/>
              <a:rect l="l" t="t" r="r" b="b"/>
              <a:pathLst>
                <a:path w="337185" h="446404">
                  <a:moveTo>
                    <a:pt x="281165" y="0"/>
                  </a:moveTo>
                  <a:lnTo>
                    <a:pt x="211935" y="13626"/>
                  </a:lnTo>
                  <a:lnTo>
                    <a:pt x="148988" y="52275"/>
                  </a:lnTo>
                  <a:lnTo>
                    <a:pt x="120529" y="79938"/>
                  </a:lnTo>
                  <a:lnTo>
                    <a:pt x="94432" y="112602"/>
                  </a:lnTo>
                  <a:lnTo>
                    <a:pt x="70959" y="149850"/>
                  </a:lnTo>
                  <a:lnTo>
                    <a:pt x="50375" y="191262"/>
                  </a:lnTo>
                  <a:lnTo>
                    <a:pt x="32943" y="236421"/>
                  </a:lnTo>
                  <a:lnTo>
                    <a:pt x="18925" y="284909"/>
                  </a:lnTo>
                  <a:lnTo>
                    <a:pt x="8587" y="336307"/>
                  </a:lnTo>
                  <a:lnTo>
                    <a:pt x="2190" y="390198"/>
                  </a:lnTo>
                  <a:lnTo>
                    <a:pt x="0" y="446163"/>
                  </a:lnTo>
                  <a:lnTo>
                    <a:pt x="111531" y="446163"/>
                  </a:lnTo>
                  <a:lnTo>
                    <a:pt x="113825" y="389078"/>
                  </a:lnTo>
                  <a:lnTo>
                    <a:pt x="120535" y="333952"/>
                  </a:lnTo>
                  <a:lnTo>
                    <a:pt x="131402" y="281289"/>
                  </a:lnTo>
                  <a:lnTo>
                    <a:pt x="146167" y="231589"/>
                  </a:lnTo>
                  <a:lnTo>
                    <a:pt x="164572" y="185356"/>
                  </a:lnTo>
                  <a:lnTo>
                    <a:pt x="186357" y="143091"/>
                  </a:lnTo>
                  <a:lnTo>
                    <a:pt x="211263" y="105297"/>
                  </a:lnTo>
                  <a:lnTo>
                    <a:pt x="239033" y="72475"/>
                  </a:lnTo>
                  <a:lnTo>
                    <a:pt x="269407" y="45127"/>
                  </a:lnTo>
                  <a:lnTo>
                    <a:pt x="302125" y="23756"/>
                  </a:lnTo>
                  <a:lnTo>
                    <a:pt x="336930" y="8864"/>
                  </a:lnTo>
                  <a:lnTo>
                    <a:pt x="323108" y="4993"/>
                  </a:lnTo>
                  <a:lnTo>
                    <a:pt x="309186" y="2222"/>
                  </a:lnTo>
                  <a:lnTo>
                    <a:pt x="295195" y="556"/>
                  </a:lnTo>
                  <a:lnTo>
                    <a:pt x="281165" y="0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476473" y="4309269"/>
              <a:ext cx="720725" cy="446405"/>
            </a:xfrm>
            <a:custGeom>
              <a:avLst/>
              <a:gdLst/>
              <a:ahLst/>
              <a:cxnLst/>
              <a:rect l="l" t="t" r="r" b="b"/>
              <a:pathLst>
                <a:path w="720725" h="446404">
                  <a:moveTo>
                    <a:pt x="336930" y="8864"/>
                  </a:moveTo>
                  <a:lnTo>
                    <a:pt x="269407" y="45127"/>
                  </a:lnTo>
                  <a:lnTo>
                    <a:pt x="239033" y="72475"/>
                  </a:lnTo>
                  <a:lnTo>
                    <a:pt x="211263" y="105297"/>
                  </a:lnTo>
                  <a:lnTo>
                    <a:pt x="186357" y="143091"/>
                  </a:lnTo>
                  <a:lnTo>
                    <a:pt x="164572" y="185356"/>
                  </a:lnTo>
                  <a:lnTo>
                    <a:pt x="146167" y="231589"/>
                  </a:lnTo>
                  <a:lnTo>
                    <a:pt x="131402" y="281289"/>
                  </a:lnTo>
                  <a:lnTo>
                    <a:pt x="120535" y="333952"/>
                  </a:lnTo>
                  <a:lnTo>
                    <a:pt x="113825" y="389078"/>
                  </a:lnTo>
                  <a:lnTo>
                    <a:pt x="111531" y="446163"/>
                  </a:lnTo>
                  <a:lnTo>
                    <a:pt x="0" y="446163"/>
                  </a:lnTo>
                  <a:lnTo>
                    <a:pt x="2190" y="390198"/>
                  </a:lnTo>
                  <a:lnTo>
                    <a:pt x="8587" y="336307"/>
                  </a:lnTo>
                  <a:lnTo>
                    <a:pt x="18925" y="284909"/>
                  </a:lnTo>
                  <a:lnTo>
                    <a:pt x="32943" y="236421"/>
                  </a:lnTo>
                  <a:lnTo>
                    <a:pt x="50375" y="191262"/>
                  </a:lnTo>
                  <a:lnTo>
                    <a:pt x="70959" y="149850"/>
                  </a:lnTo>
                  <a:lnTo>
                    <a:pt x="94432" y="112602"/>
                  </a:lnTo>
                  <a:lnTo>
                    <a:pt x="120529" y="79938"/>
                  </a:lnTo>
                  <a:lnTo>
                    <a:pt x="148988" y="52275"/>
                  </a:lnTo>
                  <a:lnTo>
                    <a:pt x="211935" y="13626"/>
                  </a:lnTo>
                  <a:lnTo>
                    <a:pt x="281165" y="0"/>
                  </a:lnTo>
                  <a:lnTo>
                    <a:pt x="392696" y="0"/>
                  </a:lnTo>
                  <a:lnTo>
                    <a:pt x="430611" y="4050"/>
                  </a:lnTo>
                  <a:lnTo>
                    <a:pt x="467168" y="15889"/>
                  </a:lnTo>
                  <a:lnTo>
                    <a:pt x="501986" y="35046"/>
                  </a:lnTo>
                  <a:lnTo>
                    <a:pt x="534683" y="61053"/>
                  </a:lnTo>
                  <a:lnTo>
                    <a:pt x="564876" y="93438"/>
                  </a:lnTo>
                  <a:lnTo>
                    <a:pt x="592185" y="131733"/>
                  </a:lnTo>
                  <a:lnTo>
                    <a:pt x="616227" y="175469"/>
                  </a:lnTo>
                  <a:lnTo>
                    <a:pt x="636621" y="224175"/>
                  </a:lnTo>
                  <a:lnTo>
                    <a:pt x="652983" y="277381"/>
                  </a:lnTo>
                  <a:lnTo>
                    <a:pt x="664933" y="334619"/>
                  </a:lnTo>
                  <a:lnTo>
                    <a:pt x="720712" y="334619"/>
                  </a:lnTo>
                  <a:lnTo>
                    <a:pt x="618096" y="446163"/>
                  </a:lnTo>
                  <a:lnTo>
                    <a:pt x="497624" y="334619"/>
                  </a:lnTo>
                  <a:lnTo>
                    <a:pt x="553389" y="334619"/>
                  </a:lnTo>
                  <a:lnTo>
                    <a:pt x="541442" y="277381"/>
                  </a:lnTo>
                  <a:lnTo>
                    <a:pt x="525082" y="224175"/>
                  </a:lnTo>
                  <a:lnTo>
                    <a:pt x="504689" y="175469"/>
                  </a:lnTo>
                  <a:lnTo>
                    <a:pt x="480648" y="131733"/>
                  </a:lnTo>
                  <a:lnTo>
                    <a:pt x="453339" y="93438"/>
                  </a:lnTo>
                  <a:lnTo>
                    <a:pt x="423145" y="61053"/>
                  </a:lnTo>
                  <a:lnTo>
                    <a:pt x="390448" y="35046"/>
                  </a:lnTo>
                  <a:lnTo>
                    <a:pt x="355631" y="15889"/>
                  </a:lnTo>
                  <a:lnTo>
                    <a:pt x="319076" y="4050"/>
                  </a:lnTo>
                  <a:lnTo>
                    <a:pt x="281165" y="0"/>
                  </a:lnTo>
                </a:path>
              </a:pathLst>
            </a:custGeom>
            <a:ln w="25400">
              <a:solidFill>
                <a:srgbClr val="38521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" name="object 40"/>
          <p:cNvGrpSpPr/>
          <p:nvPr/>
        </p:nvGrpSpPr>
        <p:grpSpPr>
          <a:xfrm>
            <a:off x="5637369" y="1085139"/>
            <a:ext cx="6050915" cy="5005705"/>
            <a:chOff x="5637369" y="1085139"/>
            <a:chExt cx="6050915" cy="5005705"/>
          </a:xfrm>
        </p:grpSpPr>
        <p:sp>
          <p:nvSpPr>
            <p:cNvPr id="41" name="object 41"/>
            <p:cNvSpPr/>
            <p:nvPr/>
          </p:nvSpPr>
          <p:spPr>
            <a:xfrm>
              <a:off x="6673347" y="3863144"/>
              <a:ext cx="207010" cy="1311910"/>
            </a:xfrm>
            <a:custGeom>
              <a:avLst/>
              <a:gdLst/>
              <a:ahLst/>
              <a:cxnLst/>
              <a:rect l="l" t="t" r="r" b="b"/>
              <a:pathLst>
                <a:path w="207009" h="1311910">
                  <a:moveTo>
                    <a:pt x="206489" y="1311376"/>
                  </a:moveTo>
                  <a:lnTo>
                    <a:pt x="0" y="0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566348" y="3674959"/>
              <a:ext cx="226060" cy="243840"/>
            </a:xfrm>
            <a:custGeom>
              <a:avLst/>
              <a:gdLst/>
              <a:ahLst/>
              <a:cxnLst/>
              <a:rect l="l" t="t" r="r" b="b"/>
              <a:pathLst>
                <a:path w="226059" h="243839">
                  <a:moveTo>
                    <a:pt x="77355" y="0"/>
                  </a:moveTo>
                  <a:lnTo>
                    <a:pt x="0" y="243598"/>
                  </a:lnTo>
                  <a:lnTo>
                    <a:pt x="225818" y="208051"/>
                  </a:lnTo>
                  <a:lnTo>
                    <a:pt x="7735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8034068" y="1627223"/>
              <a:ext cx="152400" cy="4464050"/>
            </a:xfrm>
            <a:custGeom>
              <a:avLst/>
              <a:gdLst/>
              <a:ahLst/>
              <a:cxnLst/>
              <a:rect l="l" t="t" r="r" b="b"/>
              <a:pathLst>
                <a:path w="152400" h="4464050">
                  <a:moveTo>
                    <a:pt x="0" y="4463567"/>
                  </a:moveTo>
                  <a:lnTo>
                    <a:pt x="152400" y="4463567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4463567"/>
                  </a:lnTo>
                  <a:close/>
                </a:path>
              </a:pathLst>
            </a:custGeom>
            <a:solidFill>
              <a:srgbClr val="062A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8026615" y="1527996"/>
              <a:ext cx="440055" cy="446405"/>
            </a:xfrm>
            <a:custGeom>
              <a:avLst/>
              <a:gdLst/>
              <a:ahLst/>
              <a:cxnLst/>
              <a:rect l="l" t="t" r="r" b="b"/>
              <a:pathLst>
                <a:path w="440054" h="446405">
                  <a:moveTo>
                    <a:pt x="111531" y="0"/>
                  </a:moveTo>
                  <a:lnTo>
                    <a:pt x="0" y="0"/>
                  </a:lnTo>
                  <a:lnTo>
                    <a:pt x="37911" y="4050"/>
                  </a:lnTo>
                  <a:lnTo>
                    <a:pt x="74466" y="15889"/>
                  </a:lnTo>
                  <a:lnTo>
                    <a:pt x="109283" y="35046"/>
                  </a:lnTo>
                  <a:lnTo>
                    <a:pt x="141980" y="61053"/>
                  </a:lnTo>
                  <a:lnTo>
                    <a:pt x="172175" y="93438"/>
                  </a:lnTo>
                  <a:lnTo>
                    <a:pt x="199485" y="131733"/>
                  </a:lnTo>
                  <a:lnTo>
                    <a:pt x="223528" y="175469"/>
                  </a:lnTo>
                  <a:lnTo>
                    <a:pt x="243923" y="224175"/>
                  </a:lnTo>
                  <a:lnTo>
                    <a:pt x="260286" y="277381"/>
                  </a:lnTo>
                  <a:lnTo>
                    <a:pt x="272237" y="334619"/>
                  </a:lnTo>
                  <a:lnTo>
                    <a:pt x="216458" y="334619"/>
                  </a:lnTo>
                  <a:lnTo>
                    <a:pt x="336930" y="446163"/>
                  </a:lnTo>
                  <a:lnTo>
                    <a:pt x="439546" y="334619"/>
                  </a:lnTo>
                  <a:lnTo>
                    <a:pt x="383768" y="334619"/>
                  </a:lnTo>
                  <a:lnTo>
                    <a:pt x="371821" y="277381"/>
                  </a:lnTo>
                  <a:lnTo>
                    <a:pt x="355460" y="224175"/>
                  </a:lnTo>
                  <a:lnTo>
                    <a:pt x="335068" y="175469"/>
                  </a:lnTo>
                  <a:lnTo>
                    <a:pt x="311026" y="131733"/>
                  </a:lnTo>
                  <a:lnTo>
                    <a:pt x="283716" y="93438"/>
                  </a:lnTo>
                  <a:lnTo>
                    <a:pt x="253521" y="61053"/>
                  </a:lnTo>
                  <a:lnTo>
                    <a:pt x="220823" y="35046"/>
                  </a:lnTo>
                  <a:lnTo>
                    <a:pt x="186004" y="15889"/>
                  </a:lnTo>
                  <a:lnTo>
                    <a:pt x="149446" y="4050"/>
                  </a:lnTo>
                  <a:lnTo>
                    <a:pt x="1115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7745451" y="1527995"/>
              <a:ext cx="337185" cy="446405"/>
            </a:xfrm>
            <a:custGeom>
              <a:avLst/>
              <a:gdLst/>
              <a:ahLst/>
              <a:cxnLst/>
              <a:rect l="l" t="t" r="r" b="b"/>
              <a:pathLst>
                <a:path w="337184" h="446405">
                  <a:moveTo>
                    <a:pt x="281165" y="0"/>
                  </a:moveTo>
                  <a:lnTo>
                    <a:pt x="211935" y="13626"/>
                  </a:lnTo>
                  <a:lnTo>
                    <a:pt x="148988" y="52275"/>
                  </a:lnTo>
                  <a:lnTo>
                    <a:pt x="120529" y="79938"/>
                  </a:lnTo>
                  <a:lnTo>
                    <a:pt x="94432" y="112602"/>
                  </a:lnTo>
                  <a:lnTo>
                    <a:pt x="70959" y="149850"/>
                  </a:lnTo>
                  <a:lnTo>
                    <a:pt x="50375" y="191262"/>
                  </a:lnTo>
                  <a:lnTo>
                    <a:pt x="32943" y="236421"/>
                  </a:lnTo>
                  <a:lnTo>
                    <a:pt x="18925" y="284909"/>
                  </a:lnTo>
                  <a:lnTo>
                    <a:pt x="8587" y="336307"/>
                  </a:lnTo>
                  <a:lnTo>
                    <a:pt x="2190" y="390198"/>
                  </a:lnTo>
                  <a:lnTo>
                    <a:pt x="0" y="446163"/>
                  </a:lnTo>
                  <a:lnTo>
                    <a:pt x="111531" y="446163"/>
                  </a:lnTo>
                  <a:lnTo>
                    <a:pt x="113825" y="389078"/>
                  </a:lnTo>
                  <a:lnTo>
                    <a:pt x="120535" y="333952"/>
                  </a:lnTo>
                  <a:lnTo>
                    <a:pt x="131402" y="281289"/>
                  </a:lnTo>
                  <a:lnTo>
                    <a:pt x="146167" y="231589"/>
                  </a:lnTo>
                  <a:lnTo>
                    <a:pt x="164572" y="185356"/>
                  </a:lnTo>
                  <a:lnTo>
                    <a:pt x="186357" y="143091"/>
                  </a:lnTo>
                  <a:lnTo>
                    <a:pt x="211263" y="105297"/>
                  </a:lnTo>
                  <a:lnTo>
                    <a:pt x="239033" y="72475"/>
                  </a:lnTo>
                  <a:lnTo>
                    <a:pt x="269407" y="45127"/>
                  </a:lnTo>
                  <a:lnTo>
                    <a:pt x="302125" y="23756"/>
                  </a:lnTo>
                  <a:lnTo>
                    <a:pt x="336930" y="8864"/>
                  </a:lnTo>
                  <a:lnTo>
                    <a:pt x="323108" y="4993"/>
                  </a:lnTo>
                  <a:lnTo>
                    <a:pt x="309186" y="2222"/>
                  </a:lnTo>
                  <a:lnTo>
                    <a:pt x="295195" y="556"/>
                  </a:lnTo>
                  <a:lnTo>
                    <a:pt x="281165" y="0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7745451" y="1527995"/>
              <a:ext cx="720725" cy="446405"/>
            </a:xfrm>
            <a:custGeom>
              <a:avLst/>
              <a:gdLst/>
              <a:ahLst/>
              <a:cxnLst/>
              <a:rect l="l" t="t" r="r" b="b"/>
              <a:pathLst>
                <a:path w="720725" h="446405">
                  <a:moveTo>
                    <a:pt x="336930" y="8864"/>
                  </a:moveTo>
                  <a:lnTo>
                    <a:pt x="269407" y="45127"/>
                  </a:lnTo>
                  <a:lnTo>
                    <a:pt x="239033" y="72475"/>
                  </a:lnTo>
                  <a:lnTo>
                    <a:pt x="211263" y="105297"/>
                  </a:lnTo>
                  <a:lnTo>
                    <a:pt x="186357" y="143091"/>
                  </a:lnTo>
                  <a:lnTo>
                    <a:pt x="164572" y="185356"/>
                  </a:lnTo>
                  <a:lnTo>
                    <a:pt x="146167" y="231589"/>
                  </a:lnTo>
                  <a:lnTo>
                    <a:pt x="131402" y="281289"/>
                  </a:lnTo>
                  <a:lnTo>
                    <a:pt x="120535" y="333952"/>
                  </a:lnTo>
                  <a:lnTo>
                    <a:pt x="113825" y="389078"/>
                  </a:lnTo>
                  <a:lnTo>
                    <a:pt x="111531" y="446163"/>
                  </a:lnTo>
                  <a:lnTo>
                    <a:pt x="0" y="446163"/>
                  </a:lnTo>
                  <a:lnTo>
                    <a:pt x="2190" y="390198"/>
                  </a:lnTo>
                  <a:lnTo>
                    <a:pt x="8587" y="336307"/>
                  </a:lnTo>
                  <a:lnTo>
                    <a:pt x="18925" y="284909"/>
                  </a:lnTo>
                  <a:lnTo>
                    <a:pt x="32943" y="236421"/>
                  </a:lnTo>
                  <a:lnTo>
                    <a:pt x="50375" y="191262"/>
                  </a:lnTo>
                  <a:lnTo>
                    <a:pt x="70959" y="149850"/>
                  </a:lnTo>
                  <a:lnTo>
                    <a:pt x="94432" y="112602"/>
                  </a:lnTo>
                  <a:lnTo>
                    <a:pt x="120529" y="79938"/>
                  </a:lnTo>
                  <a:lnTo>
                    <a:pt x="148988" y="52275"/>
                  </a:lnTo>
                  <a:lnTo>
                    <a:pt x="211935" y="13626"/>
                  </a:lnTo>
                  <a:lnTo>
                    <a:pt x="281165" y="0"/>
                  </a:lnTo>
                  <a:lnTo>
                    <a:pt x="392696" y="0"/>
                  </a:lnTo>
                  <a:lnTo>
                    <a:pt x="430611" y="4050"/>
                  </a:lnTo>
                  <a:lnTo>
                    <a:pt x="467168" y="15889"/>
                  </a:lnTo>
                  <a:lnTo>
                    <a:pt x="501986" y="35046"/>
                  </a:lnTo>
                  <a:lnTo>
                    <a:pt x="534683" y="61053"/>
                  </a:lnTo>
                  <a:lnTo>
                    <a:pt x="564876" y="93438"/>
                  </a:lnTo>
                  <a:lnTo>
                    <a:pt x="592185" y="131733"/>
                  </a:lnTo>
                  <a:lnTo>
                    <a:pt x="616227" y="175469"/>
                  </a:lnTo>
                  <a:lnTo>
                    <a:pt x="636621" y="224175"/>
                  </a:lnTo>
                  <a:lnTo>
                    <a:pt x="652983" y="277381"/>
                  </a:lnTo>
                  <a:lnTo>
                    <a:pt x="664933" y="334619"/>
                  </a:lnTo>
                  <a:lnTo>
                    <a:pt x="720712" y="334619"/>
                  </a:lnTo>
                  <a:lnTo>
                    <a:pt x="618096" y="446163"/>
                  </a:lnTo>
                  <a:lnTo>
                    <a:pt x="497624" y="334619"/>
                  </a:lnTo>
                  <a:lnTo>
                    <a:pt x="553389" y="334619"/>
                  </a:lnTo>
                  <a:lnTo>
                    <a:pt x="541442" y="277381"/>
                  </a:lnTo>
                  <a:lnTo>
                    <a:pt x="525082" y="224175"/>
                  </a:lnTo>
                  <a:lnTo>
                    <a:pt x="504689" y="175469"/>
                  </a:lnTo>
                  <a:lnTo>
                    <a:pt x="480648" y="131733"/>
                  </a:lnTo>
                  <a:lnTo>
                    <a:pt x="453339" y="93438"/>
                  </a:lnTo>
                  <a:lnTo>
                    <a:pt x="423145" y="61053"/>
                  </a:lnTo>
                  <a:lnTo>
                    <a:pt x="390448" y="35046"/>
                  </a:lnTo>
                  <a:lnTo>
                    <a:pt x="355631" y="15889"/>
                  </a:lnTo>
                  <a:lnTo>
                    <a:pt x="319076" y="4050"/>
                  </a:lnTo>
                  <a:lnTo>
                    <a:pt x="281165" y="0"/>
                  </a:lnTo>
                </a:path>
              </a:pathLst>
            </a:custGeom>
            <a:ln w="25400">
              <a:solidFill>
                <a:srgbClr val="38521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40043" y="1937994"/>
              <a:ext cx="1667979" cy="147489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92369" y="1124013"/>
              <a:ext cx="3295649" cy="439102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37369" y="1085139"/>
              <a:ext cx="1667975" cy="1474888"/>
            </a:xfrm>
            <a:prstGeom prst="rect">
              <a:avLst/>
            </a:prstGeom>
          </p:spPr>
        </p:pic>
      </p:grpSp>
      <p:sp>
        <p:nvSpPr>
          <p:cNvPr id="50" name="object 5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4283" y="6576726"/>
            <a:ext cx="222935" cy="16977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9694" y="517022"/>
            <a:ext cx="1240396" cy="22175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824951" y="645464"/>
            <a:ext cx="169545" cy="21590"/>
          </a:xfrm>
          <a:custGeom>
            <a:avLst/>
            <a:gdLst/>
            <a:ahLst/>
            <a:cxnLst/>
            <a:rect l="l" t="t" r="r" b="b"/>
            <a:pathLst>
              <a:path w="169544" h="21590">
                <a:moveTo>
                  <a:pt x="169519" y="0"/>
                </a:moveTo>
                <a:lnTo>
                  <a:pt x="0" y="0"/>
                </a:lnTo>
                <a:lnTo>
                  <a:pt x="0" y="21577"/>
                </a:lnTo>
                <a:lnTo>
                  <a:pt x="169519" y="21577"/>
                </a:lnTo>
                <a:lnTo>
                  <a:pt x="169519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69198" y="513300"/>
            <a:ext cx="5875642" cy="2254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1626"/>
            <a:ext cx="6239510" cy="7454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12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Coupled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body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with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variable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resistance</a:t>
            </a:r>
            <a:endParaRPr sz="24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125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PCB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Support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Fixation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Recombination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230672" y="2064353"/>
            <a:ext cx="6228080" cy="3954779"/>
            <a:chOff x="5230672" y="2064353"/>
            <a:chExt cx="6228080" cy="3954779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49656" y="2984969"/>
              <a:ext cx="4709083" cy="303405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437914" y="2070699"/>
              <a:ext cx="1492885" cy="880110"/>
            </a:xfrm>
            <a:custGeom>
              <a:avLst/>
              <a:gdLst/>
              <a:ahLst/>
              <a:cxnLst/>
              <a:rect l="l" t="t" r="r" b="b"/>
              <a:pathLst>
                <a:path w="1492884" h="880110">
                  <a:moveTo>
                    <a:pt x="219913" y="0"/>
                  </a:moveTo>
                  <a:lnTo>
                    <a:pt x="0" y="0"/>
                  </a:lnTo>
                  <a:lnTo>
                    <a:pt x="54518" y="898"/>
                  </a:lnTo>
                  <a:lnTo>
                    <a:pt x="108514" y="3572"/>
                  </a:lnTo>
                  <a:lnTo>
                    <a:pt x="161927" y="7986"/>
                  </a:lnTo>
                  <a:lnTo>
                    <a:pt x="214696" y="14106"/>
                  </a:lnTo>
                  <a:lnTo>
                    <a:pt x="266761" y="21898"/>
                  </a:lnTo>
                  <a:lnTo>
                    <a:pt x="318061" y="31328"/>
                  </a:lnTo>
                  <a:lnTo>
                    <a:pt x="368537" y="42361"/>
                  </a:lnTo>
                  <a:lnTo>
                    <a:pt x="418127" y="54963"/>
                  </a:lnTo>
                  <a:lnTo>
                    <a:pt x="466771" y="69100"/>
                  </a:lnTo>
                  <a:lnTo>
                    <a:pt x="514409" y="84737"/>
                  </a:lnTo>
                  <a:lnTo>
                    <a:pt x="560980" y="101840"/>
                  </a:lnTo>
                  <a:lnTo>
                    <a:pt x="606424" y="120376"/>
                  </a:lnTo>
                  <a:lnTo>
                    <a:pt x="650681" y="140308"/>
                  </a:lnTo>
                  <a:lnTo>
                    <a:pt x="693689" y="161604"/>
                  </a:lnTo>
                  <a:lnTo>
                    <a:pt x="735388" y="184229"/>
                  </a:lnTo>
                  <a:lnTo>
                    <a:pt x="775719" y="208148"/>
                  </a:lnTo>
                  <a:lnTo>
                    <a:pt x="814620" y="233328"/>
                  </a:lnTo>
                  <a:lnTo>
                    <a:pt x="852031" y="259734"/>
                  </a:lnTo>
                  <a:lnTo>
                    <a:pt x="887892" y="287331"/>
                  </a:lnTo>
                  <a:lnTo>
                    <a:pt x="922142" y="316087"/>
                  </a:lnTo>
                  <a:lnTo>
                    <a:pt x="954721" y="345965"/>
                  </a:lnTo>
                  <a:lnTo>
                    <a:pt x="985568" y="376932"/>
                  </a:lnTo>
                  <a:lnTo>
                    <a:pt x="1014622" y="408953"/>
                  </a:lnTo>
                  <a:lnTo>
                    <a:pt x="1041825" y="441995"/>
                  </a:lnTo>
                  <a:lnTo>
                    <a:pt x="1067114" y="476023"/>
                  </a:lnTo>
                  <a:lnTo>
                    <a:pt x="1090429" y="511003"/>
                  </a:lnTo>
                  <a:lnTo>
                    <a:pt x="1111711" y="546900"/>
                  </a:lnTo>
                  <a:lnTo>
                    <a:pt x="1130898" y="583680"/>
                  </a:lnTo>
                  <a:lnTo>
                    <a:pt x="1147931" y="621308"/>
                  </a:lnTo>
                  <a:lnTo>
                    <a:pt x="1162748" y="659752"/>
                  </a:lnTo>
                  <a:lnTo>
                    <a:pt x="1052791" y="659752"/>
                  </a:lnTo>
                  <a:lnTo>
                    <a:pt x="1310843" y="879665"/>
                  </a:lnTo>
                  <a:lnTo>
                    <a:pt x="1492618" y="659752"/>
                  </a:lnTo>
                  <a:lnTo>
                    <a:pt x="1382674" y="659752"/>
                  </a:lnTo>
                  <a:lnTo>
                    <a:pt x="1367856" y="621308"/>
                  </a:lnTo>
                  <a:lnTo>
                    <a:pt x="1350822" y="583680"/>
                  </a:lnTo>
                  <a:lnTo>
                    <a:pt x="1331634" y="546900"/>
                  </a:lnTo>
                  <a:lnTo>
                    <a:pt x="1310351" y="511003"/>
                  </a:lnTo>
                  <a:lnTo>
                    <a:pt x="1287034" y="476023"/>
                  </a:lnTo>
                  <a:lnTo>
                    <a:pt x="1261744" y="441995"/>
                  </a:lnTo>
                  <a:lnTo>
                    <a:pt x="1234541" y="408953"/>
                  </a:lnTo>
                  <a:lnTo>
                    <a:pt x="1205486" y="376932"/>
                  </a:lnTo>
                  <a:lnTo>
                    <a:pt x="1174638" y="345965"/>
                  </a:lnTo>
                  <a:lnTo>
                    <a:pt x="1142059" y="316087"/>
                  </a:lnTo>
                  <a:lnTo>
                    <a:pt x="1107808" y="287331"/>
                  </a:lnTo>
                  <a:lnTo>
                    <a:pt x="1071947" y="259734"/>
                  </a:lnTo>
                  <a:lnTo>
                    <a:pt x="1034535" y="233328"/>
                  </a:lnTo>
                  <a:lnTo>
                    <a:pt x="995634" y="208148"/>
                  </a:lnTo>
                  <a:lnTo>
                    <a:pt x="955303" y="184229"/>
                  </a:lnTo>
                  <a:lnTo>
                    <a:pt x="913603" y="161604"/>
                  </a:lnTo>
                  <a:lnTo>
                    <a:pt x="870595" y="140308"/>
                  </a:lnTo>
                  <a:lnTo>
                    <a:pt x="826338" y="120376"/>
                  </a:lnTo>
                  <a:lnTo>
                    <a:pt x="780894" y="101840"/>
                  </a:lnTo>
                  <a:lnTo>
                    <a:pt x="734323" y="84737"/>
                  </a:lnTo>
                  <a:lnTo>
                    <a:pt x="686685" y="69100"/>
                  </a:lnTo>
                  <a:lnTo>
                    <a:pt x="638041" y="54963"/>
                  </a:lnTo>
                  <a:lnTo>
                    <a:pt x="588450" y="42361"/>
                  </a:lnTo>
                  <a:lnTo>
                    <a:pt x="537975" y="31328"/>
                  </a:lnTo>
                  <a:lnTo>
                    <a:pt x="486674" y="21898"/>
                  </a:lnTo>
                  <a:lnTo>
                    <a:pt x="434609" y="14106"/>
                  </a:lnTo>
                  <a:lnTo>
                    <a:pt x="381840" y="7986"/>
                  </a:lnTo>
                  <a:lnTo>
                    <a:pt x="328427" y="3572"/>
                  </a:lnTo>
                  <a:lnTo>
                    <a:pt x="274431" y="898"/>
                  </a:lnTo>
                  <a:lnTo>
                    <a:pt x="21991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237022" y="2070703"/>
              <a:ext cx="1311275" cy="880110"/>
            </a:xfrm>
            <a:custGeom>
              <a:avLst/>
              <a:gdLst/>
              <a:ahLst/>
              <a:cxnLst/>
              <a:rect l="l" t="t" r="r" b="b"/>
              <a:pathLst>
                <a:path w="1311275" h="880110">
                  <a:moveTo>
                    <a:pt x="1200886" y="0"/>
                  </a:moveTo>
                  <a:lnTo>
                    <a:pt x="1145916" y="905"/>
                  </a:lnTo>
                  <a:lnTo>
                    <a:pt x="1091581" y="3594"/>
                  </a:lnTo>
                  <a:lnTo>
                    <a:pt x="1037933" y="8030"/>
                  </a:lnTo>
                  <a:lnTo>
                    <a:pt x="985025" y="14172"/>
                  </a:lnTo>
                  <a:lnTo>
                    <a:pt x="932911" y="21982"/>
                  </a:lnTo>
                  <a:lnTo>
                    <a:pt x="881643" y="31422"/>
                  </a:lnTo>
                  <a:lnTo>
                    <a:pt x="831274" y="42452"/>
                  </a:lnTo>
                  <a:lnTo>
                    <a:pt x="781858" y="55034"/>
                  </a:lnTo>
                  <a:lnTo>
                    <a:pt x="733447" y="69128"/>
                  </a:lnTo>
                  <a:lnTo>
                    <a:pt x="686094" y="84696"/>
                  </a:lnTo>
                  <a:lnTo>
                    <a:pt x="639852" y="101700"/>
                  </a:lnTo>
                  <a:lnTo>
                    <a:pt x="594775" y="120100"/>
                  </a:lnTo>
                  <a:lnTo>
                    <a:pt x="550916" y="139857"/>
                  </a:lnTo>
                  <a:lnTo>
                    <a:pt x="508326" y="160933"/>
                  </a:lnTo>
                  <a:lnTo>
                    <a:pt x="467060" y="183289"/>
                  </a:lnTo>
                  <a:lnTo>
                    <a:pt x="427170" y="206886"/>
                  </a:lnTo>
                  <a:lnTo>
                    <a:pt x="388709" y="231685"/>
                  </a:lnTo>
                  <a:lnTo>
                    <a:pt x="351731" y="257648"/>
                  </a:lnTo>
                  <a:lnTo>
                    <a:pt x="316288" y="284735"/>
                  </a:lnTo>
                  <a:lnTo>
                    <a:pt x="282433" y="312908"/>
                  </a:lnTo>
                  <a:lnTo>
                    <a:pt x="250219" y="342128"/>
                  </a:lnTo>
                  <a:lnTo>
                    <a:pt x="219700" y="372356"/>
                  </a:lnTo>
                  <a:lnTo>
                    <a:pt x="190928" y="403553"/>
                  </a:lnTo>
                  <a:lnTo>
                    <a:pt x="163956" y="435681"/>
                  </a:lnTo>
                  <a:lnTo>
                    <a:pt x="138837" y="468701"/>
                  </a:lnTo>
                  <a:lnTo>
                    <a:pt x="115624" y="502573"/>
                  </a:lnTo>
                  <a:lnTo>
                    <a:pt x="94371" y="537260"/>
                  </a:lnTo>
                  <a:lnTo>
                    <a:pt x="75130" y="572721"/>
                  </a:lnTo>
                  <a:lnTo>
                    <a:pt x="57954" y="608919"/>
                  </a:lnTo>
                  <a:lnTo>
                    <a:pt x="42896" y="645815"/>
                  </a:lnTo>
                  <a:lnTo>
                    <a:pt x="30010" y="683370"/>
                  </a:lnTo>
                  <a:lnTo>
                    <a:pt x="19347" y="721544"/>
                  </a:lnTo>
                  <a:lnTo>
                    <a:pt x="10962" y="760300"/>
                  </a:lnTo>
                  <a:lnTo>
                    <a:pt x="4907" y="799598"/>
                  </a:lnTo>
                  <a:lnTo>
                    <a:pt x="1235" y="839399"/>
                  </a:lnTo>
                  <a:lnTo>
                    <a:pt x="0" y="879665"/>
                  </a:lnTo>
                  <a:lnTo>
                    <a:pt x="219913" y="879665"/>
                  </a:lnTo>
                  <a:lnTo>
                    <a:pt x="221206" y="838549"/>
                  </a:lnTo>
                  <a:lnTo>
                    <a:pt x="225051" y="797890"/>
                  </a:lnTo>
                  <a:lnTo>
                    <a:pt x="231391" y="757732"/>
                  </a:lnTo>
                  <a:lnTo>
                    <a:pt x="240173" y="718118"/>
                  </a:lnTo>
                  <a:lnTo>
                    <a:pt x="251342" y="679093"/>
                  </a:lnTo>
                  <a:lnTo>
                    <a:pt x="264843" y="640700"/>
                  </a:lnTo>
                  <a:lnTo>
                    <a:pt x="280620" y="602983"/>
                  </a:lnTo>
                  <a:lnTo>
                    <a:pt x="298621" y="565987"/>
                  </a:lnTo>
                  <a:lnTo>
                    <a:pt x="318788" y="529755"/>
                  </a:lnTo>
                  <a:lnTo>
                    <a:pt x="341069" y="494331"/>
                  </a:lnTo>
                  <a:lnTo>
                    <a:pt x="365409" y="459759"/>
                  </a:lnTo>
                  <a:lnTo>
                    <a:pt x="391751" y="426083"/>
                  </a:lnTo>
                  <a:lnTo>
                    <a:pt x="420043" y="393347"/>
                  </a:lnTo>
                  <a:lnTo>
                    <a:pt x="450229" y="361595"/>
                  </a:lnTo>
                  <a:lnTo>
                    <a:pt x="482254" y="330871"/>
                  </a:lnTo>
                  <a:lnTo>
                    <a:pt x="516063" y="301219"/>
                  </a:lnTo>
                  <a:lnTo>
                    <a:pt x="551603" y="272682"/>
                  </a:lnTo>
                  <a:lnTo>
                    <a:pt x="588817" y="245305"/>
                  </a:lnTo>
                  <a:lnTo>
                    <a:pt x="627653" y="219132"/>
                  </a:lnTo>
                  <a:lnTo>
                    <a:pt x="668053" y="194207"/>
                  </a:lnTo>
                  <a:lnTo>
                    <a:pt x="709965" y="170573"/>
                  </a:lnTo>
                  <a:lnTo>
                    <a:pt x="753333" y="148274"/>
                  </a:lnTo>
                  <a:lnTo>
                    <a:pt x="798103" y="127355"/>
                  </a:lnTo>
                  <a:lnTo>
                    <a:pt x="844219" y="107859"/>
                  </a:lnTo>
                  <a:lnTo>
                    <a:pt x="891628" y="89830"/>
                  </a:lnTo>
                  <a:lnTo>
                    <a:pt x="940274" y="73313"/>
                  </a:lnTo>
                  <a:lnTo>
                    <a:pt x="990102" y="58350"/>
                  </a:lnTo>
                  <a:lnTo>
                    <a:pt x="1041058" y="44987"/>
                  </a:lnTo>
                  <a:lnTo>
                    <a:pt x="1093088" y="33267"/>
                  </a:lnTo>
                  <a:lnTo>
                    <a:pt x="1146136" y="23234"/>
                  </a:lnTo>
                  <a:lnTo>
                    <a:pt x="1200147" y="14931"/>
                  </a:lnTo>
                  <a:lnTo>
                    <a:pt x="1255068" y="8404"/>
                  </a:lnTo>
                  <a:lnTo>
                    <a:pt x="1310843" y="3695"/>
                  </a:lnTo>
                  <a:lnTo>
                    <a:pt x="1283405" y="2078"/>
                  </a:lnTo>
                  <a:lnTo>
                    <a:pt x="1255926" y="923"/>
                  </a:lnTo>
                  <a:lnTo>
                    <a:pt x="1228416" y="230"/>
                  </a:lnTo>
                  <a:lnTo>
                    <a:pt x="1200886" y="0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237022" y="2070703"/>
              <a:ext cx="2693670" cy="880110"/>
            </a:xfrm>
            <a:custGeom>
              <a:avLst/>
              <a:gdLst/>
              <a:ahLst/>
              <a:cxnLst/>
              <a:rect l="l" t="t" r="r" b="b"/>
              <a:pathLst>
                <a:path w="2693670" h="880110">
                  <a:moveTo>
                    <a:pt x="1310843" y="3695"/>
                  </a:moveTo>
                  <a:lnTo>
                    <a:pt x="1255068" y="8404"/>
                  </a:lnTo>
                  <a:lnTo>
                    <a:pt x="1200147" y="14931"/>
                  </a:lnTo>
                  <a:lnTo>
                    <a:pt x="1146136" y="23234"/>
                  </a:lnTo>
                  <a:lnTo>
                    <a:pt x="1093088" y="33267"/>
                  </a:lnTo>
                  <a:lnTo>
                    <a:pt x="1041058" y="44987"/>
                  </a:lnTo>
                  <a:lnTo>
                    <a:pt x="990102" y="58350"/>
                  </a:lnTo>
                  <a:lnTo>
                    <a:pt x="940274" y="73313"/>
                  </a:lnTo>
                  <a:lnTo>
                    <a:pt x="891628" y="89830"/>
                  </a:lnTo>
                  <a:lnTo>
                    <a:pt x="844219" y="107859"/>
                  </a:lnTo>
                  <a:lnTo>
                    <a:pt x="798103" y="127355"/>
                  </a:lnTo>
                  <a:lnTo>
                    <a:pt x="753333" y="148274"/>
                  </a:lnTo>
                  <a:lnTo>
                    <a:pt x="709965" y="170573"/>
                  </a:lnTo>
                  <a:lnTo>
                    <a:pt x="668053" y="194207"/>
                  </a:lnTo>
                  <a:lnTo>
                    <a:pt x="627653" y="219132"/>
                  </a:lnTo>
                  <a:lnTo>
                    <a:pt x="588817" y="245305"/>
                  </a:lnTo>
                  <a:lnTo>
                    <a:pt x="551603" y="272682"/>
                  </a:lnTo>
                  <a:lnTo>
                    <a:pt x="516063" y="301219"/>
                  </a:lnTo>
                  <a:lnTo>
                    <a:pt x="482254" y="330871"/>
                  </a:lnTo>
                  <a:lnTo>
                    <a:pt x="450229" y="361595"/>
                  </a:lnTo>
                  <a:lnTo>
                    <a:pt x="420043" y="393347"/>
                  </a:lnTo>
                  <a:lnTo>
                    <a:pt x="391751" y="426083"/>
                  </a:lnTo>
                  <a:lnTo>
                    <a:pt x="365409" y="459759"/>
                  </a:lnTo>
                  <a:lnTo>
                    <a:pt x="341069" y="494331"/>
                  </a:lnTo>
                  <a:lnTo>
                    <a:pt x="318788" y="529755"/>
                  </a:lnTo>
                  <a:lnTo>
                    <a:pt x="298621" y="565987"/>
                  </a:lnTo>
                  <a:lnTo>
                    <a:pt x="280620" y="602983"/>
                  </a:lnTo>
                  <a:lnTo>
                    <a:pt x="264843" y="640700"/>
                  </a:lnTo>
                  <a:lnTo>
                    <a:pt x="251342" y="679093"/>
                  </a:lnTo>
                  <a:lnTo>
                    <a:pt x="240173" y="718118"/>
                  </a:lnTo>
                  <a:lnTo>
                    <a:pt x="231391" y="757732"/>
                  </a:lnTo>
                  <a:lnTo>
                    <a:pt x="225051" y="797890"/>
                  </a:lnTo>
                  <a:lnTo>
                    <a:pt x="221206" y="838549"/>
                  </a:lnTo>
                  <a:lnTo>
                    <a:pt x="219913" y="879665"/>
                  </a:lnTo>
                  <a:lnTo>
                    <a:pt x="0" y="879665"/>
                  </a:lnTo>
                  <a:lnTo>
                    <a:pt x="1235" y="839399"/>
                  </a:lnTo>
                  <a:lnTo>
                    <a:pt x="4907" y="799598"/>
                  </a:lnTo>
                  <a:lnTo>
                    <a:pt x="10962" y="760300"/>
                  </a:lnTo>
                  <a:lnTo>
                    <a:pt x="19347" y="721544"/>
                  </a:lnTo>
                  <a:lnTo>
                    <a:pt x="30010" y="683370"/>
                  </a:lnTo>
                  <a:lnTo>
                    <a:pt x="42896" y="645815"/>
                  </a:lnTo>
                  <a:lnTo>
                    <a:pt x="57954" y="608919"/>
                  </a:lnTo>
                  <a:lnTo>
                    <a:pt x="75130" y="572721"/>
                  </a:lnTo>
                  <a:lnTo>
                    <a:pt x="94371" y="537260"/>
                  </a:lnTo>
                  <a:lnTo>
                    <a:pt x="115624" y="502573"/>
                  </a:lnTo>
                  <a:lnTo>
                    <a:pt x="138837" y="468701"/>
                  </a:lnTo>
                  <a:lnTo>
                    <a:pt x="163956" y="435681"/>
                  </a:lnTo>
                  <a:lnTo>
                    <a:pt x="190928" y="403553"/>
                  </a:lnTo>
                  <a:lnTo>
                    <a:pt x="219700" y="372356"/>
                  </a:lnTo>
                  <a:lnTo>
                    <a:pt x="250219" y="342128"/>
                  </a:lnTo>
                  <a:lnTo>
                    <a:pt x="282433" y="312908"/>
                  </a:lnTo>
                  <a:lnTo>
                    <a:pt x="316288" y="284735"/>
                  </a:lnTo>
                  <a:lnTo>
                    <a:pt x="351731" y="257648"/>
                  </a:lnTo>
                  <a:lnTo>
                    <a:pt x="388709" y="231685"/>
                  </a:lnTo>
                  <a:lnTo>
                    <a:pt x="427170" y="206886"/>
                  </a:lnTo>
                  <a:lnTo>
                    <a:pt x="467060" y="183289"/>
                  </a:lnTo>
                  <a:lnTo>
                    <a:pt x="508326" y="160933"/>
                  </a:lnTo>
                  <a:lnTo>
                    <a:pt x="550916" y="139857"/>
                  </a:lnTo>
                  <a:lnTo>
                    <a:pt x="594775" y="120100"/>
                  </a:lnTo>
                  <a:lnTo>
                    <a:pt x="639852" y="101700"/>
                  </a:lnTo>
                  <a:lnTo>
                    <a:pt x="686094" y="84696"/>
                  </a:lnTo>
                  <a:lnTo>
                    <a:pt x="733447" y="69128"/>
                  </a:lnTo>
                  <a:lnTo>
                    <a:pt x="781858" y="55034"/>
                  </a:lnTo>
                  <a:lnTo>
                    <a:pt x="831274" y="42452"/>
                  </a:lnTo>
                  <a:lnTo>
                    <a:pt x="881643" y="31422"/>
                  </a:lnTo>
                  <a:lnTo>
                    <a:pt x="932911" y="21982"/>
                  </a:lnTo>
                  <a:lnTo>
                    <a:pt x="985025" y="14172"/>
                  </a:lnTo>
                  <a:lnTo>
                    <a:pt x="1037933" y="8030"/>
                  </a:lnTo>
                  <a:lnTo>
                    <a:pt x="1091581" y="3594"/>
                  </a:lnTo>
                  <a:lnTo>
                    <a:pt x="1145916" y="905"/>
                  </a:lnTo>
                  <a:lnTo>
                    <a:pt x="1200886" y="0"/>
                  </a:lnTo>
                  <a:lnTo>
                    <a:pt x="1420799" y="0"/>
                  </a:lnTo>
                  <a:lnTo>
                    <a:pt x="1475319" y="898"/>
                  </a:lnTo>
                  <a:lnTo>
                    <a:pt x="1529316" y="3572"/>
                  </a:lnTo>
                  <a:lnTo>
                    <a:pt x="1582730" y="7986"/>
                  </a:lnTo>
                  <a:lnTo>
                    <a:pt x="1635500" y="14106"/>
                  </a:lnTo>
                  <a:lnTo>
                    <a:pt x="1687565" y="21898"/>
                  </a:lnTo>
                  <a:lnTo>
                    <a:pt x="1738866" y="31328"/>
                  </a:lnTo>
                  <a:lnTo>
                    <a:pt x="1789342" y="42361"/>
                  </a:lnTo>
                  <a:lnTo>
                    <a:pt x="1838933" y="54963"/>
                  </a:lnTo>
                  <a:lnTo>
                    <a:pt x="1887577" y="69100"/>
                  </a:lnTo>
                  <a:lnTo>
                    <a:pt x="1935215" y="84737"/>
                  </a:lnTo>
                  <a:lnTo>
                    <a:pt x="1981786" y="101840"/>
                  </a:lnTo>
                  <a:lnTo>
                    <a:pt x="2027230" y="120376"/>
                  </a:lnTo>
                  <a:lnTo>
                    <a:pt x="2071487" y="140308"/>
                  </a:lnTo>
                  <a:lnTo>
                    <a:pt x="2114495" y="161604"/>
                  </a:lnTo>
                  <a:lnTo>
                    <a:pt x="2156194" y="184229"/>
                  </a:lnTo>
                  <a:lnTo>
                    <a:pt x="2196525" y="208148"/>
                  </a:lnTo>
                  <a:lnTo>
                    <a:pt x="2235426" y="233328"/>
                  </a:lnTo>
                  <a:lnTo>
                    <a:pt x="2272837" y="259734"/>
                  </a:lnTo>
                  <a:lnTo>
                    <a:pt x="2308698" y="287331"/>
                  </a:lnTo>
                  <a:lnTo>
                    <a:pt x="2342948" y="316087"/>
                  </a:lnTo>
                  <a:lnTo>
                    <a:pt x="2375527" y="345965"/>
                  </a:lnTo>
                  <a:lnTo>
                    <a:pt x="2406374" y="376932"/>
                  </a:lnTo>
                  <a:lnTo>
                    <a:pt x="2435429" y="408953"/>
                  </a:lnTo>
                  <a:lnTo>
                    <a:pt x="2462632" y="441995"/>
                  </a:lnTo>
                  <a:lnTo>
                    <a:pt x="2487922" y="476023"/>
                  </a:lnTo>
                  <a:lnTo>
                    <a:pt x="2511238" y="511003"/>
                  </a:lnTo>
                  <a:lnTo>
                    <a:pt x="2532521" y="546900"/>
                  </a:lnTo>
                  <a:lnTo>
                    <a:pt x="2551709" y="583680"/>
                  </a:lnTo>
                  <a:lnTo>
                    <a:pt x="2568742" y="621308"/>
                  </a:lnTo>
                  <a:lnTo>
                    <a:pt x="2583561" y="659752"/>
                  </a:lnTo>
                  <a:lnTo>
                    <a:pt x="2693517" y="659752"/>
                  </a:lnTo>
                  <a:lnTo>
                    <a:pt x="2511729" y="879665"/>
                  </a:lnTo>
                  <a:lnTo>
                    <a:pt x="2253691" y="659752"/>
                  </a:lnTo>
                  <a:lnTo>
                    <a:pt x="2363647" y="659752"/>
                  </a:lnTo>
                  <a:lnTo>
                    <a:pt x="2348829" y="621308"/>
                  </a:lnTo>
                  <a:lnTo>
                    <a:pt x="2331795" y="583680"/>
                  </a:lnTo>
                  <a:lnTo>
                    <a:pt x="2312607" y="546900"/>
                  </a:lnTo>
                  <a:lnTo>
                    <a:pt x="2291324" y="511003"/>
                  </a:lnTo>
                  <a:lnTo>
                    <a:pt x="2268008" y="476023"/>
                  </a:lnTo>
                  <a:lnTo>
                    <a:pt x="2242718" y="441995"/>
                  </a:lnTo>
                  <a:lnTo>
                    <a:pt x="2215515" y="408953"/>
                  </a:lnTo>
                  <a:lnTo>
                    <a:pt x="2186459" y="376932"/>
                  </a:lnTo>
                  <a:lnTo>
                    <a:pt x="2155611" y="345965"/>
                  </a:lnTo>
                  <a:lnTo>
                    <a:pt x="2123032" y="316087"/>
                  </a:lnTo>
                  <a:lnTo>
                    <a:pt x="2088782" y="287331"/>
                  </a:lnTo>
                  <a:lnTo>
                    <a:pt x="2052920" y="259734"/>
                  </a:lnTo>
                  <a:lnTo>
                    <a:pt x="2015509" y="233328"/>
                  </a:lnTo>
                  <a:lnTo>
                    <a:pt x="1976607" y="208148"/>
                  </a:lnTo>
                  <a:lnTo>
                    <a:pt x="1936276" y="184229"/>
                  </a:lnTo>
                  <a:lnTo>
                    <a:pt x="1894577" y="161604"/>
                  </a:lnTo>
                  <a:lnTo>
                    <a:pt x="1851568" y="140308"/>
                  </a:lnTo>
                  <a:lnTo>
                    <a:pt x="1807312" y="120376"/>
                  </a:lnTo>
                  <a:lnTo>
                    <a:pt x="1761868" y="101840"/>
                  </a:lnTo>
                  <a:lnTo>
                    <a:pt x="1715296" y="84737"/>
                  </a:lnTo>
                  <a:lnTo>
                    <a:pt x="1667658" y="69100"/>
                  </a:lnTo>
                  <a:lnTo>
                    <a:pt x="1619014" y="54963"/>
                  </a:lnTo>
                  <a:lnTo>
                    <a:pt x="1569424" y="42361"/>
                  </a:lnTo>
                  <a:lnTo>
                    <a:pt x="1518948" y="31328"/>
                  </a:lnTo>
                  <a:lnTo>
                    <a:pt x="1467648" y="21898"/>
                  </a:lnTo>
                  <a:lnTo>
                    <a:pt x="1415583" y="14106"/>
                  </a:lnTo>
                  <a:lnTo>
                    <a:pt x="1362813" y="7986"/>
                  </a:lnTo>
                  <a:lnTo>
                    <a:pt x="1309401" y="3572"/>
                  </a:lnTo>
                  <a:lnTo>
                    <a:pt x="1255405" y="898"/>
                  </a:lnTo>
                  <a:lnTo>
                    <a:pt x="1200886" y="0"/>
                  </a:lnTo>
                </a:path>
              </a:pathLst>
            </a:custGeom>
            <a:ln w="12700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7554162" y="1712620"/>
            <a:ext cx="27514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Using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Screwdriver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90116" y="2063762"/>
            <a:ext cx="3295644" cy="439101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90842" y="3429000"/>
            <a:ext cx="1475190" cy="1965502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4280" y="6576726"/>
            <a:ext cx="220929" cy="16977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9694" y="517022"/>
            <a:ext cx="1240396" cy="22175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824951" y="645464"/>
            <a:ext cx="169545" cy="21590"/>
          </a:xfrm>
          <a:custGeom>
            <a:avLst/>
            <a:gdLst/>
            <a:ahLst/>
            <a:cxnLst/>
            <a:rect l="l" t="t" r="r" b="b"/>
            <a:pathLst>
              <a:path w="169544" h="21590">
                <a:moveTo>
                  <a:pt x="169519" y="0"/>
                </a:moveTo>
                <a:lnTo>
                  <a:pt x="0" y="0"/>
                </a:lnTo>
                <a:lnTo>
                  <a:pt x="0" y="21577"/>
                </a:lnTo>
                <a:lnTo>
                  <a:pt x="169519" y="21577"/>
                </a:lnTo>
                <a:lnTo>
                  <a:pt x="169519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69198" y="513300"/>
            <a:ext cx="5875642" cy="2254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1626"/>
            <a:ext cx="6437630" cy="7454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12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Coupled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body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with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variable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resistance</a:t>
            </a:r>
            <a:endParaRPr sz="24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125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Attach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mount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vehicle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steering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wheel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axle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104197" y="3121126"/>
            <a:ext cx="2719070" cy="3625850"/>
            <a:chOff x="5104197" y="3121126"/>
            <a:chExt cx="2719070" cy="3625850"/>
          </a:xfrm>
        </p:grpSpPr>
        <p:sp>
          <p:nvSpPr>
            <p:cNvPr id="9" name="object 9"/>
            <p:cNvSpPr/>
            <p:nvPr/>
          </p:nvSpPr>
          <p:spPr>
            <a:xfrm>
              <a:off x="6231602" y="3905886"/>
              <a:ext cx="1029969" cy="648970"/>
            </a:xfrm>
            <a:custGeom>
              <a:avLst/>
              <a:gdLst/>
              <a:ahLst/>
              <a:cxnLst/>
              <a:rect l="l" t="t" r="r" b="b"/>
              <a:pathLst>
                <a:path w="1029970" h="648970">
                  <a:moveTo>
                    <a:pt x="238798" y="0"/>
                  </a:moveTo>
                  <a:lnTo>
                    <a:pt x="0" y="230657"/>
                  </a:lnTo>
                  <a:lnTo>
                    <a:pt x="238798" y="477596"/>
                  </a:lnTo>
                  <a:lnTo>
                    <a:pt x="238798" y="358190"/>
                  </a:lnTo>
                  <a:lnTo>
                    <a:pt x="310856" y="363973"/>
                  </a:lnTo>
                  <a:lnTo>
                    <a:pt x="380478" y="371158"/>
                  </a:lnTo>
                  <a:lnTo>
                    <a:pt x="447498" y="379685"/>
                  </a:lnTo>
                  <a:lnTo>
                    <a:pt x="511749" y="389491"/>
                  </a:lnTo>
                  <a:lnTo>
                    <a:pt x="573064" y="400517"/>
                  </a:lnTo>
                  <a:lnTo>
                    <a:pt x="631276" y="412699"/>
                  </a:lnTo>
                  <a:lnTo>
                    <a:pt x="686218" y="425978"/>
                  </a:lnTo>
                  <a:lnTo>
                    <a:pt x="737724" y="440292"/>
                  </a:lnTo>
                  <a:lnTo>
                    <a:pt x="785626" y="455580"/>
                  </a:lnTo>
                  <a:lnTo>
                    <a:pt x="829758" y="471781"/>
                  </a:lnTo>
                  <a:lnTo>
                    <a:pt x="869953" y="488832"/>
                  </a:lnTo>
                  <a:lnTo>
                    <a:pt x="906043" y="506675"/>
                  </a:lnTo>
                  <a:lnTo>
                    <a:pt x="965246" y="544484"/>
                  </a:lnTo>
                  <a:lnTo>
                    <a:pt x="1006030" y="584720"/>
                  </a:lnTo>
                  <a:lnTo>
                    <a:pt x="1027062" y="626892"/>
                  </a:lnTo>
                  <a:lnTo>
                    <a:pt x="1029754" y="648550"/>
                  </a:lnTo>
                  <a:lnTo>
                    <a:pt x="1029754" y="409752"/>
                  </a:lnTo>
                  <a:lnTo>
                    <a:pt x="1019099" y="366796"/>
                  </a:lnTo>
                  <a:lnTo>
                    <a:pt x="988024" y="325531"/>
                  </a:lnTo>
                  <a:lnTo>
                    <a:pt x="937863" y="286447"/>
                  </a:lnTo>
                  <a:lnTo>
                    <a:pt x="869953" y="250034"/>
                  </a:lnTo>
                  <a:lnTo>
                    <a:pt x="829758" y="232983"/>
                  </a:lnTo>
                  <a:lnTo>
                    <a:pt x="785626" y="216782"/>
                  </a:lnTo>
                  <a:lnTo>
                    <a:pt x="737724" y="201494"/>
                  </a:lnTo>
                  <a:lnTo>
                    <a:pt x="686218" y="187180"/>
                  </a:lnTo>
                  <a:lnTo>
                    <a:pt x="631276" y="173901"/>
                  </a:lnTo>
                  <a:lnTo>
                    <a:pt x="573064" y="161719"/>
                  </a:lnTo>
                  <a:lnTo>
                    <a:pt x="511749" y="150693"/>
                  </a:lnTo>
                  <a:lnTo>
                    <a:pt x="447498" y="140887"/>
                  </a:lnTo>
                  <a:lnTo>
                    <a:pt x="380478" y="132360"/>
                  </a:lnTo>
                  <a:lnTo>
                    <a:pt x="310856" y="125175"/>
                  </a:lnTo>
                  <a:lnTo>
                    <a:pt x="238798" y="119392"/>
                  </a:lnTo>
                  <a:lnTo>
                    <a:pt x="23879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231597" y="4435043"/>
              <a:ext cx="1029969" cy="418465"/>
            </a:xfrm>
            <a:custGeom>
              <a:avLst/>
              <a:gdLst/>
              <a:ahLst/>
              <a:cxnLst/>
              <a:rect l="l" t="t" r="r" b="b"/>
              <a:pathLst>
                <a:path w="1029970" h="418464">
                  <a:moveTo>
                    <a:pt x="943787" y="0"/>
                  </a:moveTo>
                  <a:lnTo>
                    <a:pt x="885390" y="33034"/>
                  </a:lnTo>
                  <a:lnTo>
                    <a:pt x="814421" y="63289"/>
                  </a:lnTo>
                  <a:lnTo>
                    <a:pt x="774589" y="77305"/>
                  </a:lnTo>
                  <a:lnTo>
                    <a:pt x="732055" y="90542"/>
                  </a:lnTo>
                  <a:lnTo>
                    <a:pt x="686966" y="102972"/>
                  </a:lnTo>
                  <a:lnTo>
                    <a:pt x="639467" y="114569"/>
                  </a:lnTo>
                  <a:lnTo>
                    <a:pt x="589707" y="125303"/>
                  </a:lnTo>
                  <a:lnTo>
                    <a:pt x="537831" y="135147"/>
                  </a:lnTo>
                  <a:lnTo>
                    <a:pt x="483987" y="144073"/>
                  </a:lnTo>
                  <a:lnTo>
                    <a:pt x="428322" y="152054"/>
                  </a:lnTo>
                  <a:lnTo>
                    <a:pt x="370982" y="159061"/>
                  </a:lnTo>
                  <a:lnTo>
                    <a:pt x="312115" y="165066"/>
                  </a:lnTo>
                  <a:lnTo>
                    <a:pt x="251866" y="170042"/>
                  </a:lnTo>
                  <a:lnTo>
                    <a:pt x="190383" y="173961"/>
                  </a:lnTo>
                  <a:lnTo>
                    <a:pt x="127814" y="176795"/>
                  </a:lnTo>
                  <a:lnTo>
                    <a:pt x="64303" y="178515"/>
                  </a:lnTo>
                  <a:lnTo>
                    <a:pt x="0" y="179095"/>
                  </a:lnTo>
                  <a:lnTo>
                    <a:pt x="0" y="417893"/>
                  </a:lnTo>
                  <a:lnTo>
                    <a:pt x="70503" y="417204"/>
                  </a:lnTo>
                  <a:lnTo>
                    <a:pt x="139731" y="415168"/>
                  </a:lnTo>
                  <a:lnTo>
                    <a:pt x="207531" y="411829"/>
                  </a:lnTo>
                  <a:lnTo>
                    <a:pt x="273749" y="407230"/>
                  </a:lnTo>
                  <a:lnTo>
                    <a:pt x="338232" y="401418"/>
                  </a:lnTo>
                  <a:lnTo>
                    <a:pt x="400827" y="394436"/>
                  </a:lnTo>
                  <a:lnTo>
                    <a:pt x="461379" y="386328"/>
                  </a:lnTo>
                  <a:lnTo>
                    <a:pt x="519737" y="377140"/>
                  </a:lnTo>
                  <a:lnTo>
                    <a:pt x="575745" y="366915"/>
                  </a:lnTo>
                  <a:lnTo>
                    <a:pt x="629252" y="355698"/>
                  </a:lnTo>
                  <a:lnTo>
                    <a:pt x="680103" y="343534"/>
                  </a:lnTo>
                  <a:lnTo>
                    <a:pt x="728146" y="330466"/>
                  </a:lnTo>
                  <a:lnTo>
                    <a:pt x="773227" y="316540"/>
                  </a:lnTo>
                  <a:lnTo>
                    <a:pt x="815192" y="301800"/>
                  </a:lnTo>
                  <a:lnTo>
                    <a:pt x="853888" y="286290"/>
                  </a:lnTo>
                  <a:lnTo>
                    <a:pt x="889162" y="270056"/>
                  </a:lnTo>
                  <a:lnTo>
                    <a:pt x="948831" y="235588"/>
                  </a:lnTo>
                  <a:lnTo>
                    <a:pt x="992970" y="198753"/>
                  </a:lnTo>
                  <a:lnTo>
                    <a:pt x="1020353" y="159907"/>
                  </a:lnTo>
                  <a:lnTo>
                    <a:pt x="1029754" y="119405"/>
                  </a:lnTo>
                  <a:lnTo>
                    <a:pt x="1024296" y="88705"/>
                  </a:lnTo>
                  <a:lnTo>
                    <a:pt x="1008035" y="58412"/>
                  </a:lnTo>
                  <a:lnTo>
                    <a:pt x="981142" y="28763"/>
                  </a:lnTo>
                  <a:lnTo>
                    <a:pt x="943787" y="0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231597" y="3905884"/>
              <a:ext cx="1029969" cy="947419"/>
            </a:xfrm>
            <a:custGeom>
              <a:avLst/>
              <a:gdLst/>
              <a:ahLst/>
              <a:cxnLst/>
              <a:rect l="l" t="t" r="r" b="b"/>
              <a:pathLst>
                <a:path w="1029970" h="947420">
                  <a:moveTo>
                    <a:pt x="943787" y="529158"/>
                  </a:moveTo>
                  <a:lnTo>
                    <a:pt x="885390" y="562192"/>
                  </a:lnTo>
                  <a:lnTo>
                    <a:pt x="814421" y="592447"/>
                  </a:lnTo>
                  <a:lnTo>
                    <a:pt x="774589" y="606463"/>
                  </a:lnTo>
                  <a:lnTo>
                    <a:pt x="732055" y="619700"/>
                  </a:lnTo>
                  <a:lnTo>
                    <a:pt x="686966" y="632131"/>
                  </a:lnTo>
                  <a:lnTo>
                    <a:pt x="639467" y="643727"/>
                  </a:lnTo>
                  <a:lnTo>
                    <a:pt x="589707" y="654461"/>
                  </a:lnTo>
                  <a:lnTo>
                    <a:pt x="537831" y="664305"/>
                  </a:lnTo>
                  <a:lnTo>
                    <a:pt x="483987" y="673232"/>
                  </a:lnTo>
                  <a:lnTo>
                    <a:pt x="428322" y="681212"/>
                  </a:lnTo>
                  <a:lnTo>
                    <a:pt x="370982" y="688219"/>
                  </a:lnTo>
                  <a:lnTo>
                    <a:pt x="312115" y="694224"/>
                  </a:lnTo>
                  <a:lnTo>
                    <a:pt x="251866" y="699200"/>
                  </a:lnTo>
                  <a:lnTo>
                    <a:pt x="190383" y="703119"/>
                  </a:lnTo>
                  <a:lnTo>
                    <a:pt x="127814" y="705953"/>
                  </a:lnTo>
                  <a:lnTo>
                    <a:pt x="64303" y="707673"/>
                  </a:lnTo>
                  <a:lnTo>
                    <a:pt x="0" y="708253"/>
                  </a:lnTo>
                  <a:lnTo>
                    <a:pt x="0" y="947051"/>
                  </a:lnTo>
                  <a:lnTo>
                    <a:pt x="70503" y="946363"/>
                  </a:lnTo>
                  <a:lnTo>
                    <a:pt x="139731" y="944326"/>
                  </a:lnTo>
                  <a:lnTo>
                    <a:pt x="207531" y="940987"/>
                  </a:lnTo>
                  <a:lnTo>
                    <a:pt x="273749" y="936389"/>
                  </a:lnTo>
                  <a:lnTo>
                    <a:pt x="338232" y="930576"/>
                  </a:lnTo>
                  <a:lnTo>
                    <a:pt x="400827" y="923594"/>
                  </a:lnTo>
                  <a:lnTo>
                    <a:pt x="461379" y="915486"/>
                  </a:lnTo>
                  <a:lnTo>
                    <a:pt x="519737" y="906298"/>
                  </a:lnTo>
                  <a:lnTo>
                    <a:pt x="575745" y="896073"/>
                  </a:lnTo>
                  <a:lnTo>
                    <a:pt x="629252" y="884856"/>
                  </a:lnTo>
                  <a:lnTo>
                    <a:pt x="680103" y="872692"/>
                  </a:lnTo>
                  <a:lnTo>
                    <a:pt x="728146" y="859624"/>
                  </a:lnTo>
                  <a:lnTo>
                    <a:pt x="773227" y="845698"/>
                  </a:lnTo>
                  <a:lnTo>
                    <a:pt x="815192" y="830958"/>
                  </a:lnTo>
                  <a:lnTo>
                    <a:pt x="853888" y="815449"/>
                  </a:lnTo>
                  <a:lnTo>
                    <a:pt x="889162" y="799214"/>
                  </a:lnTo>
                  <a:lnTo>
                    <a:pt x="948831" y="764746"/>
                  </a:lnTo>
                  <a:lnTo>
                    <a:pt x="992970" y="727912"/>
                  </a:lnTo>
                  <a:lnTo>
                    <a:pt x="1020353" y="689065"/>
                  </a:lnTo>
                  <a:lnTo>
                    <a:pt x="1029754" y="648563"/>
                  </a:lnTo>
                  <a:lnTo>
                    <a:pt x="1029754" y="409752"/>
                  </a:lnTo>
                  <a:lnTo>
                    <a:pt x="1019099" y="366796"/>
                  </a:lnTo>
                  <a:lnTo>
                    <a:pt x="988025" y="325531"/>
                  </a:lnTo>
                  <a:lnTo>
                    <a:pt x="937866" y="286447"/>
                  </a:lnTo>
                  <a:lnTo>
                    <a:pt x="869956" y="250034"/>
                  </a:lnTo>
                  <a:lnTo>
                    <a:pt x="829762" y="232983"/>
                  </a:lnTo>
                  <a:lnTo>
                    <a:pt x="785631" y="216782"/>
                  </a:lnTo>
                  <a:lnTo>
                    <a:pt x="737729" y="201494"/>
                  </a:lnTo>
                  <a:lnTo>
                    <a:pt x="686224" y="187180"/>
                  </a:lnTo>
                  <a:lnTo>
                    <a:pt x="631282" y="173901"/>
                  </a:lnTo>
                  <a:lnTo>
                    <a:pt x="573069" y="161719"/>
                  </a:lnTo>
                  <a:lnTo>
                    <a:pt x="511754" y="150693"/>
                  </a:lnTo>
                  <a:lnTo>
                    <a:pt x="447503" y="140887"/>
                  </a:lnTo>
                  <a:lnTo>
                    <a:pt x="380481" y="132360"/>
                  </a:lnTo>
                  <a:lnTo>
                    <a:pt x="310857" y="125175"/>
                  </a:lnTo>
                  <a:lnTo>
                    <a:pt x="238798" y="119392"/>
                  </a:lnTo>
                  <a:lnTo>
                    <a:pt x="238798" y="0"/>
                  </a:lnTo>
                  <a:lnTo>
                    <a:pt x="0" y="230657"/>
                  </a:lnTo>
                  <a:lnTo>
                    <a:pt x="238798" y="477596"/>
                  </a:lnTo>
                  <a:lnTo>
                    <a:pt x="238798" y="358190"/>
                  </a:lnTo>
                  <a:lnTo>
                    <a:pt x="310857" y="363973"/>
                  </a:lnTo>
                  <a:lnTo>
                    <a:pt x="380481" y="371159"/>
                  </a:lnTo>
                  <a:lnTo>
                    <a:pt x="447503" y="379685"/>
                  </a:lnTo>
                  <a:lnTo>
                    <a:pt x="511754" y="389492"/>
                  </a:lnTo>
                  <a:lnTo>
                    <a:pt x="573069" y="400517"/>
                  </a:lnTo>
                  <a:lnTo>
                    <a:pt x="631282" y="412700"/>
                  </a:lnTo>
                  <a:lnTo>
                    <a:pt x="686224" y="425979"/>
                  </a:lnTo>
                  <a:lnTo>
                    <a:pt x="737729" y="440293"/>
                  </a:lnTo>
                  <a:lnTo>
                    <a:pt x="785631" y="455581"/>
                  </a:lnTo>
                  <a:lnTo>
                    <a:pt x="829762" y="471782"/>
                  </a:lnTo>
                  <a:lnTo>
                    <a:pt x="869956" y="488835"/>
                  </a:lnTo>
                  <a:lnTo>
                    <a:pt x="906047" y="506678"/>
                  </a:lnTo>
                  <a:lnTo>
                    <a:pt x="965248" y="544489"/>
                  </a:lnTo>
                  <a:lnTo>
                    <a:pt x="1006031" y="584727"/>
                  </a:lnTo>
                  <a:lnTo>
                    <a:pt x="1027062" y="626902"/>
                  </a:lnTo>
                  <a:lnTo>
                    <a:pt x="1029754" y="648563"/>
                  </a:lnTo>
                </a:path>
              </a:pathLst>
            </a:custGeom>
            <a:ln w="25400">
              <a:solidFill>
                <a:srgbClr val="38521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04197" y="3121126"/>
              <a:ext cx="2718951" cy="3625268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38368" y="2166415"/>
            <a:ext cx="5363210" cy="4168140"/>
            <a:chOff x="638368" y="2166415"/>
            <a:chExt cx="5363210" cy="4168140"/>
          </a:xfrm>
        </p:grpSpPr>
        <p:sp>
          <p:nvSpPr>
            <p:cNvPr id="14" name="object 14"/>
            <p:cNvSpPr/>
            <p:nvPr/>
          </p:nvSpPr>
          <p:spPr>
            <a:xfrm>
              <a:off x="4495873" y="2179111"/>
              <a:ext cx="1492885" cy="880110"/>
            </a:xfrm>
            <a:custGeom>
              <a:avLst/>
              <a:gdLst/>
              <a:ahLst/>
              <a:cxnLst/>
              <a:rect l="l" t="t" r="r" b="b"/>
              <a:pathLst>
                <a:path w="1492885" h="880110">
                  <a:moveTo>
                    <a:pt x="219913" y="0"/>
                  </a:moveTo>
                  <a:lnTo>
                    <a:pt x="0" y="0"/>
                  </a:lnTo>
                  <a:lnTo>
                    <a:pt x="54518" y="898"/>
                  </a:lnTo>
                  <a:lnTo>
                    <a:pt x="108514" y="3572"/>
                  </a:lnTo>
                  <a:lnTo>
                    <a:pt x="161927" y="7986"/>
                  </a:lnTo>
                  <a:lnTo>
                    <a:pt x="214696" y="14106"/>
                  </a:lnTo>
                  <a:lnTo>
                    <a:pt x="266761" y="21898"/>
                  </a:lnTo>
                  <a:lnTo>
                    <a:pt x="318061" y="31328"/>
                  </a:lnTo>
                  <a:lnTo>
                    <a:pt x="368537" y="42361"/>
                  </a:lnTo>
                  <a:lnTo>
                    <a:pt x="418127" y="54963"/>
                  </a:lnTo>
                  <a:lnTo>
                    <a:pt x="466771" y="69100"/>
                  </a:lnTo>
                  <a:lnTo>
                    <a:pt x="514409" y="84737"/>
                  </a:lnTo>
                  <a:lnTo>
                    <a:pt x="560980" y="101840"/>
                  </a:lnTo>
                  <a:lnTo>
                    <a:pt x="606424" y="120376"/>
                  </a:lnTo>
                  <a:lnTo>
                    <a:pt x="650681" y="140308"/>
                  </a:lnTo>
                  <a:lnTo>
                    <a:pt x="693689" y="161604"/>
                  </a:lnTo>
                  <a:lnTo>
                    <a:pt x="735388" y="184229"/>
                  </a:lnTo>
                  <a:lnTo>
                    <a:pt x="775719" y="208148"/>
                  </a:lnTo>
                  <a:lnTo>
                    <a:pt x="814620" y="233328"/>
                  </a:lnTo>
                  <a:lnTo>
                    <a:pt x="852031" y="259734"/>
                  </a:lnTo>
                  <a:lnTo>
                    <a:pt x="887892" y="287331"/>
                  </a:lnTo>
                  <a:lnTo>
                    <a:pt x="922142" y="316087"/>
                  </a:lnTo>
                  <a:lnTo>
                    <a:pt x="954721" y="345965"/>
                  </a:lnTo>
                  <a:lnTo>
                    <a:pt x="985568" y="376932"/>
                  </a:lnTo>
                  <a:lnTo>
                    <a:pt x="1014622" y="408953"/>
                  </a:lnTo>
                  <a:lnTo>
                    <a:pt x="1041825" y="441995"/>
                  </a:lnTo>
                  <a:lnTo>
                    <a:pt x="1067114" y="476023"/>
                  </a:lnTo>
                  <a:lnTo>
                    <a:pt x="1090429" y="511003"/>
                  </a:lnTo>
                  <a:lnTo>
                    <a:pt x="1111711" y="546900"/>
                  </a:lnTo>
                  <a:lnTo>
                    <a:pt x="1130898" y="583680"/>
                  </a:lnTo>
                  <a:lnTo>
                    <a:pt x="1147931" y="621308"/>
                  </a:lnTo>
                  <a:lnTo>
                    <a:pt x="1162748" y="659752"/>
                  </a:lnTo>
                  <a:lnTo>
                    <a:pt x="1052791" y="659752"/>
                  </a:lnTo>
                  <a:lnTo>
                    <a:pt x="1310843" y="879665"/>
                  </a:lnTo>
                  <a:lnTo>
                    <a:pt x="1492631" y="659752"/>
                  </a:lnTo>
                  <a:lnTo>
                    <a:pt x="1382674" y="659752"/>
                  </a:lnTo>
                  <a:lnTo>
                    <a:pt x="1367856" y="621308"/>
                  </a:lnTo>
                  <a:lnTo>
                    <a:pt x="1350822" y="583680"/>
                  </a:lnTo>
                  <a:lnTo>
                    <a:pt x="1331634" y="546900"/>
                  </a:lnTo>
                  <a:lnTo>
                    <a:pt x="1310351" y="511003"/>
                  </a:lnTo>
                  <a:lnTo>
                    <a:pt x="1287034" y="476023"/>
                  </a:lnTo>
                  <a:lnTo>
                    <a:pt x="1261744" y="441995"/>
                  </a:lnTo>
                  <a:lnTo>
                    <a:pt x="1234541" y="408953"/>
                  </a:lnTo>
                  <a:lnTo>
                    <a:pt x="1205486" y="376932"/>
                  </a:lnTo>
                  <a:lnTo>
                    <a:pt x="1174638" y="345965"/>
                  </a:lnTo>
                  <a:lnTo>
                    <a:pt x="1142059" y="316087"/>
                  </a:lnTo>
                  <a:lnTo>
                    <a:pt x="1107808" y="287331"/>
                  </a:lnTo>
                  <a:lnTo>
                    <a:pt x="1071947" y="259734"/>
                  </a:lnTo>
                  <a:lnTo>
                    <a:pt x="1034535" y="233328"/>
                  </a:lnTo>
                  <a:lnTo>
                    <a:pt x="995634" y="208148"/>
                  </a:lnTo>
                  <a:lnTo>
                    <a:pt x="955303" y="184229"/>
                  </a:lnTo>
                  <a:lnTo>
                    <a:pt x="913603" y="161604"/>
                  </a:lnTo>
                  <a:lnTo>
                    <a:pt x="870595" y="140308"/>
                  </a:lnTo>
                  <a:lnTo>
                    <a:pt x="826338" y="120376"/>
                  </a:lnTo>
                  <a:lnTo>
                    <a:pt x="780894" y="101840"/>
                  </a:lnTo>
                  <a:lnTo>
                    <a:pt x="734323" y="84737"/>
                  </a:lnTo>
                  <a:lnTo>
                    <a:pt x="686685" y="69100"/>
                  </a:lnTo>
                  <a:lnTo>
                    <a:pt x="638041" y="54963"/>
                  </a:lnTo>
                  <a:lnTo>
                    <a:pt x="588450" y="42361"/>
                  </a:lnTo>
                  <a:lnTo>
                    <a:pt x="537975" y="31328"/>
                  </a:lnTo>
                  <a:lnTo>
                    <a:pt x="486674" y="21898"/>
                  </a:lnTo>
                  <a:lnTo>
                    <a:pt x="434609" y="14106"/>
                  </a:lnTo>
                  <a:lnTo>
                    <a:pt x="381840" y="7986"/>
                  </a:lnTo>
                  <a:lnTo>
                    <a:pt x="328427" y="3572"/>
                  </a:lnTo>
                  <a:lnTo>
                    <a:pt x="274431" y="898"/>
                  </a:lnTo>
                  <a:lnTo>
                    <a:pt x="21991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294981" y="2179115"/>
              <a:ext cx="1311275" cy="880110"/>
            </a:xfrm>
            <a:custGeom>
              <a:avLst/>
              <a:gdLst/>
              <a:ahLst/>
              <a:cxnLst/>
              <a:rect l="l" t="t" r="r" b="b"/>
              <a:pathLst>
                <a:path w="1311275" h="880110">
                  <a:moveTo>
                    <a:pt x="1200886" y="0"/>
                  </a:moveTo>
                  <a:lnTo>
                    <a:pt x="1145916" y="905"/>
                  </a:lnTo>
                  <a:lnTo>
                    <a:pt x="1091581" y="3594"/>
                  </a:lnTo>
                  <a:lnTo>
                    <a:pt x="1037933" y="8030"/>
                  </a:lnTo>
                  <a:lnTo>
                    <a:pt x="985025" y="14172"/>
                  </a:lnTo>
                  <a:lnTo>
                    <a:pt x="932911" y="21982"/>
                  </a:lnTo>
                  <a:lnTo>
                    <a:pt x="881643" y="31422"/>
                  </a:lnTo>
                  <a:lnTo>
                    <a:pt x="831274" y="42452"/>
                  </a:lnTo>
                  <a:lnTo>
                    <a:pt x="781858" y="55034"/>
                  </a:lnTo>
                  <a:lnTo>
                    <a:pt x="733447" y="69128"/>
                  </a:lnTo>
                  <a:lnTo>
                    <a:pt x="686094" y="84696"/>
                  </a:lnTo>
                  <a:lnTo>
                    <a:pt x="639852" y="101700"/>
                  </a:lnTo>
                  <a:lnTo>
                    <a:pt x="594775" y="120100"/>
                  </a:lnTo>
                  <a:lnTo>
                    <a:pt x="550916" y="139857"/>
                  </a:lnTo>
                  <a:lnTo>
                    <a:pt x="508326" y="160933"/>
                  </a:lnTo>
                  <a:lnTo>
                    <a:pt x="467060" y="183289"/>
                  </a:lnTo>
                  <a:lnTo>
                    <a:pt x="427170" y="206886"/>
                  </a:lnTo>
                  <a:lnTo>
                    <a:pt x="388709" y="231685"/>
                  </a:lnTo>
                  <a:lnTo>
                    <a:pt x="351731" y="257648"/>
                  </a:lnTo>
                  <a:lnTo>
                    <a:pt x="316288" y="284735"/>
                  </a:lnTo>
                  <a:lnTo>
                    <a:pt x="282433" y="312908"/>
                  </a:lnTo>
                  <a:lnTo>
                    <a:pt x="250219" y="342128"/>
                  </a:lnTo>
                  <a:lnTo>
                    <a:pt x="219700" y="372356"/>
                  </a:lnTo>
                  <a:lnTo>
                    <a:pt x="190928" y="403553"/>
                  </a:lnTo>
                  <a:lnTo>
                    <a:pt x="163956" y="435681"/>
                  </a:lnTo>
                  <a:lnTo>
                    <a:pt x="138837" y="468701"/>
                  </a:lnTo>
                  <a:lnTo>
                    <a:pt x="115624" y="502573"/>
                  </a:lnTo>
                  <a:lnTo>
                    <a:pt x="94371" y="537260"/>
                  </a:lnTo>
                  <a:lnTo>
                    <a:pt x="75130" y="572721"/>
                  </a:lnTo>
                  <a:lnTo>
                    <a:pt x="57954" y="608919"/>
                  </a:lnTo>
                  <a:lnTo>
                    <a:pt x="42896" y="645815"/>
                  </a:lnTo>
                  <a:lnTo>
                    <a:pt x="30010" y="683370"/>
                  </a:lnTo>
                  <a:lnTo>
                    <a:pt x="19347" y="721544"/>
                  </a:lnTo>
                  <a:lnTo>
                    <a:pt x="10962" y="760300"/>
                  </a:lnTo>
                  <a:lnTo>
                    <a:pt x="4907" y="799598"/>
                  </a:lnTo>
                  <a:lnTo>
                    <a:pt x="1235" y="839399"/>
                  </a:lnTo>
                  <a:lnTo>
                    <a:pt x="0" y="879665"/>
                  </a:lnTo>
                  <a:lnTo>
                    <a:pt x="219913" y="879665"/>
                  </a:lnTo>
                  <a:lnTo>
                    <a:pt x="221206" y="838549"/>
                  </a:lnTo>
                  <a:lnTo>
                    <a:pt x="225051" y="797890"/>
                  </a:lnTo>
                  <a:lnTo>
                    <a:pt x="231391" y="757732"/>
                  </a:lnTo>
                  <a:lnTo>
                    <a:pt x="240173" y="718118"/>
                  </a:lnTo>
                  <a:lnTo>
                    <a:pt x="251342" y="679093"/>
                  </a:lnTo>
                  <a:lnTo>
                    <a:pt x="264843" y="640700"/>
                  </a:lnTo>
                  <a:lnTo>
                    <a:pt x="280620" y="602983"/>
                  </a:lnTo>
                  <a:lnTo>
                    <a:pt x="298621" y="565987"/>
                  </a:lnTo>
                  <a:lnTo>
                    <a:pt x="318788" y="529755"/>
                  </a:lnTo>
                  <a:lnTo>
                    <a:pt x="341069" y="494331"/>
                  </a:lnTo>
                  <a:lnTo>
                    <a:pt x="365409" y="459759"/>
                  </a:lnTo>
                  <a:lnTo>
                    <a:pt x="391751" y="426083"/>
                  </a:lnTo>
                  <a:lnTo>
                    <a:pt x="420043" y="393347"/>
                  </a:lnTo>
                  <a:lnTo>
                    <a:pt x="450229" y="361595"/>
                  </a:lnTo>
                  <a:lnTo>
                    <a:pt x="482254" y="330871"/>
                  </a:lnTo>
                  <a:lnTo>
                    <a:pt x="516063" y="301219"/>
                  </a:lnTo>
                  <a:lnTo>
                    <a:pt x="551603" y="272682"/>
                  </a:lnTo>
                  <a:lnTo>
                    <a:pt x="588817" y="245305"/>
                  </a:lnTo>
                  <a:lnTo>
                    <a:pt x="627653" y="219132"/>
                  </a:lnTo>
                  <a:lnTo>
                    <a:pt x="668053" y="194207"/>
                  </a:lnTo>
                  <a:lnTo>
                    <a:pt x="709965" y="170573"/>
                  </a:lnTo>
                  <a:lnTo>
                    <a:pt x="753333" y="148274"/>
                  </a:lnTo>
                  <a:lnTo>
                    <a:pt x="798103" y="127355"/>
                  </a:lnTo>
                  <a:lnTo>
                    <a:pt x="844219" y="107859"/>
                  </a:lnTo>
                  <a:lnTo>
                    <a:pt x="891628" y="89830"/>
                  </a:lnTo>
                  <a:lnTo>
                    <a:pt x="940274" y="73313"/>
                  </a:lnTo>
                  <a:lnTo>
                    <a:pt x="990102" y="58350"/>
                  </a:lnTo>
                  <a:lnTo>
                    <a:pt x="1041058" y="44987"/>
                  </a:lnTo>
                  <a:lnTo>
                    <a:pt x="1093088" y="33267"/>
                  </a:lnTo>
                  <a:lnTo>
                    <a:pt x="1146136" y="23234"/>
                  </a:lnTo>
                  <a:lnTo>
                    <a:pt x="1200147" y="14931"/>
                  </a:lnTo>
                  <a:lnTo>
                    <a:pt x="1255068" y="8404"/>
                  </a:lnTo>
                  <a:lnTo>
                    <a:pt x="1310843" y="3695"/>
                  </a:lnTo>
                  <a:lnTo>
                    <a:pt x="1283405" y="2078"/>
                  </a:lnTo>
                  <a:lnTo>
                    <a:pt x="1255926" y="923"/>
                  </a:lnTo>
                  <a:lnTo>
                    <a:pt x="1228416" y="230"/>
                  </a:lnTo>
                  <a:lnTo>
                    <a:pt x="1200886" y="0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294981" y="2179115"/>
              <a:ext cx="2693670" cy="880110"/>
            </a:xfrm>
            <a:custGeom>
              <a:avLst/>
              <a:gdLst/>
              <a:ahLst/>
              <a:cxnLst/>
              <a:rect l="l" t="t" r="r" b="b"/>
              <a:pathLst>
                <a:path w="2693670" h="880110">
                  <a:moveTo>
                    <a:pt x="1310843" y="3695"/>
                  </a:moveTo>
                  <a:lnTo>
                    <a:pt x="1255068" y="8404"/>
                  </a:lnTo>
                  <a:lnTo>
                    <a:pt x="1200147" y="14931"/>
                  </a:lnTo>
                  <a:lnTo>
                    <a:pt x="1146136" y="23234"/>
                  </a:lnTo>
                  <a:lnTo>
                    <a:pt x="1093088" y="33267"/>
                  </a:lnTo>
                  <a:lnTo>
                    <a:pt x="1041058" y="44987"/>
                  </a:lnTo>
                  <a:lnTo>
                    <a:pt x="990102" y="58350"/>
                  </a:lnTo>
                  <a:lnTo>
                    <a:pt x="940274" y="73313"/>
                  </a:lnTo>
                  <a:lnTo>
                    <a:pt x="891628" y="89830"/>
                  </a:lnTo>
                  <a:lnTo>
                    <a:pt x="844219" y="107859"/>
                  </a:lnTo>
                  <a:lnTo>
                    <a:pt x="798103" y="127355"/>
                  </a:lnTo>
                  <a:lnTo>
                    <a:pt x="753333" y="148274"/>
                  </a:lnTo>
                  <a:lnTo>
                    <a:pt x="709965" y="170573"/>
                  </a:lnTo>
                  <a:lnTo>
                    <a:pt x="668053" y="194207"/>
                  </a:lnTo>
                  <a:lnTo>
                    <a:pt x="627653" y="219132"/>
                  </a:lnTo>
                  <a:lnTo>
                    <a:pt x="588817" y="245305"/>
                  </a:lnTo>
                  <a:lnTo>
                    <a:pt x="551603" y="272682"/>
                  </a:lnTo>
                  <a:lnTo>
                    <a:pt x="516063" y="301219"/>
                  </a:lnTo>
                  <a:lnTo>
                    <a:pt x="482254" y="330871"/>
                  </a:lnTo>
                  <a:lnTo>
                    <a:pt x="450229" y="361595"/>
                  </a:lnTo>
                  <a:lnTo>
                    <a:pt x="420043" y="393347"/>
                  </a:lnTo>
                  <a:lnTo>
                    <a:pt x="391751" y="426083"/>
                  </a:lnTo>
                  <a:lnTo>
                    <a:pt x="365409" y="459759"/>
                  </a:lnTo>
                  <a:lnTo>
                    <a:pt x="341069" y="494331"/>
                  </a:lnTo>
                  <a:lnTo>
                    <a:pt x="318788" y="529755"/>
                  </a:lnTo>
                  <a:lnTo>
                    <a:pt x="298621" y="565987"/>
                  </a:lnTo>
                  <a:lnTo>
                    <a:pt x="280620" y="602983"/>
                  </a:lnTo>
                  <a:lnTo>
                    <a:pt x="264843" y="640700"/>
                  </a:lnTo>
                  <a:lnTo>
                    <a:pt x="251342" y="679093"/>
                  </a:lnTo>
                  <a:lnTo>
                    <a:pt x="240173" y="718118"/>
                  </a:lnTo>
                  <a:lnTo>
                    <a:pt x="231391" y="757732"/>
                  </a:lnTo>
                  <a:lnTo>
                    <a:pt x="225051" y="797890"/>
                  </a:lnTo>
                  <a:lnTo>
                    <a:pt x="221206" y="838549"/>
                  </a:lnTo>
                  <a:lnTo>
                    <a:pt x="219913" y="879665"/>
                  </a:lnTo>
                  <a:lnTo>
                    <a:pt x="0" y="879665"/>
                  </a:lnTo>
                  <a:lnTo>
                    <a:pt x="1235" y="839399"/>
                  </a:lnTo>
                  <a:lnTo>
                    <a:pt x="4907" y="799598"/>
                  </a:lnTo>
                  <a:lnTo>
                    <a:pt x="10962" y="760300"/>
                  </a:lnTo>
                  <a:lnTo>
                    <a:pt x="19347" y="721544"/>
                  </a:lnTo>
                  <a:lnTo>
                    <a:pt x="30010" y="683370"/>
                  </a:lnTo>
                  <a:lnTo>
                    <a:pt x="42896" y="645815"/>
                  </a:lnTo>
                  <a:lnTo>
                    <a:pt x="57954" y="608919"/>
                  </a:lnTo>
                  <a:lnTo>
                    <a:pt x="75130" y="572721"/>
                  </a:lnTo>
                  <a:lnTo>
                    <a:pt x="94371" y="537260"/>
                  </a:lnTo>
                  <a:lnTo>
                    <a:pt x="115624" y="502573"/>
                  </a:lnTo>
                  <a:lnTo>
                    <a:pt x="138837" y="468701"/>
                  </a:lnTo>
                  <a:lnTo>
                    <a:pt x="163956" y="435681"/>
                  </a:lnTo>
                  <a:lnTo>
                    <a:pt x="190928" y="403553"/>
                  </a:lnTo>
                  <a:lnTo>
                    <a:pt x="219700" y="372356"/>
                  </a:lnTo>
                  <a:lnTo>
                    <a:pt x="250219" y="342128"/>
                  </a:lnTo>
                  <a:lnTo>
                    <a:pt x="282433" y="312908"/>
                  </a:lnTo>
                  <a:lnTo>
                    <a:pt x="316288" y="284735"/>
                  </a:lnTo>
                  <a:lnTo>
                    <a:pt x="351731" y="257648"/>
                  </a:lnTo>
                  <a:lnTo>
                    <a:pt x="388709" y="231685"/>
                  </a:lnTo>
                  <a:lnTo>
                    <a:pt x="427170" y="206886"/>
                  </a:lnTo>
                  <a:lnTo>
                    <a:pt x="467060" y="183289"/>
                  </a:lnTo>
                  <a:lnTo>
                    <a:pt x="508326" y="160933"/>
                  </a:lnTo>
                  <a:lnTo>
                    <a:pt x="550916" y="139857"/>
                  </a:lnTo>
                  <a:lnTo>
                    <a:pt x="594775" y="120100"/>
                  </a:lnTo>
                  <a:lnTo>
                    <a:pt x="639852" y="101700"/>
                  </a:lnTo>
                  <a:lnTo>
                    <a:pt x="686094" y="84696"/>
                  </a:lnTo>
                  <a:lnTo>
                    <a:pt x="733447" y="69128"/>
                  </a:lnTo>
                  <a:lnTo>
                    <a:pt x="781858" y="55034"/>
                  </a:lnTo>
                  <a:lnTo>
                    <a:pt x="831274" y="42452"/>
                  </a:lnTo>
                  <a:lnTo>
                    <a:pt x="881643" y="31422"/>
                  </a:lnTo>
                  <a:lnTo>
                    <a:pt x="932911" y="21982"/>
                  </a:lnTo>
                  <a:lnTo>
                    <a:pt x="985025" y="14172"/>
                  </a:lnTo>
                  <a:lnTo>
                    <a:pt x="1037933" y="8030"/>
                  </a:lnTo>
                  <a:lnTo>
                    <a:pt x="1091581" y="3594"/>
                  </a:lnTo>
                  <a:lnTo>
                    <a:pt x="1145916" y="905"/>
                  </a:lnTo>
                  <a:lnTo>
                    <a:pt x="1200886" y="0"/>
                  </a:lnTo>
                  <a:lnTo>
                    <a:pt x="1420799" y="0"/>
                  </a:lnTo>
                  <a:lnTo>
                    <a:pt x="1475319" y="898"/>
                  </a:lnTo>
                  <a:lnTo>
                    <a:pt x="1529316" y="3572"/>
                  </a:lnTo>
                  <a:lnTo>
                    <a:pt x="1582730" y="7986"/>
                  </a:lnTo>
                  <a:lnTo>
                    <a:pt x="1635500" y="14106"/>
                  </a:lnTo>
                  <a:lnTo>
                    <a:pt x="1687565" y="21898"/>
                  </a:lnTo>
                  <a:lnTo>
                    <a:pt x="1738866" y="31328"/>
                  </a:lnTo>
                  <a:lnTo>
                    <a:pt x="1789342" y="42361"/>
                  </a:lnTo>
                  <a:lnTo>
                    <a:pt x="1838933" y="54963"/>
                  </a:lnTo>
                  <a:lnTo>
                    <a:pt x="1887577" y="69100"/>
                  </a:lnTo>
                  <a:lnTo>
                    <a:pt x="1935215" y="84737"/>
                  </a:lnTo>
                  <a:lnTo>
                    <a:pt x="1981786" y="101840"/>
                  </a:lnTo>
                  <a:lnTo>
                    <a:pt x="2027230" y="120376"/>
                  </a:lnTo>
                  <a:lnTo>
                    <a:pt x="2071487" y="140308"/>
                  </a:lnTo>
                  <a:lnTo>
                    <a:pt x="2114495" y="161604"/>
                  </a:lnTo>
                  <a:lnTo>
                    <a:pt x="2156194" y="184229"/>
                  </a:lnTo>
                  <a:lnTo>
                    <a:pt x="2196525" y="208148"/>
                  </a:lnTo>
                  <a:lnTo>
                    <a:pt x="2235426" y="233328"/>
                  </a:lnTo>
                  <a:lnTo>
                    <a:pt x="2272837" y="259734"/>
                  </a:lnTo>
                  <a:lnTo>
                    <a:pt x="2308698" y="287331"/>
                  </a:lnTo>
                  <a:lnTo>
                    <a:pt x="2342948" y="316087"/>
                  </a:lnTo>
                  <a:lnTo>
                    <a:pt x="2375527" y="345965"/>
                  </a:lnTo>
                  <a:lnTo>
                    <a:pt x="2406374" y="376932"/>
                  </a:lnTo>
                  <a:lnTo>
                    <a:pt x="2435429" y="408953"/>
                  </a:lnTo>
                  <a:lnTo>
                    <a:pt x="2462632" y="441995"/>
                  </a:lnTo>
                  <a:lnTo>
                    <a:pt x="2487922" y="476023"/>
                  </a:lnTo>
                  <a:lnTo>
                    <a:pt x="2511238" y="511003"/>
                  </a:lnTo>
                  <a:lnTo>
                    <a:pt x="2532521" y="546900"/>
                  </a:lnTo>
                  <a:lnTo>
                    <a:pt x="2551709" y="583680"/>
                  </a:lnTo>
                  <a:lnTo>
                    <a:pt x="2568742" y="621308"/>
                  </a:lnTo>
                  <a:lnTo>
                    <a:pt x="2583561" y="659752"/>
                  </a:lnTo>
                  <a:lnTo>
                    <a:pt x="2693517" y="659752"/>
                  </a:lnTo>
                  <a:lnTo>
                    <a:pt x="2511729" y="879665"/>
                  </a:lnTo>
                  <a:lnTo>
                    <a:pt x="2253691" y="659752"/>
                  </a:lnTo>
                  <a:lnTo>
                    <a:pt x="2363647" y="659752"/>
                  </a:lnTo>
                  <a:lnTo>
                    <a:pt x="2348829" y="621308"/>
                  </a:lnTo>
                  <a:lnTo>
                    <a:pt x="2331795" y="583680"/>
                  </a:lnTo>
                  <a:lnTo>
                    <a:pt x="2312607" y="546900"/>
                  </a:lnTo>
                  <a:lnTo>
                    <a:pt x="2291324" y="511003"/>
                  </a:lnTo>
                  <a:lnTo>
                    <a:pt x="2268008" y="476023"/>
                  </a:lnTo>
                  <a:lnTo>
                    <a:pt x="2242718" y="441995"/>
                  </a:lnTo>
                  <a:lnTo>
                    <a:pt x="2215515" y="408953"/>
                  </a:lnTo>
                  <a:lnTo>
                    <a:pt x="2186459" y="376932"/>
                  </a:lnTo>
                  <a:lnTo>
                    <a:pt x="2155611" y="345965"/>
                  </a:lnTo>
                  <a:lnTo>
                    <a:pt x="2123032" y="316087"/>
                  </a:lnTo>
                  <a:lnTo>
                    <a:pt x="2088782" y="287331"/>
                  </a:lnTo>
                  <a:lnTo>
                    <a:pt x="2052920" y="259734"/>
                  </a:lnTo>
                  <a:lnTo>
                    <a:pt x="2015509" y="233328"/>
                  </a:lnTo>
                  <a:lnTo>
                    <a:pt x="1976607" y="208148"/>
                  </a:lnTo>
                  <a:lnTo>
                    <a:pt x="1936276" y="184229"/>
                  </a:lnTo>
                  <a:lnTo>
                    <a:pt x="1894577" y="161604"/>
                  </a:lnTo>
                  <a:lnTo>
                    <a:pt x="1851568" y="140308"/>
                  </a:lnTo>
                  <a:lnTo>
                    <a:pt x="1807312" y="120376"/>
                  </a:lnTo>
                  <a:lnTo>
                    <a:pt x="1761868" y="101840"/>
                  </a:lnTo>
                  <a:lnTo>
                    <a:pt x="1715296" y="84737"/>
                  </a:lnTo>
                  <a:lnTo>
                    <a:pt x="1667658" y="69100"/>
                  </a:lnTo>
                  <a:lnTo>
                    <a:pt x="1619014" y="54963"/>
                  </a:lnTo>
                  <a:lnTo>
                    <a:pt x="1569424" y="42361"/>
                  </a:lnTo>
                  <a:lnTo>
                    <a:pt x="1518948" y="31328"/>
                  </a:lnTo>
                  <a:lnTo>
                    <a:pt x="1467648" y="21898"/>
                  </a:lnTo>
                  <a:lnTo>
                    <a:pt x="1415583" y="14106"/>
                  </a:lnTo>
                  <a:lnTo>
                    <a:pt x="1362813" y="7986"/>
                  </a:lnTo>
                  <a:lnTo>
                    <a:pt x="1309401" y="3572"/>
                  </a:lnTo>
                  <a:lnTo>
                    <a:pt x="1255405" y="898"/>
                  </a:lnTo>
                  <a:lnTo>
                    <a:pt x="1200886" y="0"/>
                  </a:lnTo>
                </a:path>
              </a:pathLst>
            </a:custGeom>
            <a:ln w="25400">
              <a:solidFill>
                <a:srgbClr val="38521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8368" y="2792247"/>
              <a:ext cx="2656607" cy="354213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303386" y="4683853"/>
              <a:ext cx="1345565" cy="114300"/>
            </a:xfrm>
            <a:custGeom>
              <a:avLst/>
              <a:gdLst/>
              <a:ahLst/>
              <a:cxnLst/>
              <a:rect l="l" t="t" r="r" b="b"/>
              <a:pathLst>
                <a:path w="1345564" h="114300">
                  <a:moveTo>
                    <a:pt x="0" y="114299"/>
                  </a:moveTo>
                  <a:lnTo>
                    <a:pt x="1344980" y="114299"/>
                  </a:lnTo>
                  <a:lnTo>
                    <a:pt x="1344980" y="0"/>
                  </a:lnTo>
                  <a:lnTo>
                    <a:pt x="0" y="0"/>
                  </a:lnTo>
                  <a:lnTo>
                    <a:pt x="0" y="114299"/>
                  </a:lnTo>
                  <a:close/>
                </a:path>
              </a:pathLst>
            </a:custGeom>
            <a:solidFill>
              <a:srgbClr val="8DC5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050864" y="4626649"/>
              <a:ext cx="267970" cy="259079"/>
            </a:xfrm>
            <a:custGeom>
              <a:avLst/>
              <a:gdLst/>
              <a:ahLst/>
              <a:cxnLst/>
              <a:rect l="l" t="t" r="r" b="b"/>
              <a:pathLst>
                <a:path w="267969" h="259079">
                  <a:moveTo>
                    <a:pt x="133731" y="0"/>
                  </a:moveTo>
                  <a:lnTo>
                    <a:pt x="81674" y="10162"/>
                  </a:lnTo>
                  <a:lnTo>
                    <a:pt x="39166" y="37876"/>
                  </a:lnTo>
                  <a:lnTo>
                    <a:pt x="10508" y="78979"/>
                  </a:lnTo>
                  <a:lnTo>
                    <a:pt x="0" y="129311"/>
                  </a:lnTo>
                  <a:lnTo>
                    <a:pt x="10508" y="179643"/>
                  </a:lnTo>
                  <a:lnTo>
                    <a:pt x="39166" y="220746"/>
                  </a:lnTo>
                  <a:lnTo>
                    <a:pt x="81674" y="248460"/>
                  </a:lnTo>
                  <a:lnTo>
                    <a:pt x="133731" y="258622"/>
                  </a:lnTo>
                  <a:lnTo>
                    <a:pt x="185787" y="248460"/>
                  </a:lnTo>
                  <a:lnTo>
                    <a:pt x="228295" y="220746"/>
                  </a:lnTo>
                  <a:lnTo>
                    <a:pt x="228575" y="220345"/>
                  </a:lnTo>
                  <a:lnTo>
                    <a:pt x="133731" y="220345"/>
                  </a:lnTo>
                  <a:lnTo>
                    <a:pt x="96574" y="213191"/>
                  </a:lnTo>
                  <a:lnTo>
                    <a:pt x="66228" y="193682"/>
                  </a:lnTo>
                  <a:lnTo>
                    <a:pt x="45768" y="164746"/>
                  </a:lnTo>
                  <a:lnTo>
                    <a:pt x="38265" y="129311"/>
                  </a:lnTo>
                  <a:lnTo>
                    <a:pt x="45768" y="93875"/>
                  </a:lnTo>
                  <a:lnTo>
                    <a:pt x="66228" y="64939"/>
                  </a:lnTo>
                  <a:lnTo>
                    <a:pt x="96574" y="45431"/>
                  </a:lnTo>
                  <a:lnTo>
                    <a:pt x="133731" y="38277"/>
                  </a:lnTo>
                  <a:lnTo>
                    <a:pt x="228575" y="38277"/>
                  </a:lnTo>
                  <a:lnTo>
                    <a:pt x="228295" y="37876"/>
                  </a:lnTo>
                  <a:lnTo>
                    <a:pt x="185787" y="10162"/>
                  </a:lnTo>
                  <a:lnTo>
                    <a:pt x="133731" y="0"/>
                  </a:lnTo>
                  <a:close/>
                </a:path>
                <a:path w="267969" h="259079">
                  <a:moveTo>
                    <a:pt x="228575" y="38277"/>
                  </a:moveTo>
                  <a:lnTo>
                    <a:pt x="133731" y="38277"/>
                  </a:lnTo>
                  <a:lnTo>
                    <a:pt x="170887" y="45431"/>
                  </a:lnTo>
                  <a:lnTo>
                    <a:pt x="201233" y="64939"/>
                  </a:lnTo>
                  <a:lnTo>
                    <a:pt x="221693" y="93875"/>
                  </a:lnTo>
                  <a:lnTo>
                    <a:pt x="229196" y="129311"/>
                  </a:lnTo>
                  <a:lnTo>
                    <a:pt x="221693" y="164746"/>
                  </a:lnTo>
                  <a:lnTo>
                    <a:pt x="201233" y="193682"/>
                  </a:lnTo>
                  <a:lnTo>
                    <a:pt x="170887" y="213191"/>
                  </a:lnTo>
                  <a:lnTo>
                    <a:pt x="133731" y="220345"/>
                  </a:lnTo>
                  <a:lnTo>
                    <a:pt x="228575" y="220345"/>
                  </a:lnTo>
                  <a:lnTo>
                    <a:pt x="256953" y="179643"/>
                  </a:lnTo>
                  <a:lnTo>
                    <a:pt x="267462" y="129311"/>
                  </a:lnTo>
                  <a:lnTo>
                    <a:pt x="256953" y="78979"/>
                  </a:lnTo>
                  <a:lnTo>
                    <a:pt x="228575" y="38277"/>
                  </a:lnTo>
                  <a:close/>
                </a:path>
              </a:pathLst>
            </a:custGeom>
            <a:solidFill>
              <a:srgbClr val="8DC5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050864" y="4626649"/>
              <a:ext cx="267970" cy="259079"/>
            </a:xfrm>
            <a:custGeom>
              <a:avLst/>
              <a:gdLst/>
              <a:ahLst/>
              <a:cxnLst/>
              <a:rect l="l" t="t" r="r" b="b"/>
              <a:pathLst>
                <a:path w="267969" h="259079">
                  <a:moveTo>
                    <a:pt x="0" y="129311"/>
                  </a:moveTo>
                  <a:lnTo>
                    <a:pt x="10508" y="78979"/>
                  </a:lnTo>
                  <a:lnTo>
                    <a:pt x="39166" y="37876"/>
                  </a:lnTo>
                  <a:lnTo>
                    <a:pt x="81674" y="10162"/>
                  </a:lnTo>
                  <a:lnTo>
                    <a:pt x="133731" y="0"/>
                  </a:lnTo>
                  <a:lnTo>
                    <a:pt x="185787" y="10162"/>
                  </a:lnTo>
                  <a:lnTo>
                    <a:pt x="228295" y="37876"/>
                  </a:lnTo>
                  <a:lnTo>
                    <a:pt x="256953" y="78979"/>
                  </a:lnTo>
                  <a:lnTo>
                    <a:pt x="267462" y="129311"/>
                  </a:lnTo>
                  <a:lnTo>
                    <a:pt x="256953" y="179643"/>
                  </a:lnTo>
                  <a:lnTo>
                    <a:pt x="228295" y="220746"/>
                  </a:lnTo>
                  <a:lnTo>
                    <a:pt x="185787" y="248460"/>
                  </a:lnTo>
                  <a:lnTo>
                    <a:pt x="133731" y="258622"/>
                  </a:lnTo>
                  <a:lnTo>
                    <a:pt x="81674" y="248460"/>
                  </a:lnTo>
                  <a:lnTo>
                    <a:pt x="39166" y="220746"/>
                  </a:lnTo>
                  <a:lnTo>
                    <a:pt x="10508" y="179643"/>
                  </a:lnTo>
                  <a:lnTo>
                    <a:pt x="0" y="129311"/>
                  </a:lnTo>
                  <a:close/>
                </a:path>
              </a:pathLst>
            </a:custGeom>
            <a:ln w="25400">
              <a:solidFill>
                <a:srgbClr val="38521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76429" y="4652227"/>
              <a:ext cx="216331" cy="20746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092426" y="4852939"/>
              <a:ext cx="267970" cy="259079"/>
            </a:xfrm>
            <a:custGeom>
              <a:avLst/>
              <a:gdLst/>
              <a:ahLst/>
              <a:cxnLst/>
              <a:rect l="l" t="t" r="r" b="b"/>
              <a:pathLst>
                <a:path w="267969" h="259079">
                  <a:moveTo>
                    <a:pt x="133731" y="0"/>
                  </a:moveTo>
                  <a:lnTo>
                    <a:pt x="81674" y="10162"/>
                  </a:lnTo>
                  <a:lnTo>
                    <a:pt x="39166" y="37876"/>
                  </a:lnTo>
                  <a:lnTo>
                    <a:pt x="10508" y="78979"/>
                  </a:lnTo>
                  <a:lnTo>
                    <a:pt x="0" y="129311"/>
                  </a:lnTo>
                  <a:lnTo>
                    <a:pt x="10508" y="179643"/>
                  </a:lnTo>
                  <a:lnTo>
                    <a:pt x="39166" y="220746"/>
                  </a:lnTo>
                  <a:lnTo>
                    <a:pt x="81674" y="248460"/>
                  </a:lnTo>
                  <a:lnTo>
                    <a:pt x="133731" y="258622"/>
                  </a:lnTo>
                  <a:lnTo>
                    <a:pt x="185787" y="248460"/>
                  </a:lnTo>
                  <a:lnTo>
                    <a:pt x="228295" y="220746"/>
                  </a:lnTo>
                  <a:lnTo>
                    <a:pt x="228575" y="220344"/>
                  </a:lnTo>
                  <a:lnTo>
                    <a:pt x="133731" y="220344"/>
                  </a:lnTo>
                  <a:lnTo>
                    <a:pt x="96574" y="213191"/>
                  </a:lnTo>
                  <a:lnTo>
                    <a:pt x="66228" y="193682"/>
                  </a:lnTo>
                  <a:lnTo>
                    <a:pt x="45768" y="164746"/>
                  </a:lnTo>
                  <a:lnTo>
                    <a:pt x="38265" y="129311"/>
                  </a:lnTo>
                  <a:lnTo>
                    <a:pt x="45768" y="93875"/>
                  </a:lnTo>
                  <a:lnTo>
                    <a:pt x="66228" y="64939"/>
                  </a:lnTo>
                  <a:lnTo>
                    <a:pt x="96574" y="45431"/>
                  </a:lnTo>
                  <a:lnTo>
                    <a:pt x="133731" y="38277"/>
                  </a:lnTo>
                  <a:lnTo>
                    <a:pt x="228575" y="38277"/>
                  </a:lnTo>
                  <a:lnTo>
                    <a:pt x="228295" y="37876"/>
                  </a:lnTo>
                  <a:lnTo>
                    <a:pt x="185787" y="10162"/>
                  </a:lnTo>
                  <a:lnTo>
                    <a:pt x="133731" y="0"/>
                  </a:lnTo>
                  <a:close/>
                </a:path>
                <a:path w="267969" h="259079">
                  <a:moveTo>
                    <a:pt x="228575" y="38277"/>
                  </a:moveTo>
                  <a:lnTo>
                    <a:pt x="133731" y="38277"/>
                  </a:lnTo>
                  <a:lnTo>
                    <a:pt x="170887" y="45431"/>
                  </a:lnTo>
                  <a:lnTo>
                    <a:pt x="201233" y="64939"/>
                  </a:lnTo>
                  <a:lnTo>
                    <a:pt x="221693" y="93875"/>
                  </a:lnTo>
                  <a:lnTo>
                    <a:pt x="229196" y="129311"/>
                  </a:lnTo>
                  <a:lnTo>
                    <a:pt x="221693" y="164746"/>
                  </a:lnTo>
                  <a:lnTo>
                    <a:pt x="201233" y="193682"/>
                  </a:lnTo>
                  <a:lnTo>
                    <a:pt x="170887" y="213191"/>
                  </a:lnTo>
                  <a:lnTo>
                    <a:pt x="133731" y="220344"/>
                  </a:lnTo>
                  <a:lnTo>
                    <a:pt x="228575" y="220344"/>
                  </a:lnTo>
                  <a:lnTo>
                    <a:pt x="256953" y="179643"/>
                  </a:lnTo>
                  <a:lnTo>
                    <a:pt x="267462" y="129311"/>
                  </a:lnTo>
                  <a:lnTo>
                    <a:pt x="256953" y="78979"/>
                  </a:lnTo>
                  <a:lnTo>
                    <a:pt x="228575" y="38277"/>
                  </a:lnTo>
                  <a:close/>
                </a:path>
              </a:pathLst>
            </a:custGeom>
            <a:solidFill>
              <a:srgbClr val="8DC5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092426" y="4852939"/>
              <a:ext cx="267970" cy="259079"/>
            </a:xfrm>
            <a:custGeom>
              <a:avLst/>
              <a:gdLst/>
              <a:ahLst/>
              <a:cxnLst/>
              <a:rect l="l" t="t" r="r" b="b"/>
              <a:pathLst>
                <a:path w="267969" h="259079">
                  <a:moveTo>
                    <a:pt x="0" y="129311"/>
                  </a:moveTo>
                  <a:lnTo>
                    <a:pt x="10508" y="78979"/>
                  </a:lnTo>
                  <a:lnTo>
                    <a:pt x="39166" y="37876"/>
                  </a:lnTo>
                  <a:lnTo>
                    <a:pt x="81674" y="10162"/>
                  </a:lnTo>
                  <a:lnTo>
                    <a:pt x="133731" y="0"/>
                  </a:lnTo>
                  <a:lnTo>
                    <a:pt x="185787" y="10162"/>
                  </a:lnTo>
                  <a:lnTo>
                    <a:pt x="228295" y="37876"/>
                  </a:lnTo>
                  <a:lnTo>
                    <a:pt x="256953" y="78979"/>
                  </a:lnTo>
                  <a:lnTo>
                    <a:pt x="267462" y="129311"/>
                  </a:lnTo>
                  <a:lnTo>
                    <a:pt x="256953" y="179643"/>
                  </a:lnTo>
                  <a:lnTo>
                    <a:pt x="228295" y="220746"/>
                  </a:lnTo>
                  <a:lnTo>
                    <a:pt x="185787" y="248460"/>
                  </a:lnTo>
                  <a:lnTo>
                    <a:pt x="133731" y="258622"/>
                  </a:lnTo>
                  <a:lnTo>
                    <a:pt x="81674" y="248460"/>
                  </a:lnTo>
                  <a:lnTo>
                    <a:pt x="39166" y="220746"/>
                  </a:lnTo>
                  <a:lnTo>
                    <a:pt x="10508" y="179643"/>
                  </a:lnTo>
                  <a:lnTo>
                    <a:pt x="0" y="129311"/>
                  </a:lnTo>
                  <a:close/>
                </a:path>
              </a:pathLst>
            </a:custGeom>
            <a:ln w="25400">
              <a:solidFill>
                <a:srgbClr val="38521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17991" y="4878516"/>
              <a:ext cx="216331" cy="20746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318326" y="4885272"/>
              <a:ext cx="1330325" cy="97155"/>
            </a:xfrm>
            <a:custGeom>
              <a:avLst/>
              <a:gdLst/>
              <a:ahLst/>
              <a:cxnLst/>
              <a:rect l="l" t="t" r="r" b="b"/>
              <a:pathLst>
                <a:path w="1330325" h="97154">
                  <a:moveTo>
                    <a:pt x="0" y="96977"/>
                  </a:moveTo>
                  <a:lnTo>
                    <a:pt x="1330032" y="0"/>
                  </a:lnTo>
                </a:path>
              </a:pathLst>
            </a:custGeom>
            <a:ln w="114300">
              <a:solidFill>
                <a:srgbClr val="8DC53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3685560" y="4414648"/>
            <a:ext cx="1075055" cy="1244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00AF50"/>
                </a:solidFill>
                <a:latin typeface="Arial"/>
                <a:cs typeface="Arial"/>
              </a:rPr>
              <a:t>Matching </a:t>
            </a:r>
            <a:r>
              <a:rPr dirty="0" sz="1600">
                <a:solidFill>
                  <a:srgbClr val="00AF50"/>
                </a:solidFill>
                <a:latin typeface="Arial"/>
                <a:cs typeface="Arial"/>
              </a:rPr>
              <a:t>mount</a:t>
            </a:r>
            <a:r>
              <a:rPr dirty="0" sz="1600" spc="-35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00AF50"/>
                </a:solidFill>
                <a:latin typeface="Arial"/>
                <a:cs typeface="Arial"/>
              </a:rPr>
              <a:t>hole </a:t>
            </a:r>
            <a:r>
              <a:rPr dirty="0" sz="1600" spc="-25">
                <a:solidFill>
                  <a:srgbClr val="00AF50"/>
                </a:solidFill>
                <a:latin typeface="Arial"/>
                <a:cs typeface="Arial"/>
              </a:rPr>
              <a:t>and </a:t>
            </a:r>
            <a:r>
              <a:rPr dirty="0" sz="1600" spc="-10">
                <a:solidFill>
                  <a:srgbClr val="00AF50"/>
                </a:solidFill>
                <a:latin typeface="Arial"/>
                <a:cs typeface="Arial"/>
              </a:rPr>
              <a:t>handleshaft </a:t>
            </a:r>
            <a:r>
              <a:rPr dirty="0" sz="1600" spc="-20">
                <a:solidFill>
                  <a:srgbClr val="00AF50"/>
                </a:solidFill>
                <a:latin typeface="Arial"/>
                <a:cs typeface="Arial"/>
              </a:rPr>
              <a:t>hole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27" name="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375740" y="2389952"/>
            <a:ext cx="2177887" cy="3871800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5477205" y="5183187"/>
            <a:ext cx="3301365" cy="365760"/>
          </a:xfrm>
          <a:prstGeom prst="rect">
            <a:avLst/>
          </a:prstGeom>
          <a:solidFill>
            <a:srgbClr val="00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615"/>
              </a:lnSpc>
            </a:pPr>
            <a:r>
              <a:rPr dirty="0" sz="2400" b="1">
                <a:solidFill>
                  <a:srgbClr val="0000FF"/>
                </a:solidFill>
                <a:latin typeface="Arial"/>
                <a:cs typeface="Arial"/>
              </a:rPr>
              <a:t>Set</a:t>
            </a:r>
            <a:r>
              <a:rPr dirty="0" sz="2400" spc="-3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FF"/>
                </a:solidFill>
                <a:latin typeface="Arial"/>
                <a:cs typeface="Arial"/>
              </a:rPr>
              <a:t>to</a:t>
            </a:r>
            <a:r>
              <a:rPr dirty="0" sz="2400" spc="-6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FF"/>
                </a:solidFill>
                <a:latin typeface="Arial"/>
                <a:cs typeface="Arial"/>
              </a:rPr>
              <a:t>rotate</a:t>
            </a:r>
            <a:r>
              <a:rPr dirty="0" sz="2400" spc="-4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FF"/>
                </a:solidFill>
                <a:latin typeface="Arial"/>
                <a:cs typeface="Arial"/>
              </a:rPr>
              <a:t>freely</a:t>
            </a:r>
            <a:r>
              <a:rPr dirty="0" sz="2400" spc="-5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spc="-20" b="1">
                <a:solidFill>
                  <a:srgbClr val="0000FF"/>
                </a:solidFill>
                <a:latin typeface="Arial"/>
                <a:cs typeface="Arial"/>
              </a:rPr>
              <a:t>left</a:t>
            </a:r>
            <a:endParaRPr sz="2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34277" y="5548947"/>
            <a:ext cx="1303020" cy="341630"/>
          </a:xfrm>
          <a:prstGeom prst="rect">
            <a:avLst/>
          </a:prstGeom>
          <a:solidFill>
            <a:srgbClr val="00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615"/>
              </a:lnSpc>
            </a:pPr>
            <a:r>
              <a:rPr dirty="0" sz="2400" b="1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dirty="0" sz="2400" spc="-2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00FF"/>
                </a:solidFill>
                <a:latin typeface="Arial"/>
                <a:cs typeface="Arial"/>
              </a:rPr>
              <a:t>right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585530" y="4017852"/>
            <a:ext cx="537845" cy="923925"/>
            <a:chOff x="6585530" y="4017852"/>
            <a:chExt cx="537845" cy="923925"/>
          </a:xfrm>
        </p:grpSpPr>
        <p:sp>
          <p:nvSpPr>
            <p:cNvPr id="31" name="object 31"/>
            <p:cNvSpPr/>
            <p:nvPr/>
          </p:nvSpPr>
          <p:spPr>
            <a:xfrm>
              <a:off x="6746393" y="4121863"/>
              <a:ext cx="339090" cy="716915"/>
            </a:xfrm>
            <a:custGeom>
              <a:avLst/>
              <a:gdLst/>
              <a:ahLst/>
              <a:cxnLst/>
              <a:rect l="l" t="t" r="r" b="b"/>
              <a:pathLst>
                <a:path w="339090" h="716914">
                  <a:moveTo>
                    <a:pt x="62636" y="0"/>
                  </a:moveTo>
                  <a:lnTo>
                    <a:pt x="98475" y="31377"/>
                  </a:lnTo>
                  <a:lnTo>
                    <a:pt x="136905" y="66223"/>
                  </a:lnTo>
                  <a:lnTo>
                    <a:pt x="176261" y="103834"/>
                  </a:lnTo>
                  <a:lnTo>
                    <a:pt x="214880" y="143508"/>
                  </a:lnTo>
                  <a:lnTo>
                    <a:pt x="251096" y="184540"/>
                  </a:lnTo>
                  <a:lnTo>
                    <a:pt x="283246" y="226228"/>
                  </a:lnTo>
                  <a:lnTo>
                    <a:pt x="309665" y="267870"/>
                  </a:lnTo>
                  <a:lnTo>
                    <a:pt x="328689" y="308761"/>
                  </a:lnTo>
                  <a:lnTo>
                    <a:pt x="338654" y="348200"/>
                  </a:lnTo>
                  <a:lnTo>
                    <a:pt x="337896" y="385483"/>
                  </a:lnTo>
                  <a:lnTo>
                    <a:pt x="309522" y="447826"/>
                  </a:lnTo>
                  <a:lnTo>
                    <a:pt x="283951" y="481136"/>
                  </a:lnTo>
                  <a:lnTo>
                    <a:pt x="252326" y="515332"/>
                  </a:lnTo>
                  <a:lnTo>
                    <a:pt x="215801" y="550008"/>
                  </a:lnTo>
                  <a:lnTo>
                    <a:pt x="175528" y="584760"/>
                  </a:lnTo>
                  <a:lnTo>
                    <a:pt x="132658" y="619182"/>
                  </a:lnTo>
                  <a:lnTo>
                    <a:pt x="88345" y="652869"/>
                  </a:lnTo>
                  <a:lnTo>
                    <a:pt x="43742" y="685417"/>
                  </a:lnTo>
                  <a:lnTo>
                    <a:pt x="0" y="716419"/>
                  </a:lnTo>
                </a:path>
              </a:pathLst>
            </a:custGeom>
            <a:ln w="7620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585522" y="4017860"/>
              <a:ext cx="284480" cy="923925"/>
            </a:xfrm>
            <a:custGeom>
              <a:avLst/>
              <a:gdLst/>
              <a:ahLst/>
              <a:cxnLst/>
              <a:rect l="l" t="t" r="r" b="b"/>
              <a:pathLst>
                <a:path w="284479" h="923925">
                  <a:moveTo>
                    <a:pt x="254127" y="896391"/>
                  </a:moveTo>
                  <a:lnTo>
                    <a:pt x="130708" y="703973"/>
                  </a:lnTo>
                  <a:lnTo>
                    <a:pt x="0" y="923594"/>
                  </a:lnTo>
                  <a:lnTo>
                    <a:pt x="254127" y="896391"/>
                  </a:lnTo>
                  <a:close/>
                </a:path>
                <a:path w="284479" h="923925">
                  <a:moveTo>
                    <a:pt x="284226" y="0"/>
                  </a:moveTo>
                  <a:lnTo>
                    <a:pt x="36944" y="64617"/>
                  </a:lnTo>
                  <a:lnTo>
                    <a:pt x="237007" y="223672"/>
                  </a:lnTo>
                  <a:lnTo>
                    <a:pt x="284226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4280" y="6576728"/>
            <a:ext cx="229857" cy="16977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9694" y="517022"/>
            <a:ext cx="1240396" cy="22175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824951" y="645464"/>
            <a:ext cx="169545" cy="21590"/>
          </a:xfrm>
          <a:custGeom>
            <a:avLst/>
            <a:gdLst/>
            <a:ahLst/>
            <a:cxnLst/>
            <a:rect l="l" t="t" r="r" b="b"/>
            <a:pathLst>
              <a:path w="169544" h="21590">
                <a:moveTo>
                  <a:pt x="169519" y="0"/>
                </a:moveTo>
                <a:lnTo>
                  <a:pt x="0" y="0"/>
                </a:lnTo>
                <a:lnTo>
                  <a:pt x="0" y="21577"/>
                </a:lnTo>
                <a:lnTo>
                  <a:pt x="169519" y="21577"/>
                </a:lnTo>
                <a:lnTo>
                  <a:pt x="169519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69198" y="513300"/>
            <a:ext cx="5875642" cy="2254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1626"/>
            <a:ext cx="7028815" cy="7454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12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Coupled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body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with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variable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resistance</a:t>
            </a:r>
            <a:endParaRPr sz="24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125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Put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top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plate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on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top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secure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it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with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bolts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nuts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85389" y="2557576"/>
            <a:ext cx="3473450" cy="2454275"/>
            <a:chOff x="985389" y="2557576"/>
            <a:chExt cx="3473450" cy="245427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87668" y="2557576"/>
              <a:ext cx="1365194" cy="120985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48841" y="4008843"/>
              <a:ext cx="1109557" cy="100246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94843" y="2804807"/>
              <a:ext cx="416570" cy="34795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91739" y="3316481"/>
              <a:ext cx="1758314" cy="1526540"/>
            </a:xfrm>
            <a:custGeom>
              <a:avLst/>
              <a:gdLst/>
              <a:ahLst/>
              <a:cxnLst/>
              <a:rect l="l" t="t" r="r" b="b"/>
              <a:pathLst>
                <a:path w="1758314" h="1526539">
                  <a:moveTo>
                    <a:pt x="1650860" y="0"/>
                  </a:moveTo>
                  <a:lnTo>
                    <a:pt x="0" y="1400086"/>
                  </a:lnTo>
                  <a:lnTo>
                    <a:pt x="107200" y="1526501"/>
                  </a:lnTo>
                  <a:lnTo>
                    <a:pt x="1758073" y="126415"/>
                  </a:lnTo>
                  <a:lnTo>
                    <a:pt x="16508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91739" y="3316481"/>
              <a:ext cx="1758314" cy="1526540"/>
            </a:xfrm>
            <a:custGeom>
              <a:avLst/>
              <a:gdLst/>
              <a:ahLst/>
              <a:cxnLst/>
              <a:rect l="l" t="t" r="r" b="b"/>
              <a:pathLst>
                <a:path w="1758314" h="1526539">
                  <a:moveTo>
                    <a:pt x="1650860" y="0"/>
                  </a:moveTo>
                  <a:lnTo>
                    <a:pt x="1758073" y="126415"/>
                  </a:lnTo>
                  <a:lnTo>
                    <a:pt x="107200" y="1526501"/>
                  </a:lnTo>
                  <a:lnTo>
                    <a:pt x="0" y="1400086"/>
                  </a:lnTo>
                  <a:lnTo>
                    <a:pt x="1650860" y="0"/>
                  </a:lnTo>
                  <a:close/>
                </a:path>
              </a:pathLst>
            </a:custGeom>
            <a:ln w="12700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511810" y="3074567"/>
              <a:ext cx="941069" cy="152400"/>
            </a:xfrm>
            <a:custGeom>
              <a:avLst/>
              <a:gdLst/>
              <a:ahLst/>
              <a:cxnLst/>
              <a:rect l="l" t="t" r="r" b="b"/>
              <a:pathLst>
                <a:path w="941069" h="152400">
                  <a:moveTo>
                    <a:pt x="0" y="0"/>
                  </a:moveTo>
                  <a:lnTo>
                    <a:pt x="68315" y="918"/>
                  </a:lnTo>
                  <a:lnTo>
                    <a:pt x="135497" y="3560"/>
                  </a:lnTo>
                  <a:lnTo>
                    <a:pt x="200416" y="7751"/>
                  </a:lnTo>
                  <a:lnTo>
                    <a:pt x="261937" y="13321"/>
                  </a:lnTo>
                  <a:lnTo>
                    <a:pt x="318929" y="20097"/>
                  </a:lnTo>
                  <a:lnTo>
                    <a:pt x="370260" y="27907"/>
                  </a:lnTo>
                  <a:lnTo>
                    <a:pt x="414797" y="36577"/>
                  </a:lnTo>
                  <a:lnTo>
                    <a:pt x="478960" y="55814"/>
                  </a:lnTo>
                  <a:lnTo>
                    <a:pt x="502361" y="76428"/>
                  </a:lnTo>
                  <a:lnTo>
                    <a:pt x="509886" y="88046"/>
                  </a:lnTo>
                  <a:lnTo>
                    <a:pt x="565333" y="110316"/>
                  </a:lnTo>
                  <a:lnTo>
                    <a:pt x="610089" y="120486"/>
                  </a:lnTo>
                  <a:lnTo>
                    <a:pt x="664087" y="129692"/>
                  </a:lnTo>
                  <a:lnTo>
                    <a:pt x="725743" y="137693"/>
                  </a:lnTo>
                  <a:lnTo>
                    <a:pt x="793475" y="144248"/>
                  </a:lnTo>
                  <a:lnTo>
                    <a:pt x="865698" y="149116"/>
                  </a:lnTo>
                  <a:lnTo>
                    <a:pt x="940828" y="152057"/>
                  </a:lnTo>
                </a:path>
              </a:pathLst>
            </a:custGeom>
            <a:ln w="63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439856" y="3188370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5" h="76200">
                  <a:moveTo>
                    <a:pt x="965" y="0"/>
                  </a:moveTo>
                  <a:lnTo>
                    <a:pt x="0" y="76200"/>
                  </a:lnTo>
                  <a:lnTo>
                    <a:pt x="76682" y="39065"/>
                  </a:lnTo>
                  <a:lnTo>
                    <a:pt x="9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969021" y="3493579"/>
              <a:ext cx="380365" cy="586740"/>
            </a:xfrm>
            <a:custGeom>
              <a:avLst/>
              <a:gdLst/>
              <a:ahLst/>
              <a:cxnLst/>
              <a:rect l="l" t="t" r="r" b="b"/>
              <a:pathLst>
                <a:path w="380364" h="586739">
                  <a:moveTo>
                    <a:pt x="379818" y="586155"/>
                  </a:moveTo>
                  <a:lnTo>
                    <a:pt x="376390" y="532243"/>
                  </a:lnTo>
                  <a:lnTo>
                    <a:pt x="366631" y="479667"/>
                  </a:lnTo>
                  <a:lnTo>
                    <a:pt x="351333" y="429766"/>
                  </a:lnTo>
                  <a:lnTo>
                    <a:pt x="331287" y="383875"/>
                  </a:lnTo>
                  <a:lnTo>
                    <a:pt x="307286" y="343331"/>
                  </a:lnTo>
                  <a:lnTo>
                    <a:pt x="280119" y="309470"/>
                  </a:lnTo>
                  <a:lnTo>
                    <a:pt x="250578" y="283629"/>
                  </a:lnTo>
                  <a:lnTo>
                    <a:pt x="187540" y="261353"/>
                  </a:lnTo>
                  <a:lnTo>
                    <a:pt x="151921" y="254155"/>
                  </a:lnTo>
                  <a:lnTo>
                    <a:pt x="117405" y="233803"/>
                  </a:lnTo>
                  <a:lnTo>
                    <a:pt x="85097" y="202163"/>
                  </a:lnTo>
                  <a:lnTo>
                    <a:pt x="56098" y="161098"/>
                  </a:lnTo>
                  <a:lnTo>
                    <a:pt x="31513" y="112473"/>
                  </a:lnTo>
                  <a:lnTo>
                    <a:pt x="12446" y="58152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931970" y="3430121"/>
              <a:ext cx="76200" cy="79375"/>
            </a:xfrm>
            <a:custGeom>
              <a:avLst/>
              <a:gdLst/>
              <a:ahLst/>
              <a:cxnLst/>
              <a:rect l="l" t="t" r="r" b="b"/>
              <a:pathLst>
                <a:path w="76200" h="79375">
                  <a:moveTo>
                    <a:pt x="32321" y="0"/>
                  </a:moveTo>
                  <a:lnTo>
                    <a:pt x="0" y="78828"/>
                  </a:lnTo>
                  <a:lnTo>
                    <a:pt x="75984" y="73151"/>
                  </a:lnTo>
                  <a:lnTo>
                    <a:pt x="3232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55191" y="5274645"/>
            <a:ext cx="378904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16660" marR="5080" indent="-120396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Large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bolts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nuts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secure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mount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456618" y="2315192"/>
            <a:ext cx="5541010" cy="3514090"/>
            <a:chOff x="5456618" y="2315192"/>
            <a:chExt cx="5541010" cy="3514090"/>
          </a:xfrm>
        </p:grpSpPr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86508" y="2315192"/>
              <a:ext cx="2410646" cy="351381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56618" y="2507170"/>
              <a:ext cx="2057790" cy="318165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114545" y="3622273"/>
              <a:ext cx="1690370" cy="1110615"/>
            </a:xfrm>
            <a:custGeom>
              <a:avLst/>
              <a:gdLst/>
              <a:ahLst/>
              <a:cxnLst/>
              <a:rect l="l" t="t" r="r" b="b"/>
              <a:pathLst>
                <a:path w="1690370" h="1110614">
                  <a:moveTo>
                    <a:pt x="0" y="0"/>
                  </a:moveTo>
                  <a:lnTo>
                    <a:pt x="58652" y="9378"/>
                  </a:lnTo>
                  <a:lnTo>
                    <a:pt x="116638" y="19979"/>
                  </a:lnTo>
                  <a:lnTo>
                    <a:pt x="173913" y="31775"/>
                  </a:lnTo>
                  <a:lnTo>
                    <a:pt x="230432" y="44737"/>
                  </a:lnTo>
                  <a:lnTo>
                    <a:pt x="286150" y="58836"/>
                  </a:lnTo>
                  <a:lnTo>
                    <a:pt x="341023" y="74044"/>
                  </a:lnTo>
                  <a:lnTo>
                    <a:pt x="395007" y="90333"/>
                  </a:lnTo>
                  <a:lnTo>
                    <a:pt x="448055" y="107674"/>
                  </a:lnTo>
                  <a:lnTo>
                    <a:pt x="500125" y="126039"/>
                  </a:lnTo>
                  <a:lnTo>
                    <a:pt x="551170" y="145398"/>
                  </a:lnTo>
                  <a:lnTo>
                    <a:pt x="601147" y="165725"/>
                  </a:lnTo>
                  <a:lnTo>
                    <a:pt x="650011" y="186989"/>
                  </a:lnTo>
                  <a:lnTo>
                    <a:pt x="697717" y="209164"/>
                  </a:lnTo>
                  <a:lnTo>
                    <a:pt x="744221" y="232219"/>
                  </a:lnTo>
                  <a:lnTo>
                    <a:pt x="789477" y="256127"/>
                  </a:lnTo>
                  <a:lnTo>
                    <a:pt x="833442" y="280860"/>
                  </a:lnTo>
                  <a:lnTo>
                    <a:pt x="876070" y="306389"/>
                  </a:lnTo>
                  <a:lnTo>
                    <a:pt x="917317" y="332685"/>
                  </a:lnTo>
                  <a:lnTo>
                    <a:pt x="957138" y="359720"/>
                  </a:lnTo>
                  <a:lnTo>
                    <a:pt x="995489" y="387465"/>
                  </a:lnTo>
                  <a:lnTo>
                    <a:pt x="1032325" y="415892"/>
                  </a:lnTo>
                  <a:lnTo>
                    <a:pt x="1067601" y="444973"/>
                  </a:lnTo>
                  <a:lnTo>
                    <a:pt x="1101273" y="474679"/>
                  </a:lnTo>
                  <a:lnTo>
                    <a:pt x="1133296" y="504982"/>
                  </a:lnTo>
                  <a:lnTo>
                    <a:pt x="1163625" y="535852"/>
                  </a:lnTo>
                  <a:lnTo>
                    <a:pt x="1192216" y="567263"/>
                  </a:lnTo>
                  <a:lnTo>
                    <a:pt x="1219024" y="599184"/>
                  </a:lnTo>
                  <a:lnTo>
                    <a:pt x="1244004" y="631589"/>
                  </a:lnTo>
                  <a:lnTo>
                    <a:pt x="1267112" y="664447"/>
                  </a:lnTo>
                  <a:lnTo>
                    <a:pt x="1288303" y="697731"/>
                  </a:lnTo>
                  <a:lnTo>
                    <a:pt x="1307533" y="731413"/>
                  </a:lnTo>
                  <a:lnTo>
                    <a:pt x="1324756" y="765463"/>
                  </a:lnTo>
                  <a:lnTo>
                    <a:pt x="1353005" y="834557"/>
                  </a:lnTo>
                  <a:lnTo>
                    <a:pt x="1363941" y="869543"/>
                  </a:lnTo>
                  <a:lnTo>
                    <a:pt x="1255179" y="853401"/>
                  </a:lnTo>
                  <a:lnTo>
                    <a:pt x="1488313" y="1110348"/>
                  </a:lnTo>
                  <a:lnTo>
                    <a:pt x="1690243" y="918006"/>
                  </a:lnTo>
                  <a:lnTo>
                    <a:pt x="1581467" y="901852"/>
                  </a:lnTo>
                  <a:lnTo>
                    <a:pt x="1570530" y="866866"/>
                  </a:lnTo>
                  <a:lnTo>
                    <a:pt x="1542281" y="797772"/>
                  </a:lnTo>
                  <a:lnTo>
                    <a:pt x="1525058" y="763722"/>
                  </a:lnTo>
                  <a:lnTo>
                    <a:pt x="1505829" y="730040"/>
                  </a:lnTo>
                  <a:lnTo>
                    <a:pt x="1484638" y="696756"/>
                  </a:lnTo>
                  <a:lnTo>
                    <a:pt x="1461530" y="663897"/>
                  </a:lnTo>
                  <a:lnTo>
                    <a:pt x="1436549" y="631493"/>
                  </a:lnTo>
                  <a:lnTo>
                    <a:pt x="1409742" y="599572"/>
                  </a:lnTo>
                  <a:lnTo>
                    <a:pt x="1381151" y="568161"/>
                  </a:lnTo>
                  <a:lnTo>
                    <a:pt x="1350822" y="537291"/>
                  </a:lnTo>
                  <a:lnTo>
                    <a:pt x="1318799" y="506988"/>
                  </a:lnTo>
                  <a:lnTo>
                    <a:pt x="1285127" y="477282"/>
                  </a:lnTo>
                  <a:lnTo>
                    <a:pt x="1249851" y="448201"/>
                  </a:lnTo>
                  <a:lnTo>
                    <a:pt x="1213015" y="419774"/>
                  </a:lnTo>
                  <a:lnTo>
                    <a:pt x="1174664" y="392028"/>
                  </a:lnTo>
                  <a:lnTo>
                    <a:pt x="1134842" y="364994"/>
                  </a:lnTo>
                  <a:lnTo>
                    <a:pt x="1093595" y="338698"/>
                  </a:lnTo>
                  <a:lnTo>
                    <a:pt x="1050967" y="313169"/>
                  </a:lnTo>
                  <a:lnTo>
                    <a:pt x="1007003" y="288436"/>
                  </a:lnTo>
                  <a:lnTo>
                    <a:pt x="961746" y="264528"/>
                  </a:lnTo>
                  <a:lnTo>
                    <a:pt x="915243" y="241472"/>
                  </a:lnTo>
                  <a:lnTo>
                    <a:pt x="867537" y="219298"/>
                  </a:lnTo>
                  <a:lnTo>
                    <a:pt x="818673" y="198033"/>
                  </a:lnTo>
                  <a:lnTo>
                    <a:pt x="768696" y="177707"/>
                  </a:lnTo>
                  <a:lnTo>
                    <a:pt x="717650" y="158347"/>
                  </a:lnTo>
                  <a:lnTo>
                    <a:pt x="665581" y="139983"/>
                  </a:lnTo>
                  <a:lnTo>
                    <a:pt x="612532" y="122642"/>
                  </a:lnTo>
                  <a:lnTo>
                    <a:pt x="558549" y="106353"/>
                  </a:lnTo>
                  <a:lnTo>
                    <a:pt x="503676" y="91145"/>
                  </a:lnTo>
                  <a:lnTo>
                    <a:pt x="447958" y="77046"/>
                  </a:lnTo>
                  <a:lnTo>
                    <a:pt x="391439" y="64084"/>
                  </a:lnTo>
                  <a:lnTo>
                    <a:pt x="334164" y="52288"/>
                  </a:lnTo>
                  <a:lnTo>
                    <a:pt x="276178" y="41687"/>
                  </a:lnTo>
                  <a:lnTo>
                    <a:pt x="217525" y="323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476525" y="3593784"/>
              <a:ext cx="1746885" cy="707390"/>
            </a:xfrm>
            <a:custGeom>
              <a:avLst/>
              <a:gdLst/>
              <a:ahLst/>
              <a:cxnLst/>
              <a:rect l="l" t="t" r="r" b="b"/>
              <a:pathLst>
                <a:path w="1746884" h="707389">
                  <a:moveTo>
                    <a:pt x="1288646" y="89"/>
                  </a:moveTo>
                  <a:lnTo>
                    <a:pt x="1232299" y="0"/>
                  </a:lnTo>
                  <a:lnTo>
                    <a:pt x="1176611" y="1190"/>
                  </a:lnTo>
                  <a:lnTo>
                    <a:pt x="1121626" y="3641"/>
                  </a:lnTo>
                  <a:lnTo>
                    <a:pt x="1067391" y="7335"/>
                  </a:lnTo>
                  <a:lnTo>
                    <a:pt x="1013951" y="12255"/>
                  </a:lnTo>
                  <a:lnTo>
                    <a:pt x="961352" y="18382"/>
                  </a:lnTo>
                  <a:lnTo>
                    <a:pt x="909638" y="25698"/>
                  </a:lnTo>
                  <a:lnTo>
                    <a:pt x="858856" y="34185"/>
                  </a:lnTo>
                  <a:lnTo>
                    <a:pt x="809052" y="43826"/>
                  </a:lnTo>
                  <a:lnTo>
                    <a:pt x="760269" y="54603"/>
                  </a:lnTo>
                  <a:lnTo>
                    <a:pt x="712556" y="66497"/>
                  </a:lnTo>
                  <a:lnTo>
                    <a:pt x="665955" y="79490"/>
                  </a:lnTo>
                  <a:lnTo>
                    <a:pt x="620514" y="93566"/>
                  </a:lnTo>
                  <a:lnTo>
                    <a:pt x="576278" y="108704"/>
                  </a:lnTo>
                  <a:lnTo>
                    <a:pt x="533292" y="124889"/>
                  </a:lnTo>
                  <a:lnTo>
                    <a:pt x="491601" y="142101"/>
                  </a:lnTo>
                  <a:lnTo>
                    <a:pt x="451252" y="160323"/>
                  </a:lnTo>
                  <a:lnTo>
                    <a:pt x="412290" y="179537"/>
                  </a:lnTo>
                  <a:lnTo>
                    <a:pt x="374760" y="199725"/>
                  </a:lnTo>
                  <a:lnTo>
                    <a:pt x="338707" y="220869"/>
                  </a:lnTo>
                  <a:lnTo>
                    <a:pt x="304178" y="242951"/>
                  </a:lnTo>
                  <a:lnTo>
                    <a:pt x="271218" y="265952"/>
                  </a:lnTo>
                  <a:lnTo>
                    <a:pt x="239873" y="289856"/>
                  </a:lnTo>
                  <a:lnTo>
                    <a:pt x="210187" y="314644"/>
                  </a:lnTo>
                  <a:lnTo>
                    <a:pt x="155977" y="366801"/>
                  </a:lnTo>
                  <a:lnTo>
                    <a:pt x="108953" y="422278"/>
                  </a:lnTo>
                  <a:lnTo>
                    <a:pt x="69479" y="480933"/>
                  </a:lnTo>
                  <a:lnTo>
                    <a:pt x="37920" y="542622"/>
                  </a:lnTo>
                  <a:lnTo>
                    <a:pt x="14638" y="607201"/>
                  </a:lnTo>
                  <a:lnTo>
                    <a:pt x="0" y="674526"/>
                  </a:lnTo>
                  <a:lnTo>
                    <a:pt x="217538" y="706835"/>
                  </a:lnTo>
                  <a:lnTo>
                    <a:pt x="223924" y="672077"/>
                  </a:lnTo>
                  <a:lnTo>
                    <a:pt x="232628" y="638003"/>
                  </a:lnTo>
                  <a:lnTo>
                    <a:pt x="256794" y="571991"/>
                  </a:lnTo>
                  <a:lnTo>
                    <a:pt x="289655" y="508963"/>
                  </a:lnTo>
                  <a:lnTo>
                    <a:pt x="330827" y="449084"/>
                  </a:lnTo>
                  <a:lnTo>
                    <a:pt x="379928" y="392520"/>
                  </a:lnTo>
                  <a:lnTo>
                    <a:pt x="407333" y="365533"/>
                  </a:lnTo>
                  <a:lnTo>
                    <a:pt x="436576" y="339436"/>
                  </a:lnTo>
                  <a:lnTo>
                    <a:pt x="467610" y="314251"/>
                  </a:lnTo>
                  <a:lnTo>
                    <a:pt x="500387" y="289997"/>
                  </a:lnTo>
                  <a:lnTo>
                    <a:pt x="534860" y="266696"/>
                  </a:lnTo>
                  <a:lnTo>
                    <a:pt x="570980" y="244368"/>
                  </a:lnTo>
                  <a:lnTo>
                    <a:pt x="608700" y="223034"/>
                  </a:lnTo>
                  <a:lnTo>
                    <a:pt x="647971" y="202715"/>
                  </a:lnTo>
                  <a:lnTo>
                    <a:pt x="688747" y="183430"/>
                  </a:lnTo>
                  <a:lnTo>
                    <a:pt x="730978" y="165201"/>
                  </a:lnTo>
                  <a:lnTo>
                    <a:pt x="774618" y="148049"/>
                  </a:lnTo>
                  <a:lnTo>
                    <a:pt x="819619" y="131994"/>
                  </a:lnTo>
                  <a:lnTo>
                    <a:pt x="865932" y="117056"/>
                  </a:lnTo>
                  <a:lnTo>
                    <a:pt x="913510" y="103257"/>
                  </a:lnTo>
                  <a:lnTo>
                    <a:pt x="962305" y="90616"/>
                  </a:lnTo>
                  <a:lnTo>
                    <a:pt x="1012269" y="79156"/>
                  </a:lnTo>
                  <a:lnTo>
                    <a:pt x="1063355" y="68895"/>
                  </a:lnTo>
                  <a:lnTo>
                    <a:pt x="1115514" y="59856"/>
                  </a:lnTo>
                  <a:lnTo>
                    <a:pt x="1168699" y="52058"/>
                  </a:lnTo>
                  <a:lnTo>
                    <a:pt x="1222861" y="45522"/>
                  </a:lnTo>
                  <a:lnTo>
                    <a:pt x="1277954" y="40269"/>
                  </a:lnTo>
                  <a:lnTo>
                    <a:pt x="1333929" y="36319"/>
                  </a:lnTo>
                  <a:lnTo>
                    <a:pt x="1390739" y="33694"/>
                  </a:lnTo>
                  <a:lnTo>
                    <a:pt x="1448335" y="32413"/>
                  </a:lnTo>
                  <a:lnTo>
                    <a:pt x="1506670" y="32498"/>
                  </a:lnTo>
                  <a:lnTo>
                    <a:pt x="1565695" y="33969"/>
                  </a:lnTo>
                  <a:lnTo>
                    <a:pt x="1625364" y="36847"/>
                  </a:lnTo>
                  <a:lnTo>
                    <a:pt x="1685628" y="41152"/>
                  </a:lnTo>
                  <a:lnTo>
                    <a:pt x="1746440" y="46905"/>
                  </a:lnTo>
                  <a:lnTo>
                    <a:pt x="1719423" y="41881"/>
                  </a:lnTo>
                  <a:lnTo>
                    <a:pt x="1665203" y="32671"/>
                  </a:lnTo>
                  <a:lnTo>
                    <a:pt x="1578665" y="20349"/>
                  </a:lnTo>
                  <a:lnTo>
                    <a:pt x="1519709" y="13595"/>
                  </a:lnTo>
                  <a:lnTo>
                    <a:pt x="1461183" y="8210"/>
                  </a:lnTo>
                  <a:lnTo>
                    <a:pt x="1403134" y="4176"/>
                  </a:lnTo>
                  <a:lnTo>
                    <a:pt x="1345606" y="1475"/>
                  </a:lnTo>
                  <a:lnTo>
                    <a:pt x="1288646" y="89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476525" y="3593784"/>
              <a:ext cx="3328670" cy="1139190"/>
            </a:xfrm>
            <a:custGeom>
              <a:avLst/>
              <a:gdLst/>
              <a:ahLst/>
              <a:cxnLst/>
              <a:rect l="l" t="t" r="r" b="b"/>
              <a:pathLst>
                <a:path w="3328670" h="1139189">
                  <a:moveTo>
                    <a:pt x="1746440" y="46905"/>
                  </a:moveTo>
                  <a:lnTo>
                    <a:pt x="1685628" y="41152"/>
                  </a:lnTo>
                  <a:lnTo>
                    <a:pt x="1625364" y="36847"/>
                  </a:lnTo>
                  <a:lnTo>
                    <a:pt x="1565695" y="33969"/>
                  </a:lnTo>
                  <a:lnTo>
                    <a:pt x="1506670" y="32498"/>
                  </a:lnTo>
                  <a:lnTo>
                    <a:pt x="1448335" y="32413"/>
                  </a:lnTo>
                  <a:lnTo>
                    <a:pt x="1390739" y="33694"/>
                  </a:lnTo>
                  <a:lnTo>
                    <a:pt x="1333929" y="36319"/>
                  </a:lnTo>
                  <a:lnTo>
                    <a:pt x="1277954" y="40269"/>
                  </a:lnTo>
                  <a:lnTo>
                    <a:pt x="1222861" y="45522"/>
                  </a:lnTo>
                  <a:lnTo>
                    <a:pt x="1168699" y="52058"/>
                  </a:lnTo>
                  <a:lnTo>
                    <a:pt x="1115514" y="59856"/>
                  </a:lnTo>
                  <a:lnTo>
                    <a:pt x="1063355" y="68895"/>
                  </a:lnTo>
                  <a:lnTo>
                    <a:pt x="1012269" y="79156"/>
                  </a:lnTo>
                  <a:lnTo>
                    <a:pt x="962305" y="90616"/>
                  </a:lnTo>
                  <a:lnTo>
                    <a:pt x="913510" y="103257"/>
                  </a:lnTo>
                  <a:lnTo>
                    <a:pt x="865932" y="117056"/>
                  </a:lnTo>
                  <a:lnTo>
                    <a:pt x="819619" y="131994"/>
                  </a:lnTo>
                  <a:lnTo>
                    <a:pt x="774618" y="148049"/>
                  </a:lnTo>
                  <a:lnTo>
                    <a:pt x="730978" y="165201"/>
                  </a:lnTo>
                  <a:lnTo>
                    <a:pt x="688747" y="183430"/>
                  </a:lnTo>
                  <a:lnTo>
                    <a:pt x="647971" y="202715"/>
                  </a:lnTo>
                  <a:lnTo>
                    <a:pt x="608700" y="223034"/>
                  </a:lnTo>
                  <a:lnTo>
                    <a:pt x="570980" y="244368"/>
                  </a:lnTo>
                  <a:lnTo>
                    <a:pt x="534860" y="266696"/>
                  </a:lnTo>
                  <a:lnTo>
                    <a:pt x="500387" y="289997"/>
                  </a:lnTo>
                  <a:lnTo>
                    <a:pt x="467610" y="314251"/>
                  </a:lnTo>
                  <a:lnTo>
                    <a:pt x="436576" y="339436"/>
                  </a:lnTo>
                  <a:lnTo>
                    <a:pt x="407333" y="365533"/>
                  </a:lnTo>
                  <a:lnTo>
                    <a:pt x="379928" y="392520"/>
                  </a:lnTo>
                  <a:lnTo>
                    <a:pt x="330827" y="449084"/>
                  </a:lnTo>
                  <a:lnTo>
                    <a:pt x="289655" y="508963"/>
                  </a:lnTo>
                  <a:lnTo>
                    <a:pt x="256794" y="571991"/>
                  </a:lnTo>
                  <a:lnTo>
                    <a:pt x="232628" y="638003"/>
                  </a:lnTo>
                  <a:lnTo>
                    <a:pt x="217538" y="706835"/>
                  </a:lnTo>
                  <a:lnTo>
                    <a:pt x="0" y="674526"/>
                  </a:lnTo>
                  <a:lnTo>
                    <a:pt x="14638" y="607201"/>
                  </a:lnTo>
                  <a:lnTo>
                    <a:pt x="37920" y="542622"/>
                  </a:lnTo>
                  <a:lnTo>
                    <a:pt x="69479" y="480933"/>
                  </a:lnTo>
                  <a:lnTo>
                    <a:pt x="108953" y="422278"/>
                  </a:lnTo>
                  <a:lnTo>
                    <a:pt x="155977" y="366801"/>
                  </a:lnTo>
                  <a:lnTo>
                    <a:pt x="210187" y="314644"/>
                  </a:lnTo>
                  <a:lnTo>
                    <a:pt x="239873" y="289856"/>
                  </a:lnTo>
                  <a:lnTo>
                    <a:pt x="271218" y="265952"/>
                  </a:lnTo>
                  <a:lnTo>
                    <a:pt x="304178" y="242951"/>
                  </a:lnTo>
                  <a:lnTo>
                    <a:pt x="338707" y="220869"/>
                  </a:lnTo>
                  <a:lnTo>
                    <a:pt x="374760" y="199725"/>
                  </a:lnTo>
                  <a:lnTo>
                    <a:pt x="412290" y="179537"/>
                  </a:lnTo>
                  <a:lnTo>
                    <a:pt x="451252" y="160323"/>
                  </a:lnTo>
                  <a:lnTo>
                    <a:pt x="491601" y="142101"/>
                  </a:lnTo>
                  <a:lnTo>
                    <a:pt x="533292" y="124889"/>
                  </a:lnTo>
                  <a:lnTo>
                    <a:pt x="576278" y="108704"/>
                  </a:lnTo>
                  <a:lnTo>
                    <a:pt x="620514" y="93566"/>
                  </a:lnTo>
                  <a:lnTo>
                    <a:pt x="665955" y="79490"/>
                  </a:lnTo>
                  <a:lnTo>
                    <a:pt x="712556" y="66497"/>
                  </a:lnTo>
                  <a:lnTo>
                    <a:pt x="760269" y="54603"/>
                  </a:lnTo>
                  <a:lnTo>
                    <a:pt x="809052" y="43826"/>
                  </a:lnTo>
                  <a:lnTo>
                    <a:pt x="858856" y="34185"/>
                  </a:lnTo>
                  <a:lnTo>
                    <a:pt x="909638" y="25698"/>
                  </a:lnTo>
                  <a:lnTo>
                    <a:pt x="961352" y="18382"/>
                  </a:lnTo>
                  <a:lnTo>
                    <a:pt x="1013951" y="12255"/>
                  </a:lnTo>
                  <a:lnTo>
                    <a:pt x="1067391" y="7335"/>
                  </a:lnTo>
                  <a:lnTo>
                    <a:pt x="1121626" y="3641"/>
                  </a:lnTo>
                  <a:lnTo>
                    <a:pt x="1176611" y="1190"/>
                  </a:lnTo>
                  <a:lnTo>
                    <a:pt x="1232299" y="0"/>
                  </a:lnTo>
                  <a:lnTo>
                    <a:pt x="1288646" y="89"/>
                  </a:lnTo>
                  <a:lnTo>
                    <a:pt x="1345606" y="1475"/>
                  </a:lnTo>
                  <a:lnTo>
                    <a:pt x="1403134" y="4176"/>
                  </a:lnTo>
                  <a:lnTo>
                    <a:pt x="1461183" y="8210"/>
                  </a:lnTo>
                  <a:lnTo>
                    <a:pt x="1519709" y="13595"/>
                  </a:lnTo>
                  <a:lnTo>
                    <a:pt x="1578665" y="20349"/>
                  </a:lnTo>
                  <a:lnTo>
                    <a:pt x="1638007" y="28490"/>
                  </a:lnTo>
                  <a:lnTo>
                    <a:pt x="1855546" y="60798"/>
                  </a:lnTo>
                  <a:lnTo>
                    <a:pt x="1914198" y="70177"/>
                  </a:lnTo>
                  <a:lnTo>
                    <a:pt x="1972185" y="80778"/>
                  </a:lnTo>
                  <a:lnTo>
                    <a:pt x="2029459" y="92574"/>
                  </a:lnTo>
                  <a:lnTo>
                    <a:pt x="2085978" y="105536"/>
                  </a:lnTo>
                  <a:lnTo>
                    <a:pt x="2141697" y="119635"/>
                  </a:lnTo>
                  <a:lnTo>
                    <a:pt x="2196570" y="134843"/>
                  </a:lnTo>
                  <a:lnTo>
                    <a:pt x="2250553" y="151132"/>
                  </a:lnTo>
                  <a:lnTo>
                    <a:pt x="2303601" y="168473"/>
                  </a:lnTo>
                  <a:lnTo>
                    <a:pt x="2355671" y="186838"/>
                  </a:lnTo>
                  <a:lnTo>
                    <a:pt x="2406716" y="206197"/>
                  </a:lnTo>
                  <a:lnTo>
                    <a:pt x="2456693" y="226524"/>
                  </a:lnTo>
                  <a:lnTo>
                    <a:pt x="2505557" y="247788"/>
                  </a:lnTo>
                  <a:lnTo>
                    <a:pt x="2553263" y="269962"/>
                  </a:lnTo>
                  <a:lnTo>
                    <a:pt x="2599767" y="293018"/>
                  </a:lnTo>
                  <a:lnTo>
                    <a:pt x="2645023" y="316926"/>
                  </a:lnTo>
                  <a:lnTo>
                    <a:pt x="2688988" y="341659"/>
                  </a:lnTo>
                  <a:lnTo>
                    <a:pt x="2731616" y="367188"/>
                  </a:lnTo>
                  <a:lnTo>
                    <a:pt x="2772863" y="393484"/>
                  </a:lnTo>
                  <a:lnTo>
                    <a:pt x="2812684" y="420519"/>
                  </a:lnTo>
                  <a:lnTo>
                    <a:pt x="2851035" y="448264"/>
                  </a:lnTo>
                  <a:lnTo>
                    <a:pt x="2887871" y="476691"/>
                  </a:lnTo>
                  <a:lnTo>
                    <a:pt x="2923148" y="505772"/>
                  </a:lnTo>
                  <a:lnTo>
                    <a:pt x="2956819" y="535478"/>
                  </a:lnTo>
                  <a:lnTo>
                    <a:pt x="2988842" y="565781"/>
                  </a:lnTo>
                  <a:lnTo>
                    <a:pt x="3019171" y="596651"/>
                  </a:lnTo>
                  <a:lnTo>
                    <a:pt x="3047762" y="628062"/>
                  </a:lnTo>
                  <a:lnTo>
                    <a:pt x="3074570" y="659983"/>
                  </a:lnTo>
                  <a:lnTo>
                    <a:pt x="3099550" y="692387"/>
                  </a:lnTo>
                  <a:lnTo>
                    <a:pt x="3122658" y="725246"/>
                  </a:lnTo>
                  <a:lnTo>
                    <a:pt x="3143849" y="758530"/>
                  </a:lnTo>
                  <a:lnTo>
                    <a:pt x="3163079" y="792212"/>
                  </a:lnTo>
                  <a:lnTo>
                    <a:pt x="3180302" y="826262"/>
                  </a:lnTo>
                  <a:lnTo>
                    <a:pt x="3208551" y="895356"/>
                  </a:lnTo>
                  <a:lnTo>
                    <a:pt x="3219488" y="930342"/>
                  </a:lnTo>
                  <a:lnTo>
                    <a:pt x="3328263" y="946496"/>
                  </a:lnTo>
                  <a:lnTo>
                    <a:pt x="3126333" y="1138838"/>
                  </a:lnTo>
                  <a:lnTo>
                    <a:pt x="2893199" y="881879"/>
                  </a:lnTo>
                  <a:lnTo>
                    <a:pt x="3001962" y="898033"/>
                  </a:lnTo>
                  <a:lnTo>
                    <a:pt x="2991025" y="863047"/>
                  </a:lnTo>
                  <a:lnTo>
                    <a:pt x="2962776" y="793953"/>
                  </a:lnTo>
                  <a:lnTo>
                    <a:pt x="2945553" y="759903"/>
                  </a:lnTo>
                  <a:lnTo>
                    <a:pt x="2926324" y="726221"/>
                  </a:lnTo>
                  <a:lnTo>
                    <a:pt x="2905133" y="692937"/>
                  </a:lnTo>
                  <a:lnTo>
                    <a:pt x="2882025" y="660079"/>
                  </a:lnTo>
                  <a:lnTo>
                    <a:pt x="2857044" y="627674"/>
                  </a:lnTo>
                  <a:lnTo>
                    <a:pt x="2830237" y="595753"/>
                  </a:lnTo>
                  <a:lnTo>
                    <a:pt x="2801646" y="564343"/>
                  </a:lnTo>
                  <a:lnTo>
                    <a:pt x="2771317" y="533472"/>
                  </a:lnTo>
                  <a:lnTo>
                    <a:pt x="2739294" y="503169"/>
                  </a:lnTo>
                  <a:lnTo>
                    <a:pt x="2705622" y="473463"/>
                  </a:lnTo>
                  <a:lnTo>
                    <a:pt x="2670346" y="444382"/>
                  </a:lnTo>
                  <a:lnTo>
                    <a:pt x="2633510" y="415955"/>
                  </a:lnTo>
                  <a:lnTo>
                    <a:pt x="2595159" y="388210"/>
                  </a:lnTo>
                  <a:lnTo>
                    <a:pt x="2555337" y="361175"/>
                  </a:lnTo>
                  <a:lnTo>
                    <a:pt x="2514090" y="334879"/>
                  </a:lnTo>
                  <a:lnTo>
                    <a:pt x="2471462" y="309350"/>
                  </a:lnTo>
                  <a:lnTo>
                    <a:pt x="2427498" y="284618"/>
                  </a:lnTo>
                  <a:lnTo>
                    <a:pt x="2382241" y="260709"/>
                  </a:lnTo>
                  <a:lnTo>
                    <a:pt x="2335738" y="237654"/>
                  </a:lnTo>
                  <a:lnTo>
                    <a:pt x="2288032" y="215479"/>
                  </a:lnTo>
                  <a:lnTo>
                    <a:pt x="2239168" y="194215"/>
                  </a:lnTo>
                  <a:lnTo>
                    <a:pt x="2189191" y="173888"/>
                  </a:lnTo>
                  <a:lnTo>
                    <a:pt x="2138145" y="154529"/>
                  </a:lnTo>
                  <a:lnTo>
                    <a:pt x="2086076" y="136164"/>
                  </a:lnTo>
                  <a:lnTo>
                    <a:pt x="2033027" y="118823"/>
                  </a:lnTo>
                  <a:lnTo>
                    <a:pt x="1979044" y="102535"/>
                  </a:lnTo>
                  <a:lnTo>
                    <a:pt x="1924171" y="87326"/>
                  </a:lnTo>
                  <a:lnTo>
                    <a:pt x="1868453" y="73227"/>
                  </a:lnTo>
                  <a:lnTo>
                    <a:pt x="1811934" y="60265"/>
                  </a:lnTo>
                  <a:lnTo>
                    <a:pt x="1754659" y="48469"/>
                  </a:lnTo>
                  <a:lnTo>
                    <a:pt x="1696673" y="37868"/>
                  </a:lnTo>
                  <a:lnTo>
                    <a:pt x="1638020" y="28490"/>
                  </a:lnTo>
                </a:path>
              </a:pathLst>
            </a:custGeom>
            <a:ln w="12700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4281" y="6576726"/>
            <a:ext cx="221373" cy="16977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9694" y="517022"/>
            <a:ext cx="1240396" cy="22175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824951" y="645464"/>
            <a:ext cx="169545" cy="21590"/>
          </a:xfrm>
          <a:custGeom>
            <a:avLst/>
            <a:gdLst/>
            <a:ahLst/>
            <a:cxnLst/>
            <a:rect l="l" t="t" r="r" b="b"/>
            <a:pathLst>
              <a:path w="169544" h="21590">
                <a:moveTo>
                  <a:pt x="169519" y="0"/>
                </a:moveTo>
                <a:lnTo>
                  <a:pt x="0" y="0"/>
                </a:lnTo>
                <a:lnTo>
                  <a:pt x="0" y="21577"/>
                </a:lnTo>
                <a:lnTo>
                  <a:pt x="169519" y="21577"/>
                </a:lnTo>
                <a:lnTo>
                  <a:pt x="169519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69198" y="513300"/>
            <a:ext cx="5875642" cy="2254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4920" y="2912071"/>
            <a:ext cx="2036991" cy="271598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45599" y="2912071"/>
            <a:ext cx="2036989" cy="271598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528190" y="5726662"/>
            <a:ext cx="24961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70">
                <a:latin typeface="Arial"/>
                <a:cs typeface="Arial"/>
              </a:rPr>
              <a:t>Top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Plate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Bonding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142971" y="1830412"/>
            <a:ext cx="3573145" cy="4020820"/>
            <a:chOff x="7142971" y="1830412"/>
            <a:chExt cx="3573145" cy="4020820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5173" y="1830412"/>
              <a:ext cx="2768534" cy="402059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630733" y="3260089"/>
              <a:ext cx="300990" cy="328295"/>
            </a:xfrm>
            <a:custGeom>
              <a:avLst/>
              <a:gdLst/>
              <a:ahLst/>
              <a:cxnLst/>
              <a:rect l="l" t="t" r="r" b="b"/>
              <a:pathLst>
                <a:path w="300990" h="328295">
                  <a:moveTo>
                    <a:pt x="150418" y="0"/>
                  </a:moveTo>
                  <a:lnTo>
                    <a:pt x="102876" y="8360"/>
                  </a:lnTo>
                  <a:lnTo>
                    <a:pt x="61584" y="31639"/>
                  </a:lnTo>
                  <a:lnTo>
                    <a:pt x="29023" y="67137"/>
                  </a:lnTo>
                  <a:lnTo>
                    <a:pt x="7668" y="112151"/>
                  </a:lnTo>
                  <a:lnTo>
                    <a:pt x="0" y="163982"/>
                  </a:lnTo>
                  <a:lnTo>
                    <a:pt x="7668" y="215813"/>
                  </a:lnTo>
                  <a:lnTo>
                    <a:pt x="29023" y="260827"/>
                  </a:lnTo>
                  <a:lnTo>
                    <a:pt x="61584" y="296325"/>
                  </a:lnTo>
                  <a:lnTo>
                    <a:pt x="102876" y="319604"/>
                  </a:lnTo>
                  <a:lnTo>
                    <a:pt x="150418" y="327964"/>
                  </a:lnTo>
                  <a:lnTo>
                    <a:pt x="197960" y="319604"/>
                  </a:lnTo>
                  <a:lnTo>
                    <a:pt x="239248" y="296325"/>
                  </a:lnTo>
                  <a:lnTo>
                    <a:pt x="251056" y="283451"/>
                  </a:lnTo>
                  <a:lnTo>
                    <a:pt x="150418" y="283451"/>
                  </a:lnTo>
                  <a:lnTo>
                    <a:pt x="109198" y="274062"/>
                  </a:lnTo>
                  <a:lnTo>
                    <a:pt x="75534" y="248458"/>
                  </a:lnTo>
                  <a:lnTo>
                    <a:pt x="52836" y="210483"/>
                  </a:lnTo>
                  <a:lnTo>
                    <a:pt x="44513" y="163982"/>
                  </a:lnTo>
                  <a:lnTo>
                    <a:pt x="52836" y="117481"/>
                  </a:lnTo>
                  <a:lnTo>
                    <a:pt x="75534" y="79506"/>
                  </a:lnTo>
                  <a:lnTo>
                    <a:pt x="109198" y="53902"/>
                  </a:lnTo>
                  <a:lnTo>
                    <a:pt x="150418" y="44513"/>
                  </a:lnTo>
                  <a:lnTo>
                    <a:pt x="251056" y="44513"/>
                  </a:lnTo>
                  <a:lnTo>
                    <a:pt x="239248" y="31639"/>
                  </a:lnTo>
                  <a:lnTo>
                    <a:pt x="197960" y="8360"/>
                  </a:lnTo>
                  <a:lnTo>
                    <a:pt x="150418" y="0"/>
                  </a:lnTo>
                  <a:close/>
                </a:path>
                <a:path w="300990" h="328295">
                  <a:moveTo>
                    <a:pt x="251056" y="44513"/>
                  </a:moveTo>
                  <a:lnTo>
                    <a:pt x="150418" y="44513"/>
                  </a:lnTo>
                  <a:lnTo>
                    <a:pt x="191637" y="53902"/>
                  </a:lnTo>
                  <a:lnTo>
                    <a:pt x="225296" y="79506"/>
                  </a:lnTo>
                  <a:lnTo>
                    <a:pt x="247989" y="117481"/>
                  </a:lnTo>
                  <a:lnTo>
                    <a:pt x="256311" y="163982"/>
                  </a:lnTo>
                  <a:lnTo>
                    <a:pt x="247989" y="210483"/>
                  </a:lnTo>
                  <a:lnTo>
                    <a:pt x="225296" y="248458"/>
                  </a:lnTo>
                  <a:lnTo>
                    <a:pt x="191637" y="274062"/>
                  </a:lnTo>
                  <a:lnTo>
                    <a:pt x="150418" y="283451"/>
                  </a:lnTo>
                  <a:lnTo>
                    <a:pt x="251056" y="283451"/>
                  </a:lnTo>
                  <a:lnTo>
                    <a:pt x="271806" y="260827"/>
                  </a:lnTo>
                  <a:lnTo>
                    <a:pt x="293157" y="215813"/>
                  </a:lnTo>
                  <a:lnTo>
                    <a:pt x="300824" y="163982"/>
                  </a:lnTo>
                  <a:lnTo>
                    <a:pt x="293157" y="112151"/>
                  </a:lnTo>
                  <a:lnTo>
                    <a:pt x="271806" y="67137"/>
                  </a:lnTo>
                  <a:lnTo>
                    <a:pt x="251056" y="44513"/>
                  </a:lnTo>
                  <a:close/>
                </a:path>
              </a:pathLst>
            </a:custGeom>
            <a:solidFill>
              <a:srgbClr val="8DC5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630733" y="3260089"/>
              <a:ext cx="300990" cy="328295"/>
            </a:xfrm>
            <a:custGeom>
              <a:avLst/>
              <a:gdLst/>
              <a:ahLst/>
              <a:cxnLst/>
              <a:rect l="l" t="t" r="r" b="b"/>
              <a:pathLst>
                <a:path w="300990" h="328295">
                  <a:moveTo>
                    <a:pt x="0" y="163982"/>
                  </a:moveTo>
                  <a:lnTo>
                    <a:pt x="7668" y="112151"/>
                  </a:lnTo>
                  <a:lnTo>
                    <a:pt x="29023" y="67137"/>
                  </a:lnTo>
                  <a:lnTo>
                    <a:pt x="61584" y="31639"/>
                  </a:lnTo>
                  <a:lnTo>
                    <a:pt x="102876" y="8360"/>
                  </a:lnTo>
                  <a:lnTo>
                    <a:pt x="150418" y="0"/>
                  </a:lnTo>
                  <a:lnTo>
                    <a:pt x="197960" y="8360"/>
                  </a:lnTo>
                  <a:lnTo>
                    <a:pt x="239248" y="31639"/>
                  </a:lnTo>
                  <a:lnTo>
                    <a:pt x="271806" y="67137"/>
                  </a:lnTo>
                  <a:lnTo>
                    <a:pt x="293157" y="112151"/>
                  </a:lnTo>
                  <a:lnTo>
                    <a:pt x="300824" y="163982"/>
                  </a:lnTo>
                  <a:lnTo>
                    <a:pt x="293157" y="215813"/>
                  </a:lnTo>
                  <a:lnTo>
                    <a:pt x="271806" y="260827"/>
                  </a:lnTo>
                  <a:lnTo>
                    <a:pt x="239248" y="296325"/>
                  </a:lnTo>
                  <a:lnTo>
                    <a:pt x="197960" y="319604"/>
                  </a:lnTo>
                  <a:lnTo>
                    <a:pt x="150418" y="327964"/>
                  </a:lnTo>
                  <a:lnTo>
                    <a:pt x="102876" y="319604"/>
                  </a:lnTo>
                  <a:lnTo>
                    <a:pt x="61584" y="296325"/>
                  </a:lnTo>
                  <a:lnTo>
                    <a:pt x="29023" y="260827"/>
                  </a:lnTo>
                  <a:lnTo>
                    <a:pt x="7668" y="215813"/>
                  </a:lnTo>
                  <a:lnTo>
                    <a:pt x="0" y="163982"/>
                  </a:lnTo>
                  <a:close/>
                </a:path>
                <a:path w="300990" h="328295">
                  <a:moveTo>
                    <a:pt x="44513" y="163982"/>
                  </a:moveTo>
                  <a:lnTo>
                    <a:pt x="52836" y="210483"/>
                  </a:lnTo>
                  <a:lnTo>
                    <a:pt x="75534" y="248458"/>
                  </a:lnTo>
                  <a:lnTo>
                    <a:pt x="109198" y="274062"/>
                  </a:lnTo>
                  <a:lnTo>
                    <a:pt x="150418" y="283451"/>
                  </a:lnTo>
                  <a:lnTo>
                    <a:pt x="191637" y="274062"/>
                  </a:lnTo>
                  <a:lnTo>
                    <a:pt x="225296" y="248458"/>
                  </a:lnTo>
                  <a:lnTo>
                    <a:pt x="247989" y="210483"/>
                  </a:lnTo>
                  <a:lnTo>
                    <a:pt x="256311" y="163982"/>
                  </a:lnTo>
                  <a:lnTo>
                    <a:pt x="247989" y="117481"/>
                  </a:lnTo>
                  <a:lnTo>
                    <a:pt x="225296" y="79506"/>
                  </a:lnTo>
                  <a:lnTo>
                    <a:pt x="191637" y="53902"/>
                  </a:lnTo>
                  <a:lnTo>
                    <a:pt x="150418" y="44513"/>
                  </a:lnTo>
                  <a:lnTo>
                    <a:pt x="109198" y="53902"/>
                  </a:lnTo>
                  <a:lnTo>
                    <a:pt x="75534" y="79506"/>
                  </a:lnTo>
                  <a:lnTo>
                    <a:pt x="52836" y="117481"/>
                  </a:lnTo>
                  <a:lnTo>
                    <a:pt x="44513" y="163982"/>
                  </a:lnTo>
                  <a:close/>
                </a:path>
              </a:pathLst>
            </a:custGeom>
            <a:ln w="25400">
              <a:solidFill>
                <a:srgbClr val="38521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682060" y="3619310"/>
              <a:ext cx="300990" cy="328295"/>
            </a:xfrm>
            <a:custGeom>
              <a:avLst/>
              <a:gdLst/>
              <a:ahLst/>
              <a:cxnLst/>
              <a:rect l="l" t="t" r="r" b="b"/>
              <a:pathLst>
                <a:path w="300990" h="328295">
                  <a:moveTo>
                    <a:pt x="150418" y="0"/>
                  </a:moveTo>
                  <a:lnTo>
                    <a:pt x="102876" y="8360"/>
                  </a:lnTo>
                  <a:lnTo>
                    <a:pt x="61584" y="31639"/>
                  </a:lnTo>
                  <a:lnTo>
                    <a:pt x="29023" y="67137"/>
                  </a:lnTo>
                  <a:lnTo>
                    <a:pt x="7668" y="112151"/>
                  </a:lnTo>
                  <a:lnTo>
                    <a:pt x="0" y="163982"/>
                  </a:lnTo>
                  <a:lnTo>
                    <a:pt x="7668" y="215813"/>
                  </a:lnTo>
                  <a:lnTo>
                    <a:pt x="29023" y="260827"/>
                  </a:lnTo>
                  <a:lnTo>
                    <a:pt x="61584" y="296325"/>
                  </a:lnTo>
                  <a:lnTo>
                    <a:pt x="102876" y="319604"/>
                  </a:lnTo>
                  <a:lnTo>
                    <a:pt x="150418" y="327964"/>
                  </a:lnTo>
                  <a:lnTo>
                    <a:pt x="197960" y="319604"/>
                  </a:lnTo>
                  <a:lnTo>
                    <a:pt x="239248" y="296325"/>
                  </a:lnTo>
                  <a:lnTo>
                    <a:pt x="251056" y="283451"/>
                  </a:lnTo>
                  <a:lnTo>
                    <a:pt x="150418" y="283451"/>
                  </a:lnTo>
                  <a:lnTo>
                    <a:pt x="109198" y="274062"/>
                  </a:lnTo>
                  <a:lnTo>
                    <a:pt x="75534" y="248458"/>
                  </a:lnTo>
                  <a:lnTo>
                    <a:pt x="52836" y="210483"/>
                  </a:lnTo>
                  <a:lnTo>
                    <a:pt x="44513" y="163982"/>
                  </a:lnTo>
                  <a:lnTo>
                    <a:pt x="52836" y="117481"/>
                  </a:lnTo>
                  <a:lnTo>
                    <a:pt x="75534" y="79506"/>
                  </a:lnTo>
                  <a:lnTo>
                    <a:pt x="109198" y="53902"/>
                  </a:lnTo>
                  <a:lnTo>
                    <a:pt x="150418" y="44513"/>
                  </a:lnTo>
                  <a:lnTo>
                    <a:pt x="251056" y="44513"/>
                  </a:lnTo>
                  <a:lnTo>
                    <a:pt x="239248" y="31639"/>
                  </a:lnTo>
                  <a:lnTo>
                    <a:pt x="197960" y="8360"/>
                  </a:lnTo>
                  <a:lnTo>
                    <a:pt x="150418" y="0"/>
                  </a:lnTo>
                  <a:close/>
                </a:path>
                <a:path w="300990" h="328295">
                  <a:moveTo>
                    <a:pt x="251056" y="44513"/>
                  </a:moveTo>
                  <a:lnTo>
                    <a:pt x="150418" y="44513"/>
                  </a:lnTo>
                  <a:lnTo>
                    <a:pt x="191637" y="53902"/>
                  </a:lnTo>
                  <a:lnTo>
                    <a:pt x="225296" y="79506"/>
                  </a:lnTo>
                  <a:lnTo>
                    <a:pt x="247989" y="117481"/>
                  </a:lnTo>
                  <a:lnTo>
                    <a:pt x="256311" y="163982"/>
                  </a:lnTo>
                  <a:lnTo>
                    <a:pt x="247989" y="210483"/>
                  </a:lnTo>
                  <a:lnTo>
                    <a:pt x="225296" y="248458"/>
                  </a:lnTo>
                  <a:lnTo>
                    <a:pt x="191637" y="274062"/>
                  </a:lnTo>
                  <a:lnTo>
                    <a:pt x="150418" y="283451"/>
                  </a:lnTo>
                  <a:lnTo>
                    <a:pt x="251056" y="283451"/>
                  </a:lnTo>
                  <a:lnTo>
                    <a:pt x="271806" y="260827"/>
                  </a:lnTo>
                  <a:lnTo>
                    <a:pt x="293157" y="215813"/>
                  </a:lnTo>
                  <a:lnTo>
                    <a:pt x="300824" y="163982"/>
                  </a:lnTo>
                  <a:lnTo>
                    <a:pt x="293157" y="112151"/>
                  </a:lnTo>
                  <a:lnTo>
                    <a:pt x="271806" y="67137"/>
                  </a:lnTo>
                  <a:lnTo>
                    <a:pt x="251056" y="44513"/>
                  </a:lnTo>
                  <a:close/>
                </a:path>
              </a:pathLst>
            </a:custGeom>
            <a:solidFill>
              <a:srgbClr val="8DC5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682060" y="3619310"/>
              <a:ext cx="300990" cy="328295"/>
            </a:xfrm>
            <a:custGeom>
              <a:avLst/>
              <a:gdLst/>
              <a:ahLst/>
              <a:cxnLst/>
              <a:rect l="l" t="t" r="r" b="b"/>
              <a:pathLst>
                <a:path w="300990" h="328295">
                  <a:moveTo>
                    <a:pt x="0" y="163982"/>
                  </a:moveTo>
                  <a:lnTo>
                    <a:pt x="7668" y="112151"/>
                  </a:lnTo>
                  <a:lnTo>
                    <a:pt x="29023" y="67137"/>
                  </a:lnTo>
                  <a:lnTo>
                    <a:pt x="61584" y="31639"/>
                  </a:lnTo>
                  <a:lnTo>
                    <a:pt x="102876" y="8360"/>
                  </a:lnTo>
                  <a:lnTo>
                    <a:pt x="150418" y="0"/>
                  </a:lnTo>
                  <a:lnTo>
                    <a:pt x="197960" y="8360"/>
                  </a:lnTo>
                  <a:lnTo>
                    <a:pt x="239248" y="31639"/>
                  </a:lnTo>
                  <a:lnTo>
                    <a:pt x="271806" y="67137"/>
                  </a:lnTo>
                  <a:lnTo>
                    <a:pt x="293157" y="112151"/>
                  </a:lnTo>
                  <a:lnTo>
                    <a:pt x="300824" y="163982"/>
                  </a:lnTo>
                  <a:lnTo>
                    <a:pt x="293157" y="215813"/>
                  </a:lnTo>
                  <a:lnTo>
                    <a:pt x="271806" y="260827"/>
                  </a:lnTo>
                  <a:lnTo>
                    <a:pt x="239248" y="296325"/>
                  </a:lnTo>
                  <a:lnTo>
                    <a:pt x="197960" y="319604"/>
                  </a:lnTo>
                  <a:lnTo>
                    <a:pt x="150418" y="327964"/>
                  </a:lnTo>
                  <a:lnTo>
                    <a:pt x="102876" y="319604"/>
                  </a:lnTo>
                  <a:lnTo>
                    <a:pt x="61584" y="296325"/>
                  </a:lnTo>
                  <a:lnTo>
                    <a:pt x="29023" y="260827"/>
                  </a:lnTo>
                  <a:lnTo>
                    <a:pt x="7668" y="215813"/>
                  </a:lnTo>
                  <a:lnTo>
                    <a:pt x="0" y="163982"/>
                  </a:lnTo>
                  <a:close/>
                </a:path>
                <a:path w="300990" h="328295">
                  <a:moveTo>
                    <a:pt x="44513" y="163982"/>
                  </a:moveTo>
                  <a:lnTo>
                    <a:pt x="52836" y="210483"/>
                  </a:lnTo>
                  <a:lnTo>
                    <a:pt x="75534" y="248458"/>
                  </a:lnTo>
                  <a:lnTo>
                    <a:pt x="109198" y="274062"/>
                  </a:lnTo>
                  <a:lnTo>
                    <a:pt x="150418" y="283451"/>
                  </a:lnTo>
                  <a:lnTo>
                    <a:pt x="191637" y="274062"/>
                  </a:lnTo>
                  <a:lnTo>
                    <a:pt x="225296" y="248458"/>
                  </a:lnTo>
                  <a:lnTo>
                    <a:pt x="247989" y="210483"/>
                  </a:lnTo>
                  <a:lnTo>
                    <a:pt x="256311" y="163982"/>
                  </a:lnTo>
                  <a:lnTo>
                    <a:pt x="247989" y="117481"/>
                  </a:lnTo>
                  <a:lnTo>
                    <a:pt x="225296" y="79506"/>
                  </a:lnTo>
                  <a:lnTo>
                    <a:pt x="191637" y="53902"/>
                  </a:lnTo>
                  <a:lnTo>
                    <a:pt x="150418" y="44513"/>
                  </a:lnTo>
                  <a:lnTo>
                    <a:pt x="109198" y="53902"/>
                  </a:lnTo>
                  <a:lnTo>
                    <a:pt x="75534" y="79506"/>
                  </a:lnTo>
                  <a:lnTo>
                    <a:pt x="52836" y="117481"/>
                  </a:lnTo>
                  <a:lnTo>
                    <a:pt x="44513" y="163982"/>
                  </a:lnTo>
                  <a:close/>
                </a:path>
              </a:pathLst>
            </a:custGeom>
            <a:ln w="25400">
              <a:solidFill>
                <a:srgbClr val="38521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929442" y="2532702"/>
              <a:ext cx="300990" cy="328295"/>
            </a:xfrm>
            <a:custGeom>
              <a:avLst/>
              <a:gdLst/>
              <a:ahLst/>
              <a:cxnLst/>
              <a:rect l="l" t="t" r="r" b="b"/>
              <a:pathLst>
                <a:path w="300990" h="328294">
                  <a:moveTo>
                    <a:pt x="150418" y="0"/>
                  </a:moveTo>
                  <a:lnTo>
                    <a:pt x="102876" y="8360"/>
                  </a:lnTo>
                  <a:lnTo>
                    <a:pt x="61584" y="31639"/>
                  </a:lnTo>
                  <a:lnTo>
                    <a:pt x="29023" y="67137"/>
                  </a:lnTo>
                  <a:lnTo>
                    <a:pt x="7668" y="112151"/>
                  </a:lnTo>
                  <a:lnTo>
                    <a:pt x="0" y="163982"/>
                  </a:lnTo>
                  <a:lnTo>
                    <a:pt x="7668" y="215813"/>
                  </a:lnTo>
                  <a:lnTo>
                    <a:pt x="29023" y="260827"/>
                  </a:lnTo>
                  <a:lnTo>
                    <a:pt x="61584" y="296325"/>
                  </a:lnTo>
                  <a:lnTo>
                    <a:pt x="102876" y="319604"/>
                  </a:lnTo>
                  <a:lnTo>
                    <a:pt x="150418" y="327964"/>
                  </a:lnTo>
                  <a:lnTo>
                    <a:pt x="197960" y="319604"/>
                  </a:lnTo>
                  <a:lnTo>
                    <a:pt x="239248" y="296325"/>
                  </a:lnTo>
                  <a:lnTo>
                    <a:pt x="251056" y="283451"/>
                  </a:lnTo>
                  <a:lnTo>
                    <a:pt x="150418" y="283451"/>
                  </a:lnTo>
                  <a:lnTo>
                    <a:pt x="109198" y="274062"/>
                  </a:lnTo>
                  <a:lnTo>
                    <a:pt x="75534" y="248458"/>
                  </a:lnTo>
                  <a:lnTo>
                    <a:pt x="52836" y="210483"/>
                  </a:lnTo>
                  <a:lnTo>
                    <a:pt x="44513" y="163982"/>
                  </a:lnTo>
                  <a:lnTo>
                    <a:pt x="52836" y="117481"/>
                  </a:lnTo>
                  <a:lnTo>
                    <a:pt x="75534" y="79506"/>
                  </a:lnTo>
                  <a:lnTo>
                    <a:pt x="109198" y="53902"/>
                  </a:lnTo>
                  <a:lnTo>
                    <a:pt x="150418" y="44513"/>
                  </a:lnTo>
                  <a:lnTo>
                    <a:pt x="251056" y="44513"/>
                  </a:lnTo>
                  <a:lnTo>
                    <a:pt x="239248" y="31639"/>
                  </a:lnTo>
                  <a:lnTo>
                    <a:pt x="197960" y="8360"/>
                  </a:lnTo>
                  <a:lnTo>
                    <a:pt x="150418" y="0"/>
                  </a:lnTo>
                  <a:close/>
                </a:path>
                <a:path w="300990" h="328294">
                  <a:moveTo>
                    <a:pt x="251056" y="44513"/>
                  </a:moveTo>
                  <a:lnTo>
                    <a:pt x="150418" y="44513"/>
                  </a:lnTo>
                  <a:lnTo>
                    <a:pt x="191637" y="53902"/>
                  </a:lnTo>
                  <a:lnTo>
                    <a:pt x="225296" y="79506"/>
                  </a:lnTo>
                  <a:lnTo>
                    <a:pt x="247989" y="117481"/>
                  </a:lnTo>
                  <a:lnTo>
                    <a:pt x="256311" y="163982"/>
                  </a:lnTo>
                  <a:lnTo>
                    <a:pt x="247989" y="210483"/>
                  </a:lnTo>
                  <a:lnTo>
                    <a:pt x="225296" y="248458"/>
                  </a:lnTo>
                  <a:lnTo>
                    <a:pt x="191637" y="274062"/>
                  </a:lnTo>
                  <a:lnTo>
                    <a:pt x="150418" y="283451"/>
                  </a:lnTo>
                  <a:lnTo>
                    <a:pt x="251056" y="283451"/>
                  </a:lnTo>
                  <a:lnTo>
                    <a:pt x="271806" y="260827"/>
                  </a:lnTo>
                  <a:lnTo>
                    <a:pt x="293157" y="215813"/>
                  </a:lnTo>
                  <a:lnTo>
                    <a:pt x="300824" y="163982"/>
                  </a:lnTo>
                  <a:lnTo>
                    <a:pt x="293157" y="112151"/>
                  </a:lnTo>
                  <a:lnTo>
                    <a:pt x="271806" y="67137"/>
                  </a:lnTo>
                  <a:lnTo>
                    <a:pt x="251056" y="44513"/>
                  </a:lnTo>
                  <a:close/>
                </a:path>
              </a:pathLst>
            </a:custGeom>
            <a:solidFill>
              <a:srgbClr val="8DC5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929442" y="2532702"/>
              <a:ext cx="300990" cy="328295"/>
            </a:xfrm>
            <a:custGeom>
              <a:avLst/>
              <a:gdLst/>
              <a:ahLst/>
              <a:cxnLst/>
              <a:rect l="l" t="t" r="r" b="b"/>
              <a:pathLst>
                <a:path w="300990" h="328294">
                  <a:moveTo>
                    <a:pt x="0" y="163982"/>
                  </a:moveTo>
                  <a:lnTo>
                    <a:pt x="7668" y="112151"/>
                  </a:lnTo>
                  <a:lnTo>
                    <a:pt x="29023" y="67137"/>
                  </a:lnTo>
                  <a:lnTo>
                    <a:pt x="61584" y="31639"/>
                  </a:lnTo>
                  <a:lnTo>
                    <a:pt x="102876" y="8360"/>
                  </a:lnTo>
                  <a:lnTo>
                    <a:pt x="150418" y="0"/>
                  </a:lnTo>
                  <a:lnTo>
                    <a:pt x="197960" y="8360"/>
                  </a:lnTo>
                  <a:lnTo>
                    <a:pt x="239248" y="31639"/>
                  </a:lnTo>
                  <a:lnTo>
                    <a:pt x="271806" y="67137"/>
                  </a:lnTo>
                  <a:lnTo>
                    <a:pt x="293157" y="112151"/>
                  </a:lnTo>
                  <a:lnTo>
                    <a:pt x="300824" y="163982"/>
                  </a:lnTo>
                  <a:lnTo>
                    <a:pt x="293157" y="215813"/>
                  </a:lnTo>
                  <a:lnTo>
                    <a:pt x="271806" y="260827"/>
                  </a:lnTo>
                  <a:lnTo>
                    <a:pt x="239248" y="296325"/>
                  </a:lnTo>
                  <a:lnTo>
                    <a:pt x="197960" y="319604"/>
                  </a:lnTo>
                  <a:lnTo>
                    <a:pt x="150418" y="327964"/>
                  </a:lnTo>
                  <a:lnTo>
                    <a:pt x="102876" y="319604"/>
                  </a:lnTo>
                  <a:lnTo>
                    <a:pt x="61584" y="296325"/>
                  </a:lnTo>
                  <a:lnTo>
                    <a:pt x="29023" y="260827"/>
                  </a:lnTo>
                  <a:lnTo>
                    <a:pt x="7668" y="215813"/>
                  </a:lnTo>
                  <a:lnTo>
                    <a:pt x="0" y="163982"/>
                  </a:lnTo>
                  <a:close/>
                </a:path>
                <a:path w="300990" h="328294">
                  <a:moveTo>
                    <a:pt x="44513" y="163982"/>
                  </a:moveTo>
                  <a:lnTo>
                    <a:pt x="52836" y="210483"/>
                  </a:lnTo>
                  <a:lnTo>
                    <a:pt x="75534" y="248458"/>
                  </a:lnTo>
                  <a:lnTo>
                    <a:pt x="109198" y="274062"/>
                  </a:lnTo>
                  <a:lnTo>
                    <a:pt x="150418" y="283451"/>
                  </a:lnTo>
                  <a:lnTo>
                    <a:pt x="191637" y="274062"/>
                  </a:lnTo>
                  <a:lnTo>
                    <a:pt x="225296" y="248458"/>
                  </a:lnTo>
                  <a:lnTo>
                    <a:pt x="247989" y="210483"/>
                  </a:lnTo>
                  <a:lnTo>
                    <a:pt x="256311" y="163982"/>
                  </a:lnTo>
                  <a:lnTo>
                    <a:pt x="247989" y="117481"/>
                  </a:lnTo>
                  <a:lnTo>
                    <a:pt x="225296" y="79506"/>
                  </a:lnTo>
                  <a:lnTo>
                    <a:pt x="191637" y="53902"/>
                  </a:lnTo>
                  <a:lnTo>
                    <a:pt x="150418" y="44513"/>
                  </a:lnTo>
                  <a:lnTo>
                    <a:pt x="109198" y="53902"/>
                  </a:lnTo>
                  <a:lnTo>
                    <a:pt x="75534" y="79506"/>
                  </a:lnTo>
                  <a:lnTo>
                    <a:pt x="52836" y="117481"/>
                  </a:lnTo>
                  <a:lnTo>
                    <a:pt x="44513" y="163982"/>
                  </a:lnTo>
                  <a:close/>
                </a:path>
              </a:pathLst>
            </a:custGeom>
            <a:ln w="25400">
              <a:solidFill>
                <a:srgbClr val="38521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241546" y="4742813"/>
              <a:ext cx="300990" cy="328295"/>
            </a:xfrm>
            <a:custGeom>
              <a:avLst/>
              <a:gdLst/>
              <a:ahLst/>
              <a:cxnLst/>
              <a:rect l="l" t="t" r="r" b="b"/>
              <a:pathLst>
                <a:path w="300990" h="328295">
                  <a:moveTo>
                    <a:pt x="150418" y="0"/>
                  </a:moveTo>
                  <a:lnTo>
                    <a:pt x="102876" y="8360"/>
                  </a:lnTo>
                  <a:lnTo>
                    <a:pt x="61584" y="31639"/>
                  </a:lnTo>
                  <a:lnTo>
                    <a:pt x="29023" y="67137"/>
                  </a:lnTo>
                  <a:lnTo>
                    <a:pt x="7668" y="112151"/>
                  </a:lnTo>
                  <a:lnTo>
                    <a:pt x="0" y="163982"/>
                  </a:lnTo>
                  <a:lnTo>
                    <a:pt x="7668" y="215813"/>
                  </a:lnTo>
                  <a:lnTo>
                    <a:pt x="29023" y="260827"/>
                  </a:lnTo>
                  <a:lnTo>
                    <a:pt x="61584" y="296325"/>
                  </a:lnTo>
                  <a:lnTo>
                    <a:pt x="102876" y="319604"/>
                  </a:lnTo>
                  <a:lnTo>
                    <a:pt x="150418" y="327964"/>
                  </a:lnTo>
                  <a:lnTo>
                    <a:pt x="197960" y="319604"/>
                  </a:lnTo>
                  <a:lnTo>
                    <a:pt x="239248" y="296325"/>
                  </a:lnTo>
                  <a:lnTo>
                    <a:pt x="251056" y="283451"/>
                  </a:lnTo>
                  <a:lnTo>
                    <a:pt x="150418" y="283451"/>
                  </a:lnTo>
                  <a:lnTo>
                    <a:pt x="109198" y="274062"/>
                  </a:lnTo>
                  <a:lnTo>
                    <a:pt x="75534" y="248458"/>
                  </a:lnTo>
                  <a:lnTo>
                    <a:pt x="52836" y="210483"/>
                  </a:lnTo>
                  <a:lnTo>
                    <a:pt x="44513" y="163982"/>
                  </a:lnTo>
                  <a:lnTo>
                    <a:pt x="52836" y="117481"/>
                  </a:lnTo>
                  <a:lnTo>
                    <a:pt x="75534" y="79506"/>
                  </a:lnTo>
                  <a:lnTo>
                    <a:pt x="109198" y="53902"/>
                  </a:lnTo>
                  <a:lnTo>
                    <a:pt x="150418" y="44513"/>
                  </a:lnTo>
                  <a:lnTo>
                    <a:pt x="251056" y="44513"/>
                  </a:lnTo>
                  <a:lnTo>
                    <a:pt x="239248" y="31639"/>
                  </a:lnTo>
                  <a:lnTo>
                    <a:pt x="197960" y="8360"/>
                  </a:lnTo>
                  <a:lnTo>
                    <a:pt x="150418" y="0"/>
                  </a:lnTo>
                  <a:close/>
                </a:path>
                <a:path w="300990" h="328295">
                  <a:moveTo>
                    <a:pt x="251056" y="44513"/>
                  </a:moveTo>
                  <a:lnTo>
                    <a:pt x="150418" y="44513"/>
                  </a:lnTo>
                  <a:lnTo>
                    <a:pt x="191637" y="53902"/>
                  </a:lnTo>
                  <a:lnTo>
                    <a:pt x="225296" y="79506"/>
                  </a:lnTo>
                  <a:lnTo>
                    <a:pt x="247989" y="117481"/>
                  </a:lnTo>
                  <a:lnTo>
                    <a:pt x="256311" y="163982"/>
                  </a:lnTo>
                  <a:lnTo>
                    <a:pt x="247989" y="210483"/>
                  </a:lnTo>
                  <a:lnTo>
                    <a:pt x="225296" y="248458"/>
                  </a:lnTo>
                  <a:lnTo>
                    <a:pt x="191637" y="274062"/>
                  </a:lnTo>
                  <a:lnTo>
                    <a:pt x="150418" y="283451"/>
                  </a:lnTo>
                  <a:lnTo>
                    <a:pt x="251056" y="283451"/>
                  </a:lnTo>
                  <a:lnTo>
                    <a:pt x="271806" y="260827"/>
                  </a:lnTo>
                  <a:lnTo>
                    <a:pt x="293157" y="215813"/>
                  </a:lnTo>
                  <a:lnTo>
                    <a:pt x="300824" y="163982"/>
                  </a:lnTo>
                  <a:lnTo>
                    <a:pt x="293157" y="112151"/>
                  </a:lnTo>
                  <a:lnTo>
                    <a:pt x="271806" y="67137"/>
                  </a:lnTo>
                  <a:lnTo>
                    <a:pt x="251056" y="44513"/>
                  </a:lnTo>
                  <a:close/>
                </a:path>
              </a:pathLst>
            </a:custGeom>
            <a:solidFill>
              <a:srgbClr val="8DC5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9241546" y="4742813"/>
              <a:ext cx="300990" cy="328295"/>
            </a:xfrm>
            <a:custGeom>
              <a:avLst/>
              <a:gdLst/>
              <a:ahLst/>
              <a:cxnLst/>
              <a:rect l="l" t="t" r="r" b="b"/>
              <a:pathLst>
                <a:path w="300990" h="328295">
                  <a:moveTo>
                    <a:pt x="0" y="163982"/>
                  </a:moveTo>
                  <a:lnTo>
                    <a:pt x="7668" y="112151"/>
                  </a:lnTo>
                  <a:lnTo>
                    <a:pt x="29023" y="67137"/>
                  </a:lnTo>
                  <a:lnTo>
                    <a:pt x="61584" y="31639"/>
                  </a:lnTo>
                  <a:lnTo>
                    <a:pt x="102876" y="8360"/>
                  </a:lnTo>
                  <a:lnTo>
                    <a:pt x="150418" y="0"/>
                  </a:lnTo>
                  <a:lnTo>
                    <a:pt x="197960" y="8360"/>
                  </a:lnTo>
                  <a:lnTo>
                    <a:pt x="239248" y="31639"/>
                  </a:lnTo>
                  <a:lnTo>
                    <a:pt x="271806" y="67137"/>
                  </a:lnTo>
                  <a:lnTo>
                    <a:pt x="293157" y="112151"/>
                  </a:lnTo>
                  <a:lnTo>
                    <a:pt x="300824" y="163982"/>
                  </a:lnTo>
                  <a:lnTo>
                    <a:pt x="293157" y="215813"/>
                  </a:lnTo>
                  <a:lnTo>
                    <a:pt x="271806" y="260827"/>
                  </a:lnTo>
                  <a:lnTo>
                    <a:pt x="239248" y="296325"/>
                  </a:lnTo>
                  <a:lnTo>
                    <a:pt x="197960" y="319604"/>
                  </a:lnTo>
                  <a:lnTo>
                    <a:pt x="150418" y="327964"/>
                  </a:lnTo>
                  <a:lnTo>
                    <a:pt x="102876" y="319604"/>
                  </a:lnTo>
                  <a:lnTo>
                    <a:pt x="61584" y="296325"/>
                  </a:lnTo>
                  <a:lnTo>
                    <a:pt x="29023" y="260827"/>
                  </a:lnTo>
                  <a:lnTo>
                    <a:pt x="7668" y="215813"/>
                  </a:lnTo>
                  <a:lnTo>
                    <a:pt x="0" y="163982"/>
                  </a:lnTo>
                  <a:close/>
                </a:path>
                <a:path w="300990" h="328295">
                  <a:moveTo>
                    <a:pt x="44513" y="163982"/>
                  </a:moveTo>
                  <a:lnTo>
                    <a:pt x="52836" y="210483"/>
                  </a:lnTo>
                  <a:lnTo>
                    <a:pt x="75534" y="248458"/>
                  </a:lnTo>
                  <a:lnTo>
                    <a:pt x="109198" y="274062"/>
                  </a:lnTo>
                  <a:lnTo>
                    <a:pt x="150418" y="283451"/>
                  </a:lnTo>
                  <a:lnTo>
                    <a:pt x="191637" y="274062"/>
                  </a:lnTo>
                  <a:lnTo>
                    <a:pt x="225296" y="248458"/>
                  </a:lnTo>
                  <a:lnTo>
                    <a:pt x="247989" y="210483"/>
                  </a:lnTo>
                  <a:lnTo>
                    <a:pt x="256311" y="163982"/>
                  </a:lnTo>
                  <a:lnTo>
                    <a:pt x="247989" y="117481"/>
                  </a:lnTo>
                  <a:lnTo>
                    <a:pt x="225296" y="79506"/>
                  </a:lnTo>
                  <a:lnTo>
                    <a:pt x="191637" y="53902"/>
                  </a:lnTo>
                  <a:lnTo>
                    <a:pt x="150418" y="44513"/>
                  </a:lnTo>
                  <a:lnTo>
                    <a:pt x="109198" y="53902"/>
                  </a:lnTo>
                  <a:lnTo>
                    <a:pt x="75534" y="79506"/>
                  </a:lnTo>
                  <a:lnTo>
                    <a:pt x="52836" y="117481"/>
                  </a:lnTo>
                  <a:lnTo>
                    <a:pt x="44513" y="163982"/>
                  </a:lnTo>
                  <a:close/>
                </a:path>
              </a:pathLst>
            </a:custGeom>
            <a:ln w="25400">
              <a:solidFill>
                <a:srgbClr val="38521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200121" y="2860672"/>
              <a:ext cx="1482090" cy="551815"/>
            </a:xfrm>
            <a:custGeom>
              <a:avLst/>
              <a:gdLst/>
              <a:ahLst/>
              <a:cxnLst/>
              <a:rect l="l" t="t" r="r" b="b"/>
              <a:pathLst>
                <a:path w="1482090" h="551814">
                  <a:moveTo>
                    <a:pt x="0" y="0"/>
                  </a:moveTo>
                  <a:lnTo>
                    <a:pt x="1481937" y="551332"/>
                  </a:lnTo>
                </a:path>
              </a:pathLst>
            </a:custGeom>
            <a:ln w="114300">
              <a:solidFill>
                <a:srgbClr val="8DC53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200121" y="2963315"/>
              <a:ext cx="1530985" cy="755650"/>
            </a:xfrm>
            <a:custGeom>
              <a:avLst/>
              <a:gdLst/>
              <a:ahLst/>
              <a:cxnLst/>
              <a:rect l="l" t="t" r="r" b="b"/>
              <a:pathLst>
                <a:path w="1530984" h="755650">
                  <a:moveTo>
                    <a:pt x="0" y="0"/>
                  </a:moveTo>
                  <a:lnTo>
                    <a:pt x="1530400" y="755599"/>
                  </a:lnTo>
                </a:path>
              </a:pathLst>
            </a:custGeom>
            <a:ln w="114300">
              <a:solidFill>
                <a:srgbClr val="8DC53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9498325" y="3486758"/>
              <a:ext cx="1160780" cy="1304290"/>
            </a:xfrm>
            <a:custGeom>
              <a:avLst/>
              <a:gdLst/>
              <a:ahLst/>
              <a:cxnLst/>
              <a:rect l="l" t="t" r="r" b="b"/>
              <a:pathLst>
                <a:path w="1160779" h="1304289">
                  <a:moveTo>
                    <a:pt x="1160437" y="0"/>
                  </a:moveTo>
                  <a:lnTo>
                    <a:pt x="0" y="1304086"/>
                  </a:lnTo>
                </a:path>
              </a:pathLst>
            </a:custGeom>
            <a:ln w="114300">
              <a:solidFill>
                <a:srgbClr val="8DC53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9186217" y="2812635"/>
              <a:ext cx="1437640" cy="599440"/>
            </a:xfrm>
            <a:custGeom>
              <a:avLst/>
              <a:gdLst/>
              <a:ahLst/>
              <a:cxnLst/>
              <a:rect l="l" t="t" r="r" b="b"/>
              <a:pathLst>
                <a:path w="1437640" h="599439">
                  <a:moveTo>
                    <a:pt x="1437474" y="599363"/>
                  </a:moveTo>
                  <a:lnTo>
                    <a:pt x="0" y="0"/>
                  </a:lnTo>
                </a:path>
              </a:pathLst>
            </a:custGeom>
            <a:ln w="114300">
              <a:solidFill>
                <a:srgbClr val="8DC53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461013" y="1301626"/>
            <a:ext cx="7028815" cy="1511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12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Coupled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body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with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variable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resistance</a:t>
            </a:r>
            <a:endParaRPr sz="24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125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Put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top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plate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on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top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secure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it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with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bolts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nuts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>
              <a:latin typeface="Arial"/>
              <a:cs typeface="Arial"/>
            </a:endParaRPr>
          </a:p>
          <a:p>
            <a:pPr marL="5466080" marR="100330">
              <a:lnSpc>
                <a:spcPct val="100000"/>
              </a:lnSpc>
            </a:pPr>
            <a:r>
              <a:rPr dirty="0" sz="1600" b="1" i="1">
                <a:solidFill>
                  <a:srgbClr val="00AF50"/>
                </a:solidFill>
                <a:latin typeface="Arial"/>
                <a:cs typeface="Arial"/>
              </a:rPr>
              <a:t>Combined</a:t>
            </a:r>
            <a:r>
              <a:rPr dirty="0" sz="1600" spc="-45" b="1" i="1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1600" spc="-20" b="1" i="1">
                <a:solidFill>
                  <a:srgbClr val="00AF50"/>
                </a:solidFill>
                <a:latin typeface="Arial"/>
                <a:cs typeface="Arial"/>
              </a:rPr>
              <a:t>with</a:t>
            </a:r>
            <a:r>
              <a:rPr dirty="0" sz="1600" spc="-20" b="1" i="1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1600" spc="-10" b="1" i="1">
                <a:solidFill>
                  <a:srgbClr val="00AF50"/>
                </a:solidFill>
                <a:latin typeface="Arial"/>
                <a:cs typeface="Arial"/>
              </a:rPr>
              <a:t>bolts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  <p:sp>
        <p:nvSpPr>
          <p:cNvPr id="25" name="object 25"/>
          <p:cNvSpPr txBox="1"/>
          <p:nvPr/>
        </p:nvSpPr>
        <p:spPr>
          <a:xfrm>
            <a:off x="10654545" y="3241917"/>
            <a:ext cx="950594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00AF50"/>
                </a:solidFill>
                <a:latin typeface="Arial"/>
                <a:cs typeface="Arial"/>
              </a:rPr>
              <a:t>Combined </a:t>
            </a:r>
            <a:r>
              <a:rPr dirty="0" sz="1600">
                <a:solidFill>
                  <a:srgbClr val="00AF50"/>
                </a:solidFill>
                <a:latin typeface="Arial"/>
                <a:cs typeface="Arial"/>
              </a:rPr>
              <a:t>with</a:t>
            </a:r>
            <a:r>
              <a:rPr dirty="0" sz="1600" spc="-15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00AF50"/>
                </a:solidFill>
                <a:latin typeface="Arial"/>
                <a:cs typeface="Arial"/>
              </a:rPr>
              <a:t>nuts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4284" y="6576721"/>
            <a:ext cx="228066" cy="16978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13435" y="537946"/>
            <a:ext cx="5630545" cy="4762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3838" y="2820613"/>
            <a:ext cx="10515420" cy="332065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61013" y="1301626"/>
            <a:ext cx="6528434" cy="19221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12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Power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System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Configuratio</a:t>
            </a:r>
            <a:endParaRPr sz="24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125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Powered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by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electricity</a:t>
            </a:r>
            <a:endParaRPr sz="20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254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Connected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via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battery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as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below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25"/>
              </a:spcBef>
            </a:pPr>
            <a:endParaRPr sz="20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"/>
                <a:cs typeface="Arial"/>
              </a:rPr>
              <a:t>12V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DC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66370" y="3844757"/>
            <a:ext cx="10280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220V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AC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49079" y="3888023"/>
            <a:ext cx="9169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12V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DC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45770" y="4883658"/>
            <a:ext cx="9169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12V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DC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3730" y="3429000"/>
            <a:ext cx="1815680" cy="1630679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4289" y="6576726"/>
            <a:ext cx="226390" cy="16977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13435" y="537946"/>
            <a:ext cx="5630545" cy="4762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1626"/>
            <a:ext cx="2931160" cy="391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08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Motor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driver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-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Motor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3838" y="2820613"/>
            <a:ext cx="10515420" cy="332065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072727" y="2892388"/>
            <a:ext cx="91694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Arial"/>
                <a:cs typeface="Arial"/>
              </a:rPr>
              <a:t>12V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DC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66370" y="3844757"/>
            <a:ext cx="10280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220V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AC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49079" y="3888023"/>
            <a:ext cx="9169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12V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DC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45770" y="4883658"/>
            <a:ext cx="9169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12V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DC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33730" y="1540962"/>
            <a:ext cx="11139805" cy="5375910"/>
            <a:chOff x="433730" y="1540962"/>
            <a:chExt cx="11139805" cy="5375910"/>
          </a:xfrm>
        </p:grpSpPr>
        <p:sp>
          <p:nvSpPr>
            <p:cNvPr id="14" name="object 14"/>
            <p:cNvSpPr/>
            <p:nvPr/>
          </p:nvSpPr>
          <p:spPr>
            <a:xfrm>
              <a:off x="5638829" y="1598112"/>
              <a:ext cx="5877560" cy="5261610"/>
            </a:xfrm>
            <a:custGeom>
              <a:avLst/>
              <a:gdLst/>
              <a:ahLst/>
              <a:cxnLst/>
              <a:rect l="l" t="t" r="r" b="b"/>
              <a:pathLst>
                <a:path w="5877559" h="5261609">
                  <a:moveTo>
                    <a:pt x="0" y="2630703"/>
                  </a:moveTo>
                  <a:lnTo>
                    <a:pt x="436" y="2584914"/>
                  </a:lnTo>
                  <a:lnTo>
                    <a:pt x="1740" y="2539315"/>
                  </a:lnTo>
                  <a:lnTo>
                    <a:pt x="3904" y="2493911"/>
                  </a:lnTo>
                  <a:lnTo>
                    <a:pt x="6922" y="2448709"/>
                  </a:lnTo>
                  <a:lnTo>
                    <a:pt x="10786" y="2403715"/>
                  </a:lnTo>
                  <a:lnTo>
                    <a:pt x="15490" y="2358935"/>
                  </a:lnTo>
                  <a:lnTo>
                    <a:pt x="21027" y="2314376"/>
                  </a:lnTo>
                  <a:lnTo>
                    <a:pt x="27388" y="2270045"/>
                  </a:lnTo>
                  <a:lnTo>
                    <a:pt x="34568" y="2225947"/>
                  </a:lnTo>
                  <a:lnTo>
                    <a:pt x="42559" y="2182088"/>
                  </a:lnTo>
                  <a:lnTo>
                    <a:pt x="51354" y="2138476"/>
                  </a:lnTo>
                  <a:lnTo>
                    <a:pt x="60947" y="2095116"/>
                  </a:lnTo>
                  <a:lnTo>
                    <a:pt x="71329" y="2052015"/>
                  </a:lnTo>
                  <a:lnTo>
                    <a:pt x="82494" y="2009179"/>
                  </a:lnTo>
                  <a:lnTo>
                    <a:pt x="94436" y="1966614"/>
                  </a:lnTo>
                  <a:lnTo>
                    <a:pt x="107146" y="1924327"/>
                  </a:lnTo>
                  <a:lnTo>
                    <a:pt x="120617" y="1882323"/>
                  </a:lnTo>
                  <a:lnTo>
                    <a:pt x="134844" y="1840610"/>
                  </a:lnTo>
                  <a:lnTo>
                    <a:pt x="149818" y="1799194"/>
                  </a:lnTo>
                  <a:lnTo>
                    <a:pt x="165533" y="1758081"/>
                  </a:lnTo>
                  <a:lnTo>
                    <a:pt x="181982" y="1717276"/>
                  </a:lnTo>
                  <a:lnTo>
                    <a:pt x="199157" y="1676788"/>
                  </a:lnTo>
                  <a:lnTo>
                    <a:pt x="217051" y="1636621"/>
                  </a:lnTo>
                  <a:lnTo>
                    <a:pt x="235658" y="1596782"/>
                  </a:lnTo>
                  <a:lnTo>
                    <a:pt x="254971" y="1557278"/>
                  </a:lnTo>
                  <a:lnTo>
                    <a:pt x="274981" y="1518115"/>
                  </a:lnTo>
                  <a:lnTo>
                    <a:pt x="295683" y="1479299"/>
                  </a:lnTo>
                  <a:lnTo>
                    <a:pt x="317069" y="1440836"/>
                  </a:lnTo>
                  <a:lnTo>
                    <a:pt x="339132" y="1402734"/>
                  </a:lnTo>
                  <a:lnTo>
                    <a:pt x="361865" y="1364997"/>
                  </a:lnTo>
                  <a:lnTo>
                    <a:pt x="385261" y="1327633"/>
                  </a:lnTo>
                  <a:lnTo>
                    <a:pt x="409313" y="1290647"/>
                  </a:lnTo>
                  <a:lnTo>
                    <a:pt x="434014" y="1254046"/>
                  </a:lnTo>
                  <a:lnTo>
                    <a:pt x="459357" y="1217837"/>
                  </a:lnTo>
                  <a:lnTo>
                    <a:pt x="485335" y="1182026"/>
                  </a:lnTo>
                  <a:lnTo>
                    <a:pt x="511940" y="1146618"/>
                  </a:lnTo>
                  <a:lnTo>
                    <a:pt x="539166" y="1111621"/>
                  </a:lnTo>
                  <a:lnTo>
                    <a:pt x="567006" y="1077040"/>
                  </a:lnTo>
                  <a:lnTo>
                    <a:pt x="595452" y="1042883"/>
                  </a:lnTo>
                  <a:lnTo>
                    <a:pt x="624497" y="1009154"/>
                  </a:lnTo>
                  <a:lnTo>
                    <a:pt x="654135" y="975861"/>
                  </a:lnTo>
                  <a:lnTo>
                    <a:pt x="684359" y="943010"/>
                  </a:lnTo>
                  <a:lnTo>
                    <a:pt x="715160" y="910608"/>
                  </a:lnTo>
                  <a:lnTo>
                    <a:pt x="746533" y="878660"/>
                  </a:lnTo>
                  <a:lnTo>
                    <a:pt x="778471" y="847172"/>
                  </a:lnTo>
                  <a:lnTo>
                    <a:pt x="810965" y="816152"/>
                  </a:lnTo>
                  <a:lnTo>
                    <a:pt x="844009" y="785605"/>
                  </a:lnTo>
                  <a:lnTo>
                    <a:pt x="877597" y="755539"/>
                  </a:lnTo>
                  <a:lnTo>
                    <a:pt x="911720" y="725958"/>
                  </a:lnTo>
                  <a:lnTo>
                    <a:pt x="946373" y="696870"/>
                  </a:lnTo>
                  <a:lnTo>
                    <a:pt x="981547" y="668280"/>
                  </a:lnTo>
                  <a:lnTo>
                    <a:pt x="1017236" y="640196"/>
                  </a:lnTo>
                  <a:lnTo>
                    <a:pt x="1053433" y="612622"/>
                  </a:lnTo>
                  <a:lnTo>
                    <a:pt x="1090130" y="585567"/>
                  </a:lnTo>
                  <a:lnTo>
                    <a:pt x="1127321" y="559036"/>
                  </a:lnTo>
                  <a:lnTo>
                    <a:pt x="1164999" y="533035"/>
                  </a:lnTo>
                  <a:lnTo>
                    <a:pt x="1203156" y="507570"/>
                  </a:lnTo>
                  <a:lnTo>
                    <a:pt x="1241786" y="482649"/>
                  </a:lnTo>
                  <a:lnTo>
                    <a:pt x="1280881" y="458277"/>
                  </a:lnTo>
                  <a:lnTo>
                    <a:pt x="1320434" y="434460"/>
                  </a:lnTo>
                  <a:lnTo>
                    <a:pt x="1360439" y="411206"/>
                  </a:lnTo>
                  <a:lnTo>
                    <a:pt x="1400888" y="388519"/>
                  </a:lnTo>
                  <a:lnTo>
                    <a:pt x="1441774" y="366408"/>
                  </a:lnTo>
                  <a:lnTo>
                    <a:pt x="1483090" y="344877"/>
                  </a:lnTo>
                  <a:lnTo>
                    <a:pt x="1524829" y="323933"/>
                  </a:lnTo>
                  <a:lnTo>
                    <a:pt x="1566985" y="303583"/>
                  </a:lnTo>
                  <a:lnTo>
                    <a:pt x="1609549" y="283833"/>
                  </a:lnTo>
                  <a:lnTo>
                    <a:pt x="1652515" y="264688"/>
                  </a:lnTo>
                  <a:lnTo>
                    <a:pt x="1695876" y="246157"/>
                  </a:lnTo>
                  <a:lnTo>
                    <a:pt x="1739625" y="228244"/>
                  </a:lnTo>
                  <a:lnTo>
                    <a:pt x="1783754" y="210956"/>
                  </a:lnTo>
                  <a:lnTo>
                    <a:pt x="1828257" y="194299"/>
                  </a:lnTo>
                  <a:lnTo>
                    <a:pt x="1873127" y="178280"/>
                  </a:lnTo>
                  <a:lnTo>
                    <a:pt x="1918356" y="162906"/>
                  </a:lnTo>
                  <a:lnTo>
                    <a:pt x="1963938" y="148181"/>
                  </a:lnTo>
                  <a:lnTo>
                    <a:pt x="2009865" y="134114"/>
                  </a:lnTo>
                  <a:lnTo>
                    <a:pt x="2056131" y="120709"/>
                  </a:lnTo>
                  <a:lnTo>
                    <a:pt x="2102728" y="107974"/>
                  </a:lnTo>
                  <a:lnTo>
                    <a:pt x="2149649" y="95914"/>
                  </a:lnTo>
                  <a:lnTo>
                    <a:pt x="2196887" y="84536"/>
                  </a:lnTo>
                  <a:lnTo>
                    <a:pt x="2244436" y="73847"/>
                  </a:lnTo>
                  <a:lnTo>
                    <a:pt x="2292287" y="63852"/>
                  </a:lnTo>
                  <a:lnTo>
                    <a:pt x="2340435" y="54558"/>
                  </a:lnTo>
                  <a:lnTo>
                    <a:pt x="2388872" y="45971"/>
                  </a:lnTo>
                  <a:lnTo>
                    <a:pt x="2437590" y="38098"/>
                  </a:lnTo>
                  <a:lnTo>
                    <a:pt x="2486584" y="30944"/>
                  </a:lnTo>
                  <a:lnTo>
                    <a:pt x="2535845" y="24517"/>
                  </a:lnTo>
                  <a:lnTo>
                    <a:pt x="2585367" y="18822"/>
                  </a:lnTo>
                  <a:lnTo>
                    <a:pt x="2635142" y="13867"/>
                  </a:lnTo>
                  <a:lnTo>
                    <a:pt x="2685165" y="9656"/>
                  </a:lnTo>
                  <a:lnTo>
                    <a:pt x="2735427" y="6196"/>
                  </a:lnTo>
                  <a:lnTo>
                    <a:pt x="2785921" y="3495"/>
                  </a:lnTo>
                  <a:lnTo>
                    <a:pt x="2836641" y="1557"/>
                  </a:lnTo>
                  <a:lnTo>
                    <a:pt x="2887579" y="390"/>
                  </a:lnTo>
                  <a:lnTo>
                    <a:pt x="2938729" y="0"/>
                  </a:lnTo>
                  <a:lnTo>
                    <a:pt x="2989879" y="390"/>
                  </a:lnTo>
                  <a:lnTo>
                    <a:pt x="3040817" y="1557"/>
                  </a:lnTo>
                  <a:lnTo>
                    <a:pt x="3091538" y="3495"/>
                  </a:lnTo>
                  <a:lnTo>
                    <a:pt x="3142032" y="6196"/>
                  </a:lnTo>
                  <a:lnTo>
                    <a:pt x="3192295" y="9656"/>
                  </a:lnTo>
                  <a:lnTo>
                    <a:pt x="3242317" y="13867"/>
                  </a:lnTo>
                  <a:lnTo>
                    <a:pt x="3292093" y="18822"/>
                  </a:lnTo>
                  <a:lnTo>
                    <a:pt x="3341615" y="24517"/>
                  </a:lnTo>
                  <a:lnTo>
                    <a:pt x="3390877" y="30944"/>
                  </a:lnTo>
                  <a:lnTo>
                    <a:pt x="3439871" y="38098"/>
                  </a:lnTo>
                  <a:lnTo>
                    <a:pt x="3488590" y="45971"/>
                  </a:lnTo>
                  <a:lnTo>
                    <a:pt x="3537027" y="54558"/>
                  </a:lnTo>
                  <a:lnTo>
                    <a:pt x="3585174" y="63852"/>
                  </a:lnTo>
                  <a:lnTo>
                    <a:pt x="3633026" y="73847"/>
                  </a:lnTo>
                  <a:lnTo>
                    <a:pt x="3680575" y="84536"/>
                  </a:lnTo>
                  <a:lnTo>
                    <a:pt x="3727814" y="95914"/>
                  </a:lnTo>
                  <a:lnTo>
                    <a:pt x="3774735" y="107974"/>
                  </a:lnTo>
                  <a:lnTo>
                    <a:pt x="3821332" y="120709"/>
                  </a:lnTo>
                  <a:lnTo>
                    <a:pt x="3867598" y="134114"/>
                  </a:lnTo>
                  <a:lnTo>
                    <a:pt x="3913526" y="148181"/>
                  </a:lnTo>
                  <a:lnTo>
                    <a:pt x="3959108" y="162906"/>
                  </a:lnTo>
                  <a:lnTo>
                    <a:pt x="4004337" y="178280"/>
                  </a:lnTo>
                  <a:lnTo>
                    <a:pt x="4049207" y="194299"/>
                  </a:lnTo>
                  <a:lnTo>
                    <a:pt x="4093711" y="210956"/>
                  </a:lnTo>
                  <a:lnTo>
                    <a:pt x="4137840" y="228244"/>
                  </a:lnTo>
                  <a:lnTo>
                    <a:pt x="4181589" y="246157"/>
                  </a:lnTo>
                  <a:lnTo>
                    <a:pt x="4224950" y="264688"/>
                  </a:lnTo>
                  <a:lnTo>
                    <a:pt x="4267917" y="283833"/>
                  </a:lnTo>
                  <a:lnTo>
                    <a:pt x="4310481" y="303583"/>
                  </a:lnTo>
                  <a:lnTo>
                    <a:pt x="4352637" y="323933"/>
                  </a:lnTo>
                  <a:lnTo>
                    <a:pt x="4394376" y="344877"/>
                  </a:lnTo>
                  <a:lnTo>
                    <a:pt x="4435693" y="366408"/>
                  </a:lnTo>
                  <a:lnTo>
                    <a:pt x="4476579" y="388519"/>
                  </a:lnTo>
                  <a:lnTo>
                    <a:pt x="4517028" y="411206"/>
                  </a:lnTo>
                  <a:lnTo>
                    <a:pt x="4557033" y="434460"/>
                  </a:lnTo>
                  <a:lnTo>
                    <a:pt x="4596586" y="458277"/>
                  </a:lnTo>
                  <a:lnTo>
                    <a:pt x="4635682" y="482649"/>
                  </a:lnTo>
                  <a:lnTo>
                    <a:pt x="4674311" y="507570"/>
                  </a:lnTo>
                  <a:lnTo>
                    <a:pt x="4712469" y="533035"/>
                  </a:lnTo>
                  <a:lnTo>
                    <a:pt x="4750146" y="559036"/>
                  </a:lnTo>
                  <a:lnTo>
                    <a:pt x="4787338" y="585567"/>
                  </a:lnTo>
                  <a:lnTo>
                    <a:pt x="4824035" y="612622"/>
                  </a:lnTo>
                  <a:lnTo>
                    <a:pt x="4860232" y="640196"/>
                  </a:lnTo>
                  <a:lnTo>
                    <a:pt x="4895921" y="668280"/>
                  </a:lnTo>
                  <a:lnTo>
                    <a:pt x="4931096" y="696870"/>
                  </a:lnTo>
                  <a:lnTo>
                    <a:pt x="4965748" y="725958"/>
                  </a:lnTo>
                  <a:lnTo>
                    <a:pt x="4999872" y="755539"/>
                  </a:lnTo>
                  <a:lnTo>
                    <a:pt x="5033459" y="785605"/>
                  </a:lnTo>
                  <a:lnTo>
                    <a:pt x="5066504" y="816152"/>
                  </a:lnTo>
                  <a:lnTo>
                    <a:pt x="5098998" y="847172"/>
                  </a:lnTo>
                  <a:lnTo>
                    <a:pt x="5130935" y="878660"/>
                  </a:lnTo>
                  <a:lnTo>
                    <a:pt x="5162309" y="910608"/>
                  </a:lnTo>
                  <a:lnTo>
                    <a:pt x="5193110" y="943010"/>
                  </a:lnTo>
                  <a:lnTo>
                    <a:pt x="5223334" y="975861"/>
                  </a:lnTo>
                  <a:lnTo>
                    <a:pt x="5252972" y="1009154"/>
                  </a:lnTo>
                  <a:lnTo>
                    <a:pt x="5282018" y="1042883"/>
                  </a:lnTo>
                  <a:lnTo>
                    <a:pt x="5310464" y="1077040"/>
                  </a:lnTo>
                  <a:lnTo>
                    <a:pt x="5338303" y="1111621"/>
                  </a:lnTo>
                  <a:lnTo>
                    <a:pt x="5365529" y="1146618"/>
                  </a:lnTo>
                  <a:lnTo>
                    <a:pt x="5392135" y="1182026"/>
                  </a:lnTo>
                  <a:lnTo>
                    <a:pt x="5418112" y="1217837"/>
                  </a:lnTo>
                  <a:lnTo>
                    <a:pt x="5443455" y="1254046"/>
                  </a:lnTo>
                  <a:lnTo>
                    <a:pt x="5468156" y="1290647"/>
                  </a:lnTo>
                  <a:lnTo>
                    <a:pt x="5492208" y="1327633"/>
                  </a:lnTo>
                  <a:lnTo>
                    <a:pt x="5515605" y="1364997"/>
                  </a:lnTo>
                  <a:lnTo>
                    <a:pt x="5538338" y="1402734"/>
                  </a:lnTo>
                  <a:lnTo>
                    <a:pt x="5560401" y="1440836"/>
                  </a:lnTo>
                  <a:lnTo>
                    <a:pt x="5581787" y="1479299"/>
                  </a:lnTo>
                  <a:lnTo>
                    <a:pt x="5602489" y="1518115"/>
                  </a:lnTo>
                  <a:lnTo>
                    <a:pt x="5622499" y="1557278"/>
                  </a:lnTo>
                  <a:lnTo>
                    <a:pt x="5641811" y="1596782"/>
                  </a:lnTo>
                  <a:lnTo>
                    <a:pt x="5660418" y="1636621"/>
                  </a:lnTo>
                  <a:lnTo>
                    <a:pt x="5678313" y="1676788"/>
                  </a:lnTo>
                  <a:lnTo>
                    <a:pt x="5695488" y="1717276"/>
                  </a:lnTo>
                  <a:lnTo>
                    <a:pt x="5711937" y="1758081"/>
                  </a:lnTo>
                  <a:lnTo>
                    <a:pt x="5727652" y="1799194"/>
                  </a:lnTo>
                  <a:lnTo>
                    <a:pt x="5742626" y="1840610"/>
                  </a:lnTo>
                  <a:lnTo>
                    <a:pt x="5756853" y="1882323"/>
                  </a:lnTo>
                  <a:lnTo>
                    <a:pt x="5770324" y="1924327"/>
                  </a:lnTo>
                  <a:lnTo>
                    <a:pt x="5783035" y="1966614"/>
                  </a:lnTo>
                  <a:lnTo>
                    <a:pt x="5794976" y="2009179"/>
                  </a:lnTo>
                  <a:lnTo>
                    <a:pt x="5806141" y="2052015"/>
                  </a:lnTo>
                  <a:lnTo>
                    <a:pt x="5816523" y="2095116"/>
                  </a:lnTo>
                  <a:lnTo>
                    <a:pt x="5826116" y="2138476"/>
                  </a:lnTo>
                  <a:lnTo>
                    <a:pt x="5834911" y="2182088"/>
                  </a:lnTo>
                  <a:lnTo>
                    <a:pt x="5842902" y="2225947"/>
                  </a:lnTo>
                  <a:lnTo>
                    <a:pt x="5850082" y="2270045"/>
                  </a:lnTo>
                  <a:lnTo>
                    <a:pt x="5856443" y="2314376"/>
                  </a:lnTo>
                  <a:lnTo>
                    <a:pt x="5861980" y="2358935"/>
                  </a:lnTo>
                  <a:lnTo>
                    <a:pt x="5866684" y="2403715"/>
                  </a:lnTo>
                  <a:lnTo>
                    <a:pt x="5870548" y="2448709"/>
                  </a:lnTo>
                  <a:lnTo>
                    <a:pt x="5873566" y="2493911"/>
                  </a:lnTo>
                  <a:lnTo>
                    <a:pt x="5875731" y="2539315"/>
                  </a:lnTo>
                  <a:lnTo>
                    <a:pt x="5877034" y="2584914"/>
                  </a:lnTo>
                  <a:lnTo>
                    <a:pt x="5877471" y="2630703"/>
                  </a:lnTo>
                  <a:lnTo>
                    <a:pt x="5877034" y="2676492"/>
                  </a:lnTo>
                  <a:lnTo>
                    <a:pt x="5875731" y="2722091"/>
                  </a:lnTo>
                  <a:lnTo>
                    <a:pt x="5873566" y="2767495"/>
                  </a:lnTo>
                  <a:lnTo>
                    <a:pt x="5870548" y="2812697"/>
                  </a:lnTo>
                  <a:lnTo>
                    <a:pt x="5866684" y="2857691"/>
                  </a:lnTo>
                  <a:lnTo>
                    <a:pt x="5861980" y="2902471"/>
                  </a:lnTo>
                  <a:lnTo>
                    <a:pt x="5856443" y="2947029"/>
                  </a:lnTo>
                  <a:lnTo>
                    <a:pt x="5850082" y="2991361"/>
                  </a:lnTo>
                  <a:lnTo>
                    <a:pt x="5842902" y="3035459"/>
                  </a:lnTo>
                  <a:lnTo>
                    <a:pt x="5834911" y="3079317"/>
                  </a:lnTo>
                  <a:lnTo>
                    <a:pt x="5826116" y="3122930"/>
                  </a:lnTo>
                  <a:lnTo>
                    <a:pt x="5816523" y="3166290"/>
                  </a:lnTo>
                  <a:lnTo>
                    <a:pt x="5806141" y="3209391"/>
                  </a:lnTo>
                  <a:lnTo>
                    <a:pt x="5794976" y="3252227"/>
                  </a:lnTo>
                  <a:lnTo>
                    <a:pt x="5783035" y="3294792"/>
                  </a:lnTo>
                  <a:lnTo>
                    <a:pt x="5770324" y="3337079"/>
                  </a:lnTo>
                  <a:lnTo>
                    <a:pt x="5756853" y="3379082"/>
                  </a:lnTo>
                  <a:lnTo>
                    <a:pt x="5742626" y="3420795"/>
                  </a:lnTo>
                  <a:lnTo>
                    <a:pt x="5727652" y="3462212"/>
                  </a:lnTo>
                  <a:lnTo>
                    <a:pt x="5711937" y="3503325"/>
                  </a:lnTo>
                  <a:lnTo>
                    <a:pt x="5695488" y="3544129"/>
                  </a:lnTo>
                  <a:lnTo>
                    <a:pt x="5678313" y="3584618"/>
                  </a:lnTo>
                  <a:lnTo>
                    <a:pt x="5660418" y="3624785"/>
                  </a:lnTo>
                  <a:lnTo>
                    <a:pt x="5641811" y="3664623"/>
                  </a:lnTo>
                  <a:lnTo>
                    <a:pt x="5622499" y="3704127"/>
                  </a:lnTo>
                  <a:lnTo>
                    <a:pt x="5602489" y="3743291"/>
                  </a:lnTo>
                  <a:lnTo>
                    <a:pt x="5581787" y="3782107"/>
                  </a:lnTo>
                  <a:lnTo>
                    <a:pt x="5560401" y="3820569"/>
                  </a:lnTo>
                  <a:lnTo>
                    <a:pt x="5538338" y="3858672"/>
                  </a:lnTo>
                  <a:lnTo>
                    <a:pt x="5515605" y="3896409"/>
                  </a:lnTo>
                  <a:lnTo>
                    <a:pt x="5492208" y="3933773"/>
                  </a:lnTo>
                  <a:lnTo>
                    <a:pt x="5468156" y="3970759"/>
                  </a:lnTo>
                  <a:lnTo>
                    <a:pt x="5443455" y="4007359"/>
                  </a:lnTo>
                  <a:lnTo>
                    <a:pt x="5418112" y="4043569"/>
                  </a:lnTo>
                  <a:lnTo>
                    <a:pt x="5392135" y="4079380"/>
                  </a:lnTo>
                  <a:lnTo>
                    <a:pt x="5365529" y="4114788"/>
                  </a:lnTo>
                  <a:lnTo>
                    <a:pt x="5338303" y="4149785"/>
                  </a:lnTo>
                  <a:lnTo>
                    <a:pt x="5310464" y="4184366"/>
                  </a:lnTo>
                  <a:lnTo>
                    <a:pt x="5282018" y="4218523"/>
                  </a:lnTo>
                  <a:lnTo>
                    <a:pt x="5252972" y="4252252"/>
                  </a:lnTo>
                  <a:lnTo>
                    <a:pt x="5223334" y="4285544"/>
                  </a:lnTo>
                  <a:lnTo>
                    <a:pt x="5193110" y="4318395"/>
                  </a:lnTo>
                  <a:lnTo>
                    <a:pt x="5162309" y="4350798"/>
                  </a:lnTo>
                  <a:lnTo>
                    <a:pt x="5130935" y="4382746"/>
                  </a:lnTo>
                  <a:lnTo>
                    <a:pt x="5098998" y="4414234"/>
                  </a:lnTo>
                  <a:lnTo>
                    <a:pt x="5066504" y="4445254"/>
                  </a:lnTo>
                  <a:lnTo>
                    <a:pt x="5033459" y="4475800"/>
                  </a:lnTo>
                  <a:lnTo>
                    <a:pt x="4999872" y="4505867"/>
                  </a:lnTo>
                  <a:lnTo>
                    <a:pt x="4965748" y="4535448"/>
                  </a:lnTo>
                  <a:lnTo>
                    <a:pt x="4931096" y="4564536"/>
                  </a:lnTo>
                  <a:lnTo>
                    <a:pt x="4895921" y="4593126"/>
                  </a:lnTo>
                  <a:lnTo>
                    <a:pt x="4860232" y="4621210"/>
                  </a:lnTo>
                  <a:lnTo>
                    <a:pt x="4824035" y="4648783"/>
                  </a:lnTo>
                  <a:lnTo>
                    <a:pt x="4787338" y="4675839"/>
                  </a:lnTo>
                  <a:lnTo>
                    <a:pt x="4750146" y="4702370"/>
                  </a:lnTo>
                  <a:lnTo>
                    <a:pt x="4712469" y="4728371"/>
                  </a:lnTo>
                  <a:lnTo>
                    <a:pt x="4674311" y="4753835"/>
                  </a:lnTo>
                  <a:lnTo>
                    <a:pt x="4635682" y="4778757"/>
                  </a:lnTo>
                  <a:lnTo>
                    <a:pt x="4596586" y="4803129"/>
                  </a:lnTo>
                  <a:lnTo>
                    <a:pt x="4557033" y="4826945"/>
                  </a:lnTo>
                  <a:lnTo>
                    <a:pt x="4517028" y="4850200"/>
                  </a:lnTo>
                  <a:lnTo>
                    <a:pt x="4476579" y="4872886"/>
                  </a:lnTo>
                  <a:lnTo>
                    <a:pt x="4435693" y="4894998"/>
                  </a:lnTo>
                  <a:lnTo>
                    <a:pt x="4394376" y="4916529"/>
                  </a:lnTo>
                  <a:lnTo>
                    <a:pt x="4352637" y="4937473"/>
                  </a:lnTo>
                  <a:lnTo>
                    <a:pt x="4310481" y="4957823"/>
                  </a:lnTo>
                  <a:lnTo>
                    <a:pt x="4267917" y="4977573"/>
                  </a:lnTo>
                  <a:lnTo>
                    <a:pt x="4224950" y="4996718"/>
                  </a:lnTo>
                  <a:lnTo>
                    <a:pt x="4181589" y="5015249"/>
                  </a:lnTo>
                  <a:lnTo>
                    <a:pt x="4137840" y="5033162"/>
                  </a:lnTo>
                  <a:lnTo>
                    <a:pt x="4093711" y="5050450"/>
                  </a:lnTo>
                  <a:lnTo>
                    <a:pt x="4049207" y="5067107"/>
                  </a:lnTo>
                  <a:lnTo>
                    <a:pt x="4004337" y="5083125"/>
                  </a:lnTo>
                  <a:lnTo>
                    <a:pt x="3959108" y="5098500"/>
                  </a:lnTo>
                  <a:lnTo>
                    <a:pt x="3913526" y="5113224"/>
                  </a:lnTo>
                  <a:lnTo>
                    <a:pt x="3867598" y="5127292"/>
                  </a:lnTo>
                  <a:lnTo>
                    <a:pt x="3821332" y="5140697"/>
                  </a:lnTo>
                  <a:lnTo>
                    <a:pt x="3774735" y="5153432"/>
                  </a:lnTo>
                  <a:lnTo>
                    <a:pt x="3727814" y="5165492"/>
                  </a:lnTo>
                  <a:lnTo>
                    <a:pt x="3680575" y="5176870"/>
                  </a:lnTo>
                  <a:lnTo>
                    <a:pt x="3633026" y="5187559"/>
                  </a:lnTo>
                  <a:lnTo>
                    <a:pt x="3585174" y="5197554"/>
                  </a:lnTo>
                  <a:lnTo>
                    <a:pt x="3537027" y="5206848"/>
                  </a:lnTo>
                  <a:lnTo>
                    <a:pt x="3488590" y="5215435"/>
                  </a:lnTo>
                  <a:lnTo>
                    <a:pt x="3439871" y="5223308"/>
                  </a:lnTo>
                  <a:lnTo>
                    <a:pt x="3390877" y="5230461"/>
                  </a:lnTo>
                  <a:lnTo>
                    <a:pt x="3341615" y="5236889"/>
                  </a:lnTo>
                  <a:lnTo>
                    <a:pt x="3292093" y="5242583"/>
                  </a:lnTo>
                  <a:lnTo>
                    <a:pt x="3242317" y="5247539"/>
                  </a:lnTo>
                  <a:lnTo>
                    <a:pt x="3192295" y="5251750"/>
                  </a:lnTo>
                  <a:lnTo>
                    <a:pt x="3142032" y="5255209"/>
                  </a:lnTo>
                  <a:lnTo>
                    <a:pt x="3091538" y="5257911"/>
                  </a:lnTo>
                  <a:lnTo>
                    <a:pt x="3040817" y="5259849"/>
                  </a:lnTo>
                  <a:lnTo>
                    <a:pt x="2989879" y="5261016"/>
                  </a:lnTo>
                  <a:lnTo>
                    <a:pt x="2938729" y="5261406"/>
                  </a:lnTo>
                  <a:lnTo>
                    <a:pt x="2887579" y="5261016"/>
                  </a:lnTo>
                  <a:lnTo>
                    <a:pt x="2836641" y="5259849"/>
                  </a:lnTo>
                  <a:lnTo>
                    <a:pt x="2785921" y="5257911"/>
                  </a:lnTo>
                  <a:lnTo>
                    <a:pt x="2735427" y="5255209"/>
                  </a:lnTo>
                  <a:lnTo>
                    <a:pt x="2685165" y="5251750"/>
                  </a:lnTo>
                  <a:lnTo>
                    <a:pt x="2635142" y="5247539"/>
                  </a:lnTo>
                  <a:lnTo>
                    <a:pt x="2585367" y="5242583"/>
                  </a:lnTo>
                  <a:lnTo>
                    <a:pt x="2535845" y="5236889"/>
                  </a:lnTo>
                  <a:lnTo>
                    <a:pt x="2486584" y="5230461"/>
                  </a:lnTo>
                  <a:lnTo>
                    <a:pt x="2437590" y="5223308"/>
                  </a:lnTo>
                  <a:lnTo>
                    <a:pt x="2388872" y="5215435"/>
                  </a:lnTo>
                  <a:lnTo>
                    <a:pt x="2340435" y="5206848"/>
                  </a:lnTo>
                  <a:lnTo>
                    <a:pt x="2292287" y="5197554"/>
                  </a:lnTo>
                  <a:lnTo>
                    <a:pt x="2244436" y="5187559"/>
                  </a:lnTo>
                  <a:lnTo>
                    <a:pt x="2196887" y="5176870"/>
                  </a:lnTo>
                  <a:lnTo>
                    <a:pt x="2149649" y="5165492"/>
                  </a:lnTo>
                  <a:lnTo>
                    <a:pt x="2102728" y="5153432"/>
                  </a:lnTo>
                  <a:lnTo>
                    <a:pt x="2056131" y="5140697"/>
                  </a:lnTo>
                  <a:lnTo>
                    <a:pt x="2009865" y="5127292"/>
                  </a:lnTo>
                  <a:lnTo>
                    <a:pt x="1963938" y="5113224"/>
                  </a:lnTo>
                  <a:lnTo>
                    <a:pt x="1918356" y="5098500"/>
                  </a:lnTo>
                  <a:lnTo>
                    <a:pt x="1873127" y="5083125"/>
                  </a:lnTo>
                  <a:lnTo>
                    <a:pt x="1828257" y="5067107"/>
                  </a:lnTo>
                  <a:lnTo>
                    <a:pt x="1783754" y="5050450"/>
                  </a:lnTo>
                  <a:lnTo>
                    <a:pt x="1739625" y="5033162"/>
                  </a:lnTo>
                  <a:lnTo>
                    <a:pt x="1695876" y="5015249"/>
                  </a:lnTo>
                  <a:lnTo>
                    <a:pt x="1652515" y="4996718"/>
                  </a:lnTo>
                  <a:lnTo>
                    <a:pt x="1609549" y="4977573"/>
                  </a:lnTo>
                  <a:lnTo>
                    <a:pt x="1566985" y="4957823"/>
                  </a:lnTo>
                  <a:lnTo>
                    <a:pt x="1524829" y="4937473"/>
                  </a:lnTo>
                  <a:lnTo>
                    <a:pt x="1483090" y="4916529"/>
                  </a:lnTo>
                  <a:lnTo>
                    <a:pt x="1441774" y="4894998"/>
                  </a:lnTo>
                  <a:lnTo>
                    <a:pt x="1400888" y="4872886"/>
                  </a:lnTo>
                  <a:lnTo>
                    <a:pt x="1360439" y="4850200"/>
                  </a:lnTo>
                  <a:lnTo>
                    <a:pt x="1320434" y="4826945"/>
                  </a:lnTo>
                  <a:lnTo>
                    <a:pt x="1280881" y="4803129"/>
                  </a:lnTo>
                  <a:lnTo>
                    <a:pt x="1241786" y="4778757"/>
                  </a:lnTo>
                  <a:lnTo>
                    <a:pt x="1203156" y="4753835"/>
                  </a:lnTo>
                  <a:lnTo>
                    <a:pt x="1164999" y="4728371"/>
                  </a:lnTo>
                  <a:lnTo>
                    <a:pt x="1127321" y="4702370"/>
                  </a:lnTo>
                  <a:lnTo>
                    <a:pt x="1090130" y="4675839"/>
                  </a:lnTo>
                  <a:lnTo>
                    <a:pt x="1053433" y="4648783"/>
                  </a:lnTo>
                  <a:lnTo>
                    <a:pt x="1017236" y="4621210"/>
                  </a:lnTo>
                  <a:lnTo>
                    <a:pt x="981547" y="4593126"/>
                  </a:lnTo>
                  <a:lnTo>
                    <a:pt x="946373" y="4564536"/>
                  </a:lnTo>
                  <a:lnTo>
                    <a:pt x="911720" y="4535448"/>
                  </a:lnTo>
                  <a:lnTo>
                    <a:pt x="877597" y="4505867"/>
                  </a:lnTo>
                  <a:lnTo>
                    <a:pt x="844009" y="4475800"/>
                  </a:lnTo>
                  <a:lnTo>
                    <a:pt x="810965" y="4445254"/>
                  </a:lnTo>
                  <a:lnTo>
                    <a:pt x="778471" y="4414234"/>
                  </a:lnTo>
                  <a:lnTo>
                    <a:pt x="746533" y="4382746"/>
                  </a:lnTo>
                  <a:lnTo>
                    <a:pt x="715160" y="4350798"/>
                  </a:lnTo>
                  <a:lnTo>
                    <a:pt x="684359" y="4318395"/>
                  </a:lnTo>
                  <a:lnTo>
                    <a:pt x="654135" y="4285544"/>
                  </a:lnTo>
                  <a:lnTo>
                    <a:pt x="624497" y="4252252"/>
                  </a:lnTo>
                  <a:lnTo>
                    <a:pt x="595452" y="4218523"/>
                  </a:lnTo>
                  <a:lnTo>
                    <a:pt x="567006" y="4184366"/>
                  </a:lnTo>
                  <a:lnTo>
                    <a:pt x="539166" y="4149785"/>
                  </a:lnTo>
                  <a:lnTo>
                    <a:pt x="511940" y="4114788"/>
                  </a:lnTo>
                  <a:lnTo>
                    <a:pt x="485335" y="4079380"/>
                  </a:lnTo>
                  <a:lnTo>
                    <a:pt x="459357" y="4043569"/>
                  </a:lnTo>
                  <a:lnTo>
                    <a:pt x="434014" y="4007359"/>
                  </a:lnTo>
                  <a:lnTo>
                    <a:pt x="409313" y="3970759"/>
                  </a:lnTo>
                  <a:lnTo>
                    <a:pt x="385261" y="3933773"/>
                  </a:lnTo>
                  <a:lnTo>
                    <a:pt x="361865" y="3896409"/>
                  </a:lnTo>
                  <a:lnTo>
                    <a:pt x="339132" y="3858672"/>
                  </a:lnTo>
                  <a:lnTo>
                    <a:pt x="317069" y="3820569"/>
                  </a:lnTo>
                  <a:lnTo>
                    <a:pt x="295683" y="3782107"/>
                  </a:lnTo>
                  <a:lnTo>
                    <a:pt x="274981" y="3743291"/>
                  </a:lnTo>
                  <a:lnTo>
                    <a:pt x="254971" y="3704127"/>
                  </a:lnTo>
                  <a:lnTo>
                    <a:pt x="235658" y="3664623"/>
                  </a:lnTo>
                  <a:lnTo>
                    <a:pt x="217051" y="3624785"/>
                  </a:lnTo>
                  <a:lnTo>
                    <a:pt x="199157" y="3584618"/>
                  </a:lnTo>
                  <a:lnTo>
                    <a:pt x="181982" y="3544129"/>
                  </a:lnTo>
                  <a:lnTo>
                    <a:pt x="165533" y="3503325"/>
                  </a:lnTo>
                  <a:lnTo>
                    <a:pt x="149818" y="3462212"/>
                  </a:lnTo>
                  <a:lnTo>
                    <a:pt x="134844" y="3420795"/>
                  </a:lnTo>
                  <a:lnTo>
                    <a:pt x="120617" y="3379082"/>
                  </a:lnTo>
                  <a:lnTo>
                    <a:pt x="107146" y="3337079"/>
                  </a:lnTo>
                  <a:lnTo>
                    <a:pt x="94436" y="3294792"/>
                  </a:lnTo>
                  <a:lnTo>
                    <a:pt x="82494" y="3252227"/>
                  </a:lnTo>
                  <a:lnTo>
                    <a:pt x="71329" y="3209391"/>
                  </a:lnTo>
                  <a:lnTo>
                    <a:pt x="60947" y="3166290"/>
                  </a:lnTo>
                  <a:lnTo>
                    <a:pt x="51354" y="3122930"/>
                  </a:lnTo>
                  <a:lnTo>
                    <a:pt x="42559" y="3079317"/>
                  </a:lnTo>
                  <a:lnTo>
                    <a:pt x="34568" y="3035459"/>
                  </a:lnTo>
                  <a:lnTo>
                    <a:pt x="27388" y="2991361"/>
                  </a:lnTo>
                  <a:lnTo>
                    <a:pt x="21027" y="2947029"/>
                  </a:lnTo>
                  <a:lnTo>
                    <a:pt x="15490" y="2902471"/>
                  </a:lnTo>
                  <a:lnTo>
                    <a:pt x="10786" y="2857691"/>
                  </a:lnTo>
                  <a:lnTo>
                    <a:pt x="6922" y="2812697"/>
                  </a:lnTo>
                  <a:lnTo>
                    <a:pt x="3904" y="2767495"/>
                  </a:lnTo>
                  <a:lnTo>
                    <a:pt x="1740" y="2722091"/>
                  </a:lnTo>
                  <a:lnTo>
                    <a:pt x="436" y="2676492"/>
                  </a:lnTo>
                  <a:lnTo>
                    <a:pt x="0" y="2630703"/>
                  </a:lnTo>
                  <a:close/>
                </a:path>
              </a:pathLst>
            </a:custGeom>
            <a:ln w="1143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3730" y="3429000"/>
              <a:ext cx="1815680" cy="1630679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4281" y="6576728"/>
            <a:ext cx="227952" cy="16977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13435" y="537946"/>
            <a:ext cx="5630545" cy="4762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1626"/>
            <a:ext cx="10631805" cy="16948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12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Motor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driver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-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Motor</a:t>
            </a:r>
            <a:endParaRPr sz="2400">
              <a:latin typeface="Arial"/>
              <a:cs typeface="Arial"/>
            </a:endParaRPr>
          </a:p>
          <a:p>
            <a:pPr lvl="1" marL="697865" marR="5080" indent="-228600">
              <a:lnSpc>
                <a:spcPts val="2160"/>
              </a:lnSpc>
              <a:spcBef>
                <a:spcPts val="409"/>
              </a:spcBef>
              <a:buSzPct val="130000"/>
              <a:buFont typeface="Arial"/>
              <a:buChar char="•"/>
              <a:tabLst>
                <a:tab pos="697865" algn="l"/>
              </a:tabLst>
            </a:pP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wire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connected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steering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motor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at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front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is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connected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rear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of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 spc="-25">
                <a:latin typeface="맑은 고딕"/>
                <a:cs typeface="맑은 고딕"/>
              </a:rPr>
              <a:t>the </a:t>
            </a:r>
            <a:r>
              <a:rPr dirty="0" sz="2000" spc="-10">
                <a:latin typeface="맑은 고딕"/>
                <a:cs typeface="맑은 고딕"/>
              </a:rPr>
              <a:t>vehicle</a:t>
            </a:r>
            <a:endParaRPr sz="2000">
              <a:latin typeface="맑은 고딕"/>
              <a:cs typeface="맑은 고딕"/>
            </a:endParaRPr>
          </a:p>
          <a:p>
            <a:pPr lvl="1" marL="697865" indent="-228600">
              <a:lnSpc>
                <a:spcPct val="100000"/>
              </a:lnSpc>
              <a:spcBef>
                <a:spcPts val="229"/>
              </a:spcBef>
              <a:buSzPct val="130000"/>
              <a:buFont typeface="Arial"/>
              <a:buChar char="•"/>
              <a:tabLst>
                <a:tab pos="697865" algn="l"/>
              </a:tabLst>
            </a:pPr>
            <a:r>
              <a:rPr dirty="0" sz="2000">
                <a:latin typeface="맑은 고딕"/>
                <a:cs typeface="맑은 고딕"/>
              </a:rPr>
              <a:t>Determine</a:t>
            </a:r>
            <a:r>
              <a:rPr dirty="0" sz="2000" spc="-6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which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line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at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rear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of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vehicle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is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connected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steering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motor</a:t>
            </a:r>
            <a:endParaRPr sz="2000">
              <a:latin typeface="맑은 고딕"/>
              <a:cs typeface="맑은 고딕"/>
            </a:endParaRPr>
          </a:p>
          <a:p>
            <a:pPr lvl="1" marL="697865" indent="-228600">
              <a:lnSpc>
                <a:spcPct val="100000"/>
              </a:lnSpc>
              <a:spcBef>
                <a:spcPts val="240"/>
              </a:spcBef>
              <a:buSzPct val="130000"/>
              <a:buFont typeface="Arial"/>
              <a:buChar char="•"/>
              <a:tabLst>
                <a:tab pos="697865" algn="l"/>
              </a:tabLst>
            </a:pPr>
            <a:r>
              <a:rPr dirty="0" sz="2000">
                <a:latin typeface="맑은 고딕"/>
                <a:cs typeface="맑은 고딕"/>
              </a:rPr>
              <a:t>Previously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performed</a:t>
            </a:r>
            <a:r>
              <a:rPr dirty="0" sz="2000" spc="-2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during</a:t>
            </a:r>
            <a:r>
              <a:rPr dirty="0" sz="2000" spc="-7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fixed</a:t>
            </a:r>
            <a:r>
              <a:rPr dirty="0" sz="2000" spc="-6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of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variable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resistor</a:t>
            </a:r>
            <a:endParaRPr sz="2000">
              <a:latin typeface="맑은 고딕"/>
              <a:cs typeface="맑은 고딕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54381" y="2873616"/>
            <a:ext cx="10641965" cy="3914775"/>
            <a:chOff x="754381" y="2873616"/>
            <a:chExt cx="10641965" cy="391477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41895" y="3906165"/>
              <a:ext cx="3799223" cy="284941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63795" y="2873616"/>
              <a:ext cx="2632333" cy="35097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3970" y="3420821"/>
              <a:ext cx="2526533" cy="336714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779638" y="4377905"/>
              <a:ext cx="635635" cy="501650"/>
            </a:xfrm>
            <a:custGeom>
              <a:avLst/>
              <a:gdLst/>
              <a:ahLst/>
              <a:cxnLst/>
              <a:rect l="l" t="t" r="r" b="b"/>
              <a:pathLst>
                <a:path w="635635" h="501650">
                  <a:moveTo>
                    <a:pt x="0" y="0"/>
                  </a:moveTo>
                  <a:lnTo>
                    <a:pt x="635203" y="0"/>
                  </a:lnTo>
                  <a:lnTo>
                    <a:pt x="635203" y="501180"/>
                  </a:lnTo>
                  <a:lnTo>
                    <a:pt x="0" y="501180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14836" y="4628502"/>
              <a:ext cx="1738630" cy="668655"/>
            </a:xfrm>
            <a:custGeom>
              <a:avLst/>
              <a:gdLst/>
              <a:ahLst/>
              <a:cxnLst/>
              <a:rect l="l" t="t" r="r" b="b"/>
              <a:pathLst>
                <a:path w="1738629" h="668654">
                  <a:moveTo>
                    <a:pt x="0" y="0"/>
                  </a:moveTo>
                  <a:lnTo>
                    <a:pt x="1738147" y="668197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114698" y="5236513"/>
              <a:ext cx="127635" cy="106680"/>
            </a:xfrm>
            <a:custGeom>
              <a:avLst/>
              <a:gdLst/>
              <a:ahLst/>
              <a:cxnLst/>
              <a:rect l="l" t="t" r="r" b="b"/>
              <a:pathLst>
                <a:path w="127635" h="106679">
                  <a:moveTo>
                    <a:pt x="41021" y="0"/>
                  </a:moveTo>
                  <a:lnTo>
                    <a:pt x="0" y="106680"/>
                  </a:lnTo>
                  <a:lnTo>
                    <a:pt x="127203" y="94361"/>
                  </a:lnTo>
                  <a:lnTo>
                    <a:pt x="4102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519250" y="5118861"/>
              <a:ext cx="711835" cy="626110"/>
            </a:xfrm>
            <a:custGeom>
              <a:avLst/>
              <a:gdLst/>
              <a:ahLst/>
              <a:cxnLst/>
              <a:rect l="l" t="t" r="r" b="b"/>
              <a:pathLst>
                <a:path w="711835" h="626110">
                  <a:moveTo>
                    <a:pt x="0" y="0"/>
                  </a:moveTo>
                  <a:lnTo>
                    <a:pt x="711568" y="0"/>
                  </a:lnTo>
                  <a:lnTo>
                    <a:pt x="711568" y="625513"/>
                  </a:lnTo>
                  <a:lnTo>
                    <a:pt x="0" y="625513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73431" y="3253294"/>
              <a:ext cx="7895590" cy="2178685"/>
            </a:xfrm>
            <a:custGeom>
              <a:avLst/>
              <a:gdLst/>
              <a:ahLst/>
              <a:cxnLst/>
              <a:rect l="l" t="t" r="r" b="b"/>
              <a:pathLst>
                <a:path w="7895590" h="2178685">
                  <a:moveTo>
                    <a:pt x="745820" y="2178329"/>
                  </a:moveTo>
                  <a:lnTo>
                    <a:pt x="0" y="2178329"/>
                  </a:lnTo>
                  <a:lnTo>
                    <a:pt x="0" y="0"/>
                  </a:lnTo>
                  <a:lnTo>
                    <a:pt x="789512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649497" y="3196144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480240" y="3217354"/>
              <a:ext cx="4503420" cy="1978025"/>
            </a:xfrm>
            <a:custGeom>
              <a:avLst/>
              <a:gdLst/>
              <a:ahLst/>
              <a:cxnLst/>
              <a:rect l="l" t="t" r="r" b="b"/>
              <a:pathLst>
                <a:path w="4503420" h="1978025">
                  <a:moveTo>
                    <a:pt x="0" y="1236548"/>
                  </a:moveTo>
                  <a:lnTo>
                    <a:pt x="812800" y="1236548"/>
                  </a:lnTo>
                  <a:lnTo>
                    <a:pt x="812800" y="1977504"/>
                  </a:lnTo>
                  <a:lnTo>
                    <a:pt x="0" y="1977504"/>
                  </a:lnTo>
                  <a:lnTo>
                    <a:pt x="0" y="1236548"/>
                  </a:lnTo>
                  <a:close/>
                </a:path>
                <a:path w="4503420" h="1978025">
                  <a:moveTo>
                    <a:pt x="3690493" y="0"/>
                  </a:moveTo>
                  <a:lnTo>
                    <a:pt x="4503293" y="0"/>
                  </a:lnTo>
                  <a:lnTo>
                    <a:pt x="4503293" y="740956"/>
                  </a:lnTo>
                  <a:lnTo>
                    <a:pt x="3690493" y="740956"/>
                  </a:lnTo>
                  <a:lnTo>
                    <a:pt x="3690493" y="0"/>
                  </a:lnTo>
                  <a:close/>
                </a:path>
              </a:pathLst>
            </a:custGeom>
            <a:ln w="571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423839" y="3617023"/>
              <a:ext cx="2616200" cy="1149985"/>
            </a:xfrm>
            <a:custGeom>
              <a:avLst/>
              <a:gdLst/>
              <a:ahLst/>
              <a:cxnLst/>
              <a:rect l="l" t="t" r="r" b="b"/>
              <a:pathLst>
                <a:path w="2616200" h="1149985">
                  <a:moveTo>
                    <a:pt x="0" y="1149870"/>
                  </a:moveTo>
                  <a:lnTo>
                    <a:pt x="2616098" y="0"/>
                  </a:lnTo>
                </a:path>
              </a:pathLst>
            </a:custGeom>
            <a:ln w="571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293040" y="3550056"/>
              <a:ext cx="2877820" cy="1283970"/>
            </a:xfrm>
            <a:custGeom>
              <a:avLst/>
              <a:gdLst/>
              <a:ahLst/>
              <a:cxnLst/>
              <a:rect l="l" t="t" r="r" b="b"/>
              <a:pathLst>
                <a:path w="2877820" h="1283970">
                  <a:moveTo>
                    <a:pt x="191452" y="1283830"/>
                  </a:moveTo>
                  <a:lnTo>
                    <a:pt x="122466" y="1126871"/>
                  </a:lnTo>
                  <a:lnTo>
                    <a:pt x="0" y="1274330"/>
                  </a:lnTo>
                  <a:lnTo>
                    <a:pt x="191452" y="1283830"/>
                  </a:lnTo>
                  <a:close/>
                </a:path>
                <a:path w="2877820" h="1283970">
                  <a:moveTo>
                    <a:pt x="2877680" y="9486"/>
                  </a:moveTo>
                  <a:lnTo>
                    <a:pt x="2686227" y="0"/>
                  </a:lnTo>
                  <a:lnTo>
                    <a:pt x="2755227" y="156959"/>
                  </a:lnTo>
                  <a:lnTo>
                    <a:pt x="2877680" y="9486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4279" y="6576731"/>
            <a:ext cx="225945" cy="16977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13435" y="537946"/>
            <a:ext cx="5630545" cy="47627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4925301" y="2700403"/>
            <a:ext cx="3644265" cy="3342640"/>
            <a:chOff x="4925301" y="2700403"/>
            <a:chExt cx="3644265" cy="334264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15659" y="2700403"/>
              <a:ext cx="2553573" cy="334224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627226" y="4534484"/>
              <a:ext cx="502920" cy="427355"/>
            </a:xfrm>
            <a:custGeom>
              <a:avLst/>
              <a:gdLst/>
              <a:ahLst/>
              <a:cxnLst/>
              <a:rect l="l" t="t" r="r" b="b"/>
              <a:pathLst>
                <a:path w="502920" h="427354">
                  <a:moveTo>
                    <a:pt x="0" y="0"/>
                  </a:moveTo>
                  <a:lnTo>
                    <a:pt x="502780" y="0"/>
                  </a:lnTo>
                  <a:lnTo>
                    <a:pt x="502780" y="426808"/>
                  </a:lnTo>
                  <a:lnTo>
                    <a:pt x="0" y="426808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015122" y="3826419"/>
              <a:ext cx="2612390" cy="922019"/>
            </a:xfrm>
            <a:custGeom>
              <a:avLst/>
              <a:gdLst/>
              <a:ahLst/>
              <a:cxnLst/>
              <a:rect l="l" t="t" r="r" b="b"/>
              <a:pathLst>
                <a:path w="2612390" h="922020">
                  <a:moveTo>
                    <a:pt x="2612110" y="921473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925301" y="3778870"/>
              <a:ext cx="127000" cy="107950"/>
            </a:xfrm>
            <a:custGeom>
              <a:avLst/>
              <a:gdLst/>
              <a:ahLst/>
              <a:cxnLst/>
              <a:rect l="l" t="t" r="r" b="b"/>
              <a:pathLst>
                <a:path w="127000" h="107950">
                  <a:moveTo>
                    <a:pt x="126809" y="0"/>
                  </a:moveTo>
                  <a:lnTo>
                    <a:pt x="0" y="15862"/>
                  </a:lnTo>
                  <a:lnTo>
                    <a:pt x="88773" y="107784"/>
                  </a:lnTo>
                  <a:lnTo>
                    <a:pt x="12680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7128790" y="1647597"/>
            <a:ext cx="3014345" cy="905510"/>
            <a:chOff x="7128790" y="1647597"/>
            <a:chExt cx="3014345" cy="905510"/>
          </a:xfrm>
        </p:grpSpPr>
        <p:sp>
          <p:nvSpPr>
            <p:cNvPr id="13" name="object 13"/>
            <p:cNvSpPr/>
            <p:nvPr/>
          </p:nvSpPr>
          <p:spPr>
            <a:xfrm>
              <a:off x="8492240" y="1660293"/>
              <a:ext cx="1638300" cy="880110"/>
            </a:xfrm>
            <a:custGeom>
              <a:avLst/>
              <a:gdLst/>
              <a:ahLst/>
              <a:cxnLst/>
              <a:rect l="l" t="t" r="r" b="b"/>
              <a:pathLst>
                <a:path w="1638300" h="880110">
                  <a:moveTo>
                    <a:pt x="219913" y="0"/>
                  </a:moveTo>
                  <a:lnTo>
                    <a:pt x="0" y="0"/>
                  </a:lnTo>
                  <a:lnTo>
                    <a:pt x="57506" y="790"/>
                  </a:lnTo>
                  <a:lnTo>
                    <a:pt x="114499" y="3142"/>
                  </a:lnTo>
                  <a:lnTo>
                    <a:pt x="170923" y="7027"/>
                  </a:lnTo>
                  <a:lnTo>
                    <a:pt x="226721" y="12418"/>
                  </a:lnTo>
                  <a:lnTo>
                    <a:pt x="281839" y="19286"/>
                  </a:lnTo>
                  <a:lnTo>
                    <a:pt x="336219" y="27602"/>
                  </a:lnTo>
                  <a:lnTo>
                    <a:pt x="389807" y="37339"/>
                  </a:lnTo>
                  <a:lnTo>
                    <a:pt x="442544" y="48468"/>
                  </a:lnTo>
                  <a:lnTo>
                    <a:pt x="494377" y="60961"/>
                  </a:lnTo>
                  <a:lnTo>
                    <a:pt x="545249" y="74790"/>
                  </a:lnTo>
                  <a:lnTo>
                    <a:pt x="595103" y="89926"/>
                  </a:lnTo>
                  <a:lnTo>
                    <a:pt x="643884" y="106341"/>
                  </a:lnTo>
                  <a:lnTo>
                    <a:pt x="691535" y="124008"/>
                  </a:lnTo>
                  <a:lnTo>
                    <a:pt x="738001" y="142896"/>
                  </a:lnTo>
                  <a:lnTo>
                    <a:pt x="783226" y="162980"/>
                  </a:lnTo>
                  <a:lnTo>
                    <a:pt x="827154" y="184229"/>
                  </a:lnTo>
                  <a:lnTo>
                    <a:pt x="869728" y="206616"/>
                  </a:lnTo>
                  <a:lnTo>
                    <a:pt x="910893" y="230113"/>
                  </a:lnTo>
                  <a:lnTo>
                    <a:pt x="950592" y="254691"/>
                  </a:lnTo>
                  <a:lnTo>
                    <a:pt x="988770" y="280322"/>
                  </a:lnTo>
                  <a:lnTo>
                    <a:pt x="1025370" y="306978"/>
                  </a:lnTo>
                  <a:lnTo>
                    <a:pt x="1060338" y="334631"/>
                  </a:lnTo>
                  <a:lnTo>
                    <a:pt x="1093615" y="363252"/>
                  </a:lnTo>
                  <a:lnTo>
                    <a:pt x="1125147" y="392813"/>
                  </a:lnTo>
                  <a:lnTo>
                    <a:pt x="1154878" y="423286"/>
                  </a:lnTo>
                  <a:lnTo>
                    <a:pt x="1182751" y="454642"/>
                  </a:lnTo>
                  <a:lnTo>
                    <a:pt x="1208711" y="486854"/>
                  </a:lnTo>
                  <a:lnTo>
                    <a:pt x="1232701" y="519892"/>
                  </a:lnTo>
                  <a:lnTo>
                    <a:pt x="1254665" y="553730"/>
                  </a:lnTo>
                  <a:lnTo>
                    <a:pt x="1274548" y="588338"/>
                  </a:lnTo>
                  <a:lnTo>
                    <a:pt x="1292294" y="623688"/>
                  </a:lnTo>
                  <a:lnTo>
                    <a:pt x="1307845" y="659752"/>
                  </a:lnTo>
                  <a:lnTo>
                    <a:pt x="1197889" y="659752"/>
                  </a:lnTo>
                  <a:lnTo>
                    <a:pt x="1460690" y="879665"/>
                  </a:lnTo>
                  <a:lnTo>
                    <a:pt x="1637715" y="659752"/>
                  </a:lnTo>
                  <a:lnTo>
                    <a:pt x="1527759" y="659752"/>
                  </a:lnTo>
                  <a:lnTo>
                    <a:pt x="1512207" y="623688"/>
                  </a:lnTo>
                  <a:lnTo>
                    <a:pt x="1494461" y="588338"/>
                  </a:lnTo>
                  <a:lnTo>
                    <a:pt x="1474578" y="553730"/>
                  </a:lnTo>
                  <a:lnTo>
                    <a:pt x="1452613" y="519892"/>
                  </a:lnTo>
                  <a:lnTo>
                    <a:pt x="1428623" y="486854"/>
                  </a:lnTo>
                  <a:lnTo>
                    <a:pt x="1402663" y="454642"/>
                  </a:lnTo>
                  <a:lnTo>
                    <a:pt x="1374790" y="423286"/>
                  </a:lnTo>
                  <a:lnTo>
                    <a:pt x="1345059" y="392813"/>
                  </a:lnTo>
                  <a:lnTo>
                    <a:pt x="1313526" y="363252"/>
                  </a:lnTo>
                  <a:lnTo>
                    <a:pt x="1280248" y="334631"/>
                  </a:lnTo>
                  <a:lnTo>
                    <a:pt x="1245281" y="306978"/>
                  </a:lnTo>
                  <a:lnTo>
                    <a:pt x="1208680" y="280322"/>
                  </a:lnTo>
                  <a:lnTo>
                    <a:pt x="1170501" y="254691"/>
                  </a:lnTo>
                  <a:lnTo>
                    <a:pt x="1130802" y="230113"/>
                  </a:lnTo>
                  <a:lnTo>
                    <a:pt x="1089637" y="206616"/>
                  </a:lnTo>
                  <a:lnTo>
                    <a:pt x="1047062" y="184229"/>
                  </a:lnTo>
                  <a:lnTo>
                    <a:pt x="1003134" y="162980"/>
                  </a:lnTo>
                  <a:lnTo>
                    <a:pt x="957909" y="142896"/>
                  </a:lnTo>
                  <a:lnTo>
                    <a:pt x="911443" y="124008"/>
                  </a:lnTo>
                  <a:lnTo>
                    <a:pt x="863791" y="106341"/>
                  </a:lnTo>
                  <a:lnTo>
                    <a:pt x="815010" y="89926"/>
                  </a:lnTo>
                  <a:lnTo>
                    <a:pt x="765156" y="74790"/>
                  </a:lnTo>
                  <a:lnTo>
                    <a:pt x="714285" y="60961"/>
                  </a:lnTo>
                  <a:lnTo>
                    <a:pt x="662452" y="48468"/>
                  </a:lnTo>
                  <a:lnTo>
                    <a:pt x="609715" y="37339"/>
                  </a:lnTo>
                  <a:lnTo>
                    <a:pt x="556128" y="27602"/>
                  </a:lnTo>
                  <a:lnTo>
                    <a:pt x="501748" y="19286"/>
                  </a:lnTo>
                  <a:lnTo>
                    <a:pt x="446631" y="12418"/>
                  </a:lnTo>
                  <a:lnTo>
                    <a:pt x="390833" y="7027"/>
                  </a:lnTo>
                  <a:lnTo>
                    <a:pt x="334410" y="3142"/>
                  </a:lnTo>
                  <a:lnTo>
                    <a:pt x="277418" y="790"/>
                  </a:lnTo>
                  <a:lnTo>
                    <a:pt x="21991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141490" y="1660297"/>
              <a:ext cx="1461135" cy="880110"/>
            </a:xfrm>
            <a:custGeom>
              <a:avLst/>
              <a:gdLst/>
              <a:ahLst/>
              <a:cxnLst/>
              <a:rect l="l" t="t" r="r" b="b"/>
              <a:pathLst>
                <a:path w="1461134" h="880110">
                  <a:moveTo>
                    <a:pt x="1350746" y="0"/>
                  </a:moveTo>
                  <a:lnTo>
                    <a:pt x="1292153" y="812"/>
                  </a:lnTo>
                  <a:lnTo>
                    <a:pt x="1234198" y="3228"/>
                  </a:lnTo>
                  <a:lnTo>
                    <a:pt x="1176932" y="7215"/>
                  </a:lnTo>
                  <a:lnTo>
                    <a:pt x="1120404" y="12739"/>
                  </a:lnTo>
                  <a:lnTo>
                    <a:pt x="1064665" y="19768"/>
                  </a:lnTo>
                  <a:lnTo>
                    <a:pt x="1009768" y="28267"/>
                  </a:lnTo>
                  <a:lnTo>
                    <a:pt x="955761" y="38206"/>
                  </a:lnTo>
                  <a:lnTo>
                    <a:pt x="902695" y="49549"/>
                  </a:lnTo>
                  <a:lnTo>
                    <a:pt x="850623" y="62266"/>
                  </a:lnTo>
                  <a:lnTo>
                    <a:pt x="799593" y="76321"/>
                  </a:lnTo>
                  <a:lnTo>
                    <a:pt x="749657" y="91683"/>
                  </a:lnTo>
                  <a:lnTo>
                    <a:pt x="700865" y="108318"/>
                  </a:lnTo>
                  <a:lnTo>
                    <a:pt x="653268" y="126194"/>
                  </a:lnTo>
                  <a:lnTo>
                    <a:pt x="606917" y="145277"/>
                  </a:lnTo>
                  <a:lnTo>
                    <a:pt x="561863" y="165534"/>
                  </a:lnTo>
                  <a:lnTo>
                    <a:pt x="518156" y="186933"/>
                  </a:lnTo>
                  <a:lnTo>
                    <a:pt x="475846" y="209440"/>
                  </a:lnTo>
                  <a:lnTo>
                    <a:pt x="434985" y="233023"/>
                  </a:lnTo>
                  <a:lnTo>
                    <a:pt x="395624" y="257648"/>
                  </a:lnTo>
                  <a:lnTo>
                    <a:pt x="357812" y="283282"/>
                  </a:lnTo>
                  <a:lnTo>
                    <a:pt x="321600" y="309892"/>
                  </a:lnTo>
                  <a:lnTo>
                    <a:pt x="287040" y="337446"/>
                  </a:lnTo>
                  <a:lnTo>
                    <a:pt x="254182" y="365910"/>
                  </a:lnTo>
                  <a:lnTo>
                    <a:pt x="223076" y="395251"/>
                  </a:lnTo>
                  <a:lnTo>
                    <a:pt x="193774" y="425437"/>
                  </a:lnTo>
                  <a:lnTo>
                    <a:pt x="166325" y="456434"/>
                  </a:lnTo>
                  <a:lnTo>
                    <a:pt x="140781" y="488209"/>
                  </a:lnTo>
                  <a:lnTo>
                    <a:pt x="117193" y="520730"/>
                  </a:lnTo>
                  <a:lnTo>
                    <a:pt x="95610" y="553963"/>
                  </a:lnTo>
                  <a:lnTo>
                    <a:pt x="76084" y="587875"/>
                  </a:lnTo>
                  <a:lnTo>
                    <a:pt x="58666" y="622433"/>
                  </a:lnTo>
                  <a:lnTo>
                    <a:pt x="43405" y="657605"/>
                  </a:lnTo>
                  <a:lnTo>
                    <a:pt x="19561" y="729656"/>
                  </a:lnTo>
                  <a:lnTo>
                    <a:pt x="4958" y="803764"/>
                  </a:lnTo>
                  <a:lnTo>
                    <a:pt x="0" y="879665"/>
                  </a:lnTo>
                  <a:lnTo>
                    <a:pt x="219925" y="879665"/>
                  </a:lnTo>
                  <a:lnTo>
                    <a:pt x="221167" y="841676"/>
                  </a:lnTo>
                  <a:lnTo>
                    <a:pt x="224858" y="804077"/>
                  </a:lnTo>
                  <a:lnTo>
                    <a:pt x="239397" y="730184"/>
                  </a:lnTo>
                  <a:lnTo>
                    <a:pt x="263152" y="658260"/>
                  </a:lnTo>
                  <a:lnTo>
                    <a:pt x="278365" y="623124"/>
                  </a:lnTo>
                  <a:lnTo>
                    <a:pt x="295735" y="588583"/>
                  </a:lnTo>
                  <a:lnTo>
                    <a:pt x="315215" y="554672"/>
                  </a:lnTo>
                  <a:lnTo>
                    <a:pt x="336756" y="521425"/>
                  </a:lnTo>
                  <a:lnTo>
                    <a:pt x="360308" y="488877"/>
                  </a:lnTo>
                  <a:lnTo>
                    <a:pt x="385825" y="457063"/>
                  </a:lnTo>
                  <a:lnTo>
                    <a:pt x="413256" y="426016"/>
                  </a:lnTo>
                  <a:lnTo>
                    <a:pt x="442553" y="395772"/>
                  </a:lnTo>
                  <a:lnTo>
                    <a:pt x="473667" y="366364"/>
                  </a:lnTo>
                  <a:lnTo>
                    <a:pt x="506551" y="337826"/>
                  </a:lnTo>
                  <a:lnTo>
                    <a:pt x="541154" y="310194"/>
                  </a:lnTo>
                  <a:lnTo>
                    <a:pt x="577429" y="283502"/>
                  </a:lnTo>
                  <a:lnTo>
                    <a:pt x="615326" y="257783"/>
                  </a:lnTo>
                  <a:lnTo>
                    <a:pt x="654798" y="233073"/>
                  </a:lnTo>
                  <a:lnTo>
                    <a:pt x="695795" y="209406"/>
                  </a:lnTo>
                  <a:lnTo>
                    <a:pt x="738269" y="186816"/>
                  </a:lnTo>
                  <a:lnTo>
                    <a:pt x="782171" y="165337"/>
                  </a:lnTo>
                  <a:lnTo>
                    <a:pt x="827452" y="145005"/>
                  </a:lnTo>
                  <a:lnTo>
                    <a:pt x="874064" y="125853"/>
                  </a:lnTo>
                  <a:lnTo>
                    <a:pt x="921958" y="107915"/>
                  </a:lnTo>
                  <a:lnTo>
                    <a:pt x="971085" y="91227"/>
                  </a:lnTo>
                  <a:lnTo>
                    <a:pt x="1021397" y="75823"/>
                  </a:lnTo>
                  <a:lnTo>
                    <a:pt x="1072846" y="61736"/>
                  </a:lnTo>
                  <a:lnTo>
                    <a:pt x="1125381" y="49002"/>
                  </a:lnTo>
                  <a:lnTo>
                    <a:pt x="1178955" y="37654"/>
                  </a:lnTo>
                  <a:lnTo>
                    <a:pt x="1233519" y="27727"/>
                  </a:lnTo>
                  <a:lnTo>
                    <a:pt x="1289025" y="19256"/>
                  </a:lnTo>
                  <a:lnTo>
                    <a:pt x="1345423" y="12275"/>
                  </a:lnTo>
                  <a:lnTo>
                    <a:pt x="1402665" y="6819"/>
                  </a:lnTo>
                  <a:lnTo>
                    <a:pt x="1460703" y="2921"/>
                  </a:lnTo>
                  <a:lnTo>
                    <a:pt x="1433251" y="1644"/>
                  </a:lnTo>
                  <a:lnTo>
                    <a:pt x="1405767" y="731"/>
                  </a:lnTo>
                  <a:lnTo>
                    <a:pt x="1378262" y="183"/>
                  </a:lnTo>
                  <a:lnTo>
                    <a:pt x="1350746" y="0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141490" y="1660297"/>
              <a:ext cx="2988945" cy="880110"/>
            </a:xfrm>
            <a:custGeom>
              <a:avLst/>
              <a:gdLst/>
              <a:ahLst/>
              <a:cxnLst/>
              <a:rect l="l" t="t" r="r" b="b"/>
              <a:pathLst>
                <a:path w="2988945" h="880110">
                  <a:moveTo>
                    <a:pt x="1460703" y="2921"/>
                  </a:moveTo>
                  <a:lnTo>
                    <a:pt x="1402665" y="6819"/>
                  </a:lnTo>
                  <a:lnTo>
                    <a:pt x="1345423" y="12275"/>
                  </a:lnTo>
                  <a:lnTo>
                    <a:pt x="1289025" y="19256"/>
                  </a:lnTo>
                  <a:lnTo>
                    <a:pt x="1233519" y="27727"/>
                  </a:lnTo>
                  <a:lnTo>
                    <a:pt x="1178955" y="37654"/>
                  </a:lnTo>
                  <a:lnTo>
                    <a:pt x="1125381" y="49002"/>
                  </a:lnTo>
                  <a:lnTo>
                    <a:pt x="1072846" y="61736"/>
                  </a:lnTo>
                  <a:lnTo>
                    <a:pt x="1021397" y="75823"/>
                  </a:lnTo>
                  <a:lnTo>
                    <a:pt x="971085" y="91227"/>
                  </a:lnTo>
                  <a:lnTo>
                    <a:pt x="921958" y="107915"/>
                  </a:lnTo>
                  <a:lnTo>
                    <a:pt x="874064" y="125853"/>
                  </a:lnTo>
                  <a:lnTo>
                    <a:pt x="827452" y="145005"/>
                  </a:lnTo>
                  <a:lnTo>
                    <a:pt x="782171" y="165337"/>
                  </a:lnTo>
                  <a:lnTo>
                    <a:pt x="738269" y="186816"/>
                  </a:lnTo>
                  <a:lnTo>
                    <a:pt x="695795" y="209406"/>
                  </a:lnTo>
                  <a:lnTo>
                    <a:pt x="654798" y="233073"/>
                  </a:lnTo>
                  <a:lnTo>
                    <a:pt x="615326" y="257783"/>
                  </a:lnTo>
                  <a:lnTo>
                    <a:pt x="577429" y="283502"/>
                  </a:lnTo>
                  <a:lnTo>
                    <a:pt x="541154" y="310194"/>
                  </a:lnTo>
                  <a:lnTo>
                    <a:pt x="506551" y="337826"/>
                  </a:lnTo>
                  <a:lnTo>
                    <a:pt x="473667" y="366364"/>
                  </a:lnTo>
                  <a:lnTo>
                    <a:pt x="442553" y="395772"/>
                  </a:lnTo>
                  <a:lnTo>
                    <a:pt x="413256" y="426016"/>
                  </a:lnTo>
                  <a:lnTo>
                    <a:pt x="385825" y="457063"/>
                  </a:lnTo>
                  <a:lnTo>
                    <a:pt x="360308" y="488877"/>
                  </a:lnTo>
                  <a:lnTo>
                    <a:pt x="336756" y="521425"/>
                  </a:lnTo>
                  <a:lnTo>
                    <a:pt x="315215" y="554672"/>
                  </a:lnTo>
                  <a:lnTo>
                    <a:pt x="295735" y="588583"/>
                  </a:lnTo>
                  <a:lnTo>
                    <a:pt x="278365" y="623124"/>
                  </a:lnTo>
                  <a:lnTo>
                    <a:pt x="263152" y="658260"/>
                  </a:lnTo>
                  <a:lnTo>
                    <a:pt x="239397" y="730184"/>
                  </a:lnTo>
                  <a:lnTo>
                    <a:pt x="224858" y="804077"/>
                  </a:lnTo>
                  <a:lnTo>
                    <a:pt x="219925" y="879665"/>
                  </a:lnTo>
                  <a:lnTo>
                    <a:pt x="0" y="879665"/>
                  </a:lnTo>
                  <a:lnTo>
                    <a:pt x="1247" y="841507"/>
                  </a:lnTo>
                  <a:lnTo>
                    <a:pt x="11079" y="766469"/>
                  </a:lnTo>
                  <a:lnTo>
                    <a:pt x="30354" y="693357"/>
                  </a:lnTo>
                  <a:lnTo>
                    <a:pt x="58666" y="622433"/>
                  </a:lnTo>
                  <a:lnTo>
                    <a:pt x="76084" y="587875"/>
                  </a:lnTo>
                  <a:lnTo>
                    <a:pt x="95610" y="553963"/>
                  </a:lnTo>
                  <a:lnTo>
                    <a:pt x="117193" y="520730"/>
                  </a:lnTo>
                  <a:lnTo>
                    <a:pt x="140781" y="488209"/>
                  </a:lnTo>
                  <a:lnTo>
                    <a:pt x="166325" y="456434"/>
                  </a:lnTo>
                  <a:lnTo>
                    <a:pt x="193774" y="425437"/>
                  </a:lnTo>
                  <a:lnTo>
                    <a:pt x="223076" y="395251"/>
                  </a:lnTo>
                  <a:lnTo>
                    <a:pt x="254182" y="365910"/>
                  </a:lnTo>
                  <a:lnTo>
                    <a:pt x="287040" y="337446"/>
                  </a:lnTo>
                  <a:lnTo>
                    <a:pt x="321600" y="309892"/>
                  </a:lnTo>
                  <a:lnTo>
                    <a:pt x="357812" y="283282"/>
                  </a:lnTo>
                  <a:lnTo>
                    <a:pt x="395624" y="257648"/>
                  </a:lnTo>
                  <a:lnTo>
                    <a:pt x="434985" y="233023"/>
                  </a:lnTo>
                  <a:lnTo>
                    <a:pt x="475846" y="209440"/>
                  </a:lnTo>
                  <a:lnTo>
                    <a:pt x="518156" y="186933"/>
                  </a:lnTo>
                  <a:lnTo>
                    <a:pt x="561863" y="165534"/>
                  </a:lnTo>
                  <a:lnTo>
                    <a:pt x="606917" y="145277"/>
                  </a:lnTo>
                  <a:lnTo>
                    <a:pt x="653268" y="126194"/>
                  </a:lnTo>
                  <a:lnTo>
                    <a:pt x="700865" y="108318"/>
                  </a:lnTo>
                  <a:lnTo>
                    <a:pt x="749657" y="91683"/>
                  </a:lnTo>
                  <a:lnTo>
                    <a:pt x="799593" y="76321"/>
                  </a:lnTo>
                  <a:lnTo>
                    <a:pt x="850623" y="62266"/>
                  </a:lnTo>
                  <a:lnTo>
                    <a:pt x="902695" y="49549"/>
                  </a:lnTo>
                  <a:lnTo>
                    <a:pt x="955761" y="38206"/>
                  </a:lnTo>
                  <a:lnTo>
                    <a:pt x="1009768" y="28267"/>
                  </a:lnTo>
                  <a:lnTo>
                    <a:pt x="1064665" y="19768"/>
                  </a:lnTo>
                  <a:lnTo>
                    <a:pt x="1120404" y="12739"/>
                  </a:lnTo>
                  <a:lnTo>
                    <a:pt x="1176932" y="7215"/>
                  </a:lnTo>
                  <a:lnTo>
                    <a:pt x="1234198" y="3228"/>
                  </a:lnTo>
                  <a:lnTo>
                    <a:pt x="1292153" y="812"/>
                  </a:lnTo>
                  <a:lnTo>
                    <a:pt x="1350746" y="0"/>
                  </a:lnTo>
                  <a:lnTo>
                    <a:pt x="1570659" y="0"/>
                  </a:lnTo>
                  <a:lnTo>
                    <a:pt x="1628166" y="790"/>
                  </a:lnTo>
                  <a:lnTo>
                    <a:pt x="1685159" y="3142"/>
                  </a:lnTo>
                  <a:lnTo>
                    <a:pt x="1741583" y="7027"/>
                  </a:lnTo>
                  <a:lnTo>
                    <a:pt x="1797381" y="12418"/>
                  </a:lnTo>
                  <a:lnTo>
                    <a:pt x="1852499" y="19286"/>
                  </a:lnTo>
                  <a:lnTo>
                    <a:pt x="1906879" y="27602"/>
                  </a:lnTo>
                  <a:lnTo>
                    <a:pt x="1960466" y="37339"/>
                  </a:lnTo>
                  <a:lnTo>
                    <a:pt x="2013204" y="48468"/>
                  </a:lnTo>
                  <a:lnTo>
                    <a:pt x="2065037" y="60961"/>
                  </a:lnTo>
                  <a:lnTo>
                    <a:pt x="2115908" y="74790"/>
                  </a:lnTo>
                  <a:lnTo>
                    <a:pt x="2165763" y="89926"/>
                  </a:lnTo>
                  <a:lnTo>
                    <a:pt x="2214543" y="106341"/>
                  </a:lnTo>
                  <a:lnTo>
                    <a:pt x="2262195" y="124008"/>
                  </a:lnTo>
                  <a:lnTo>
                    <a:pt x="2308661" y="142896"/>
                  </a:lnTo>
                  <a:lnTo>
                    <a:pt x="2353886" y="162980"/>
                  </a:lnTo>
                  <a:lnTo>
                    <a:pt x="2397813" y="184229"/>
                  </a:lnTo>
                  <a:lnTo>
                    <a:pt x="2440388" y="206616"/>
                  </a:lnTo>
                  <a:lnTo>
                    <a:pt x="2481552" y="230113"/>
                  </a:lnTo>
                  <a:lnTo>
                    <a:pt x="2521252" y="254691"/>
                  </a:lnTo>
                  <a:lnTo>
                    <a:pt x="2559430" y="280322"/>
                  </a:lnTo>
                  <a:lnTo>
                    <a:pt x="2596030" y="306978"/>
                  </a:lnTo>
                  <a:lnTo>
                    <a:pt x="2630997" y="334631"/>
                  </a:lnTo>
                  <a:lnTo>
                    <a:pt x="2664275" y="363252"/>
                  </a:lnTo>
                  <a:lnTo>
                    <a:pt x="2695807" y="392813"/>
                  </a:lnTo>
                  <a:lnTo>
                    <a:pt x="2725538" y="423286"/>
                  </a:lnTo>
                  <a:lnTo>
                    <a:pt x="2753411" y="454642"/>
                  </a:lnTo>
                  <a:lnTo>
                    <a:pt x="2779370" y="486854"/>
                  </a:lnTo>
                  <a:lnTo>
                    <a:pt x="2803361" y="519892"/>
                  </a:lnTo>
                  <a:lnTo>
                    <a:pt x="2825325" y="553730"/>
                  </a:lnTo>
                  <a:lnTo>
                    <a:pt x="2845208" y="588338"/>
                  </a:lnTo>
                  <a:lnTo>
                    <a:pt x="2862954" y="623688"/>
                  </a:lnTo>
                  <a:lnTo>
                    <a:pt x="2878505" y="659752"/>
                  </a:lnTo>
                  <a:lnTo>
                    <a:pt x="2988462" y="659752"/>
                  </a:lnTo>
                  <a:lnTo>
                    <a:pt x="2811437" y="879665"/>
                  </a:lnTo>
                  <a:lnTo>
                    <a:pt x="2548635" y="659752"/>
                  </a:lnTo>
                  <a:lnTo>
                    <a:pt x="2658592" y="659752"/>
                  </a:lnTo>
                  <a:lnTo>
                    <a:pt x="2643041" y="623688"/>
                  </a:lnTo>
                  <a:lnTo>
                    <a:pt x="2625297" y="588338"/>
                  </a:lnTo>
                  <a:lnTo>
                    <a:pt x="2605415" y="553730"/>
                  </a:lnTo>
                  <a:lnTo>
                    <a:pt x="2583451" y="519892"/>
                  </a:lnTo>
                  <a:lnTo>
                    <a:pt x="2559462" y="486854"/>
                  </a:lnTo>
                  <a:lnTo>
                    <a:pt x="2533502" y="454642"/>
                  </a:lnTo>
                  <a:lnTo>
                    <a:pt x="2505630" y="423286"/>
                  </a:lnTo>
                  <a:lnTo>
                    <a:pt x="2475899" y="392813"/>
                  </a:lnTo>
                  <a:lnTo>
                    <a:pt x="2444367" y="363252"/>
                  </a:lnTo>
                  <a:lnTo>
                    <a:pt x="2411090" y="334631"/>
                  </a:lnTo>
                  <a:lnTo>
                    <a:pt x="2376123" y="306978"/>
                  </a:lnTo>
                  <a:lnTo>
                    <a:pt x="2339522" y="280322"/>
                  </a:lnTo>
                  <a:lnTo>
                    <a:pt x="2301344" y="254691"/>
                  </a:lnTo>
                  <a:lnTo>
                    <a:pt x="2261644" y="230113"/>
                  </a:lnTo>
                  <a:lnTo>
                    <a:pt x="2220479" y="206616"/>
                  </a:lnTo>
                  <a:lnTo>
                    <a:pt x="2177905" y="184229"/>
                  </a:lnTo>
                  <a:lnTo>
                    <a:pt x="2133977" y="162980"/>
                  </a:lnTo>
                  <a:lnTo>
                    <a:pt x="2088752" y="142896"/>
                  </a:lnTo>
                  <a:lnTo>
                    <a:pt x="2042285" y="124008"/>
                  </a:lnTo>
                  <a:lnTo>
                    <a:pt x="1994633" y="106341"/>
                  </a:lnTo>
                  <a:lnTo>
                    <a:pt x="1945852" y="89926"/>
                  </a:lnTo>
                  <a:lnTo>
                    <a:pt x="1895998" y="74790"/>
                  </a:lnTo>
                  <a:lnTo>
                    <a:pt x="1845126" y="60961"/>
                  </a:lnTo>
                  <a:lnTo>
                    <a:pt x="1793293" y="48468"/>
                  </a:lnTo>
                  <a:lnTo>
                    <a:pt x="1740555" y="37339"/>
                  </a:lnTo>
                  <a:lnTo>
                    <a:pt x="1686967" y="27602"/>
                  </a:lnTo>
                  <a:lnTo>
                    <a:pt x="1632586" y="19286"/>
                  </a:lnTo>
                  <a:lnTo>
                    <a:pt x="1577469" y="12418"/>
                  </a:lnTo>
                  <a:lnTo>
                    <a:pt x="1521670" y="7027"/>
                  </a:lnTo>
                  <a:lnTo>
                    <a:pt x="1465246" y="3142"/>
                  </a:lnTo>
                  <a:lnTo>
                    <a:pt x="1408252" y="790"/>
                  </a:lnTo>
                  <a:lnTo>
                    <a:pt x="1350746" y="0"/>
                  </a:lnTo>
                </a:path>
              </a:pathLst>
            </a:custGeom>
            <a:ln w="25400">
              <a:solidFill>
                <a:srgbClr val="38521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461013" y="1301626"/>
            <a:ext cx="5029835" cy="29095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12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Motor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driver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-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Motor</a:t>
            </a:r>
            <a:endParaRPr sz="2400">
              <a:latin typeface="Arial"/>
              <a:cs typeface="Arial"/>
            </a:endParaRPr>
          </a:p>
          <a:p>
            <a:pPr lvl="1" marL="697865" marR="5080" indent="-228600">
              <a:lnSpc>
                <a:spcPts val="2160"/>
              </a:lnSpc>
              <a:spcBef>
                <a:spcPts val="400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Leaving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wire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connected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rear </a:t>
            </a:r>
            <a:r>
              <a:rPr dirty="0" sz="2000">
                <a:latin typeface="Arial"/>
                <a:cs typeface="Arial"/>
              </a:rPr>
              <a:t>wheel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motor</a:t>
            </a:r>
            <a:endParaRPr sz="2000">
              <a:latin typeface="Arial"/>
              <a:cs typeface="Arial"/>
            </a:endParaRPr>
          </a:p>
          <a:p>
            <a:pPr lvl="1" marL="697865" marR="567055" indent="-228600">
              <a:lnSpc>
                <a:spcPts val="2160"/>
              </a:lnSpc>
              <a:spcBef>
                <a:spcPts val="490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Leaving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line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connected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with</a:t>
            </a:r>
            <a:r>
              <a:rPr dirty="0" sz="2000" spc="-25">
                <a:latin typeface="Arial"/>
                <a:cs typeface="Arial"/>
              </a:rPr>
              <a:t> the </a:t>
            </a:r>
            <a:r>
              <a:rPr dirty="0" sz="2000">
                <a:latin typeface="Arial"/>
                <a:cs typeface="Arial"/>
              </a:rPr>
              <a:t>steering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motor</a:t>
            </a:r>
            <a:endParaRPr sz="20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229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Remove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rest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z="2000">
              <a:latin typeface="Arial"/>
              <a:cs typeface="Arial"/>
            </a:endParaRPr>
          </a:p>
          <a:p>
            <a:pPr marL="695960" marR="2484120">
              <a:lnSpc>
                <a:spcPct val="100000"/>
              </a:lnSpc>
            </a:pP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Wire</a:t>
            </a:r>
            <a:r>
              <a:rPr dirty="0" sz="1800" spc="-4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connected</a:t>
            </a:r>
            <a:r>
              <a:rPr dirty="0" sz="18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0000"/>
                </a:solidFill>
                <a:latin typeface="Arial"/>
                <a:cs typeface="Arial"/>
              </a:rPr>
              <a:t>to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steering</a:t>
            </a:r>
            <a:r>
              <a:rPr dirty="0" sz="18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0000"/>
                </a:solidFill>
                <a:latin typeface="Arial"/>
                <a:cs typeface="Arial"/>
              </a:rPr>
              <a:t>motor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355064" y="2700402"/>
            <a:ext cx="8720455" cy="3576320"/>
            <a:chOff x="3355064" y="2700402"/>
            <a:chExt cx="8720455" cy="3576320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50148" y="2700402"/>
              <a:ext cx="3324834" cy="334224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55064" y="3147353"/>
              <a:ext cx="1570235" cy="129475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0629506" y="2865704"/>
              <a:ext cx="655955" cy="563880"/>
            </a:xfrm>
            <a:custGeom>
              <a:avLst/>
              <a:gdLst/>
              <a:ahLst/>
              <a:cxnLst/>
              <a:rect l="l" t="t" r="r" b="b"/>
              <a:pathLst>
                <a:path w="655954" h="563879">
                  <a:moveTo>
                    <a:pt x="0" y="0"/>
                  </a:moveTo>
                  <a:lnTo>
                    <a:pt x="655713" y="0"/>
                  </a:lnTo>
                  <a:lnTo>
                    <a:pt x="655713" y="563295"/>
                  </a:lnTo>
                  <a:lnTo>
                    <a:pt x="0" y="563295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86175" y="4981905"/>
              <a:ext cx="1311215" cy="129475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0779315" y="4483722"/>
              <a:ext cx="1162050" cy="1411605"/>
            </a:xfrm>
            <a:custGeom>
              <a:avLst/>
              <a:gdLst/>
              <a:ahLst/>
              <a:cxnLst/>
              <a:rect l="l" t="t" r="r" b="b"/>
              <a:pathLst>
                <a:path w="1162050" h="1411604">
                  <a:moveTo>
                    <a:pt x="0" y="847991"/>
                  </a:moveTo>
                  <a:lnTo>
                    <a:pt x="655701" y="847991"/>
                  </a:lnTo>
                  <a:lnTo>
                    <a:pt x="655701" y="1411287"/>
                  </a:lnTo>
                  <a:lnTo>
                    <a:pt x="0" y="1411287"/>
                  </a:lnTo>
                  <a:lnTo>
                    <a:pt x="0" y="847991"/>
                  </a:lnTo>
                  <a:close/>
                </a:path>
                <a:path w="1162050" h="1411604">
                  <a:moveTo>
                    <a:pt x="505904" y="0"/>
                  </a:moveTo>
                  <a:lnTo>
                    <a:pt x="1161605" y="0"/>
                  </a:lnTo>
                  <a:lnTo>
                    <a:pt x="1161605" y="563295"/>
                  </a:lnTo>
                  <a:lnTo>
                    <a:pt x="505904" y="563295"/>
                  </a:lnTo>
                  <a:lnTo>
                    <a:pt x="505904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1285221" y="5047020"/>
              <a:ext cx="94615" cy="285115"/>
            </a:xfrm>
            <a:custGeom>
              <a:avLst/>
              <a:gdLst/>
              <a:ahLst/>
              <a:cxnLst/>
              <a:rect l="l" t="t" r="r" b="b"/>
              <a:pathLst>
                <a:path w="94615" h="285114">
                  <a:moveTo>
                    <a:pt x="94475" y="0"/>
                  </a:moveTo>
                  <a:lnTo>
                    <a:pt x="0" y="284695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897386" y="5613360"/>
              <a:ext cx="5882005" cy="213360"/>
            </a:xfrm>
            <a:custGeom>
              <a:avLst/>
              <a:gdLst/>
              <a:ahLst/>
              <a:cxnLst/>
              <a:rect l="l" t="t" r="r" b="b"/>
              <a:pathLst>
                <a:path w="5882005" h="213360">
                  <a:moveTo>
                    <a:pt x="5881928" y="0"/>
                  </a:moveTo>
                  <a:lnTo>
                    <a:pt x="0" y="213118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130013" y="3405426"/>
              <a:ext cx="2499995" cy="1343025"/>
            </a:xfrm>
            <a:custGeom>
              <a:avLst/>
              <a:gdLst/>
              <a:ahLst/>
              <a:cxnLst/>
              <a:rect l="l" t="t" r="r" b="b"/>
              <a:pathLst>
                <a:path w="2499995" h="1343025">
                  <a:moveTo>
                    <a:pt x="2499499" y="0"/>
                  </a:moveTo>
                  <a:lnTo>
                    <a:pt x="0" y="1342466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1051052" y="5174900"/>
            <a:ext cx="23234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Lines</a:t>
            </a:r>
            <a:r>
              <a:rPr dirty="0" sz="18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connected</a:t>
            </a:r>
            <a:r>
              <a:rPr dirty="0" sz="18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18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0000"/>
                </a:solidFill>
                <a:latin typeface="Arial"/>
                <a:cs typeface="Arial"/>
              </a:rPr>
              <a:t>the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rear</a:t>
            </a:r>
            <a:r>
              <a:rPr dirty="0" sz="1800" spc="-5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wheel</a:t>
            </a:r>
            <a:r>
              <a:rPr dirty="0" sz="1800" spc="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0000"/>
                </a:solidFill>
                <a:latin typeface="Arial"/>
                <a:cs typeface="Arial"/>
              </a:rPr>
              <a:t>motor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31225" y="6576728"/>
            <a:ext cx="240906" cy="16977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13435" y="537946"/>
            <a:ext cx="5630545" cy="47627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645500" y="1347004"/>
            <a:ext cx="7362825" cy="5261610"/>
            <a:chOff x="1645500" y="1347004"/>
            <a:chExt cx="7362825" cy="526161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5500" y="1785257"/>
              <a:ext cx="3191139" cy="482321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204720" y="3108261"/>
              <a:ext cx="2115185" cy="2282190"/>
            </a:xfrm>
            <a:custGeom>
              <a:avLst/>
              <a:gdLst/>
              <a:ahLst/>
              <a:cxnLst/>
              <a:rect l="l" t="t" r="r" b="b"/>
              <a:pathLst>
                <a:path w="2115185" h="2282190">
                  <a:moveTo>
                    <a:pt x="0" y="0"/>
                  </a:moveTo>
                  <a:lnTo>
                    <a:pt x="635203" y="0"/>
                  </a:lnTo>
                  <a:lnTo>
                    <a:pt x="635203" y="501180"/>
                  </a:lnTo>
                  <a:lnTo>
                    <a:pt x="0" y="501180"/>
                  </a:lnTo>
                  <a:lnTo>
                    <a:pt x="0" y="0"/>
                  </a:lnTo>
                  <a:close/>
                </a:path>
                <a:path w="2115185" h="2282190">
                  <a:moveTo>
                    <a:pt x="1110348" y="1780908"/>
                  </a:moveTo>
                  <a:lnTo>
                    <a:pt x="1745551" y="1780908"/>
                  </a:lnTo>
                  <a:lnTo>
                    <a:pt x="1745551" y="2282088"/>
                  </a:lnTo>
                  <a:lnTo>
                    <a:pt x="1110348" y="2282088"/>
                  </a:lnTo>
                  <a:lnTo>
                    <a:pt x="1110348" y="1780908"/>
                  </a:lnTo>
                  <a:close/>
                </a:path>
                <a:path w="2115185" h="2282190">
                  <a:moveTo>
                    <a:pt x="1566214" y="1211846"/>
                  </a:moveTo>
                  <a:lnTo>
                    <a:pt x="2114727" y="1211846"/>
                  </a:lnTo>
                  <a:lnTo>
                    <a:pt x="2114727" y="1713026"/>
                  </a:lnTo>
                  <a:lnTo>
                    <a:pt x="1566214" y="1713026"/>
                  </a:lnTo>
                  <a:lnTo>
                    <a:pt x="1566214" y="1211846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95867" y="1347004"/>
              <a:ext cx="3612293" cy="348573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179627" y="3263728"/>
              <a:ext cx="2436495" cy="230504"/>
            </a:xfrm>
            <a:custGeom>
              <a:avLst/>
              <a:gdLst/>
              <a:ahLst/>
              <a:cxnLst/>
              <a:rect l="l" t="t" r="r" b="b"/>
              <a:pathLst>
                <a:path w="2436495" h="230504">
                  <a:moveTo>
                    <a:pt x="0" y="230390"/>
                  </a:moveTo>
                  <a:lnTo>
                    <a:pt x="2435948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08502" y="3222408"/>
              <a:ext cx="2578735" cy="313055"/>
            </a:xfrm>
            <a:custGeom>
              <a:avLst/>
              <a:gdLst/>
              <a:ahLst/>
              <a:cxnLst/>
              <a:rect l="l" t="t" r="r" b="b"/>
              <a:pathLst>
                <a:path w="2578735" h="313054">
                  <a:moveTo>
                    <a:pt x="89369" y="313042"/>
                  </a:moveTo>
                  <a:lnTo>
                    <a:pt x="81305" y="227698"/>
                  </a:lnTo>
                  <a:lnTo>
                    <a:pt x="0" y="278434"/>
                  </a:lnTo>
                  <a:lnTo>
                    <a:pt x="89369" y="313042"/>
                  </a:lnTo>
                  <a:close/>
                </a:path>
                <a:path w="2578735" h="313054">
                  <a:moveTo>
                    <a:pt x="2578189" y="34594"/>
                  </a:moveTo>
                  <a:lnTo>
                    <a:pt x="2488806" y="0"/>
                  </a:lnTo>
                  <a:lnTo>
                    <a:pt x="2496883" y="85344"/>
                  </a:lnTo>
                  <a:lnTo>
                    <a:pt x="2578189" y="3459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61013" y="1301626"/>
            <a:ext cx="2931160" cy="391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08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Motor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driver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-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Motor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17441" y="3343103"/>
            <a:ext cx="8737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0000"/>
                </a:solidFill>
                <a:latin typeface="Arial"/>
                <a:cs typeface="Arial"/>
              </a:rPr>
              <a:t>Connect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02334" y="4127212"/>
            <a:ext cx="1174750" cy="374650"/>
            <a:chOff x="4502334" y="4127212"/>
            <a:chExt cx="1174750" cy="374650"/>
          </a:xfrm>
        </p:grpSpPr>
        <p:sp>
          <p:nvSpPr>
            <p:cNvPr id="16" name="object 16"/>
            <p:cNvSpPr/>
            <p:nvPr/>
          </p:nvSpPr>
          <p:spPr>
            <a:xfrm>
              <a:off x="4570958" y="4164413"/>
              <a:ext cx="1037590" cy="300355"/>
            </a:xfrm>
            <a:custGeom>
              <a:avLst/>
              <a:gdLst/>
              <a:ahLst/>
              <a:cxnLst/>
              <a:rect l="l" t="t" r="r" b="b"/>
              <a:pathLst>
                <a:path w="1037589" h="300354">
                  <a:moveTo>
                    <a:pt x="0" y="299948"/>
                  </a:moveTo>
                  <a:lnTo>
                    <a:pt x="1037374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502327" y="4127220"/>
              <a:ext cx="1174750" cy="374650"/>
            </a:xfrm>
            <a:custGeom>
              <a:avLst/>
              <a:gdLst/>
              <a:ahLst/>
              <a:cxnLst/>
              <a:rect l="l" t="t" r="r" b="b"/>
              <a:pathLst>
                <a:path w="1174750" h="374650">
                  <a:moveTo>
                    <a:pt x="94259" y="374357"/>
                  </a:moveTo>
                  <a:lnTo>
                    <a:pt x="70446" y="292011"/>
                  </a:lnTo>
                  <a:lnTo>
                    <a:pt x="0" y="356997"/>
                  </a:lnTo>
                  <a:lnTo>
                    <a:pt x="94259" y="374357"/>
                  </a:lnTo>
                  <a:close/>
                </a:path>
                <a:path w="1174750" h="374650">
                  <a:moveTo>
                    <a:pt x="1174635" y="17360"/>
                  </a:moveTo>
                  <a:lnTo>
                    <a:pt x="1080376" y="0"/>
                  </a:lnTo>
                  <a:lnTo>
                    <a:pt x="1104188" y="82346"/>
                  </a:lnTo>
                  <a:lnTo>
                    <a:pt x="1174635" y="1736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883114" y="4416012"/>
            <a:ext cx="8737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0000"/>
                </a:solidFill>
                <a:latin typeface="Arial"/>
                <a:cs typeface="Arial"/>
              </a:rPr>
              <a:t>Connect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58823" y="3927780"/>
            <a:ext cx="4575175" cy="2467610"/>
            <a:chOff x="3958823" y="3927780"/>
            <a:chExt cx="4575175" cy="2467610"/>
          </a:xfrm>
        </p:grpSpPr>
        <p:sp>
          <p:nvSpPr>
            <p:cNvPr id="20" name="object 20"/>
            <p:cNvSpPr/>
            <p:nvPr/>
          </p:nvSpPr>
          <p:spPr>
            <a:xfrm>
              <a:off x="4026959" y="5296752"/>
              <a:ext cx="1835150" cy="577850"/>
            </a:xfrm>
            <a:custGeom>
              <a:avLst/>
              <a:gdLst/>
              <a:ahLst/>
              <a:cxnLst/>
              <a:rect l="l" t="t" r="r" b="b"/>
              <a:pathLst>
                <a:path w="1835150" h="577850">
                  <a:moveTo>
                    <a:pt x="0" y="0"/>
                  </a:moveTo>
                  <a:lnTo>
                    <a:pt x="1834642" y="577507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958818" y="5260149"/>
              <a:ext cx="1971039" cy="650875"/>
            </a:xfrm>
            <a:custGeom>
              <a:avLst/>
              <a:gdLst/>
              <a:ahLst/>
              <a:cxnLst/>
              <a:rect l="l" t="t" r="r" b="b"/>
              <a:pathLst>
                <a:path w="1971039" h="650875">
                  <a:moveTo>
                    <a:pt x="94627" y="0"/>
                  </a:moveTo>
                  <a:lnTo>
                    <a:pt x="0" y="15151"/>
                  </a:lnTo>
                  <a:lnTo>
                    <a:pt x="68897" y="81775"/>
                  </a:lnTo>
                  <a:lnTo>
                    <a:pt x="94627" y="0"/>
                  </a:lnTo>
                  <a:close/>
                </a:path>
                <a:path w="1971039" h="650875">
                  <a:moveTo>
                    <a:pt x="1970913" y="635558"/>
                  </a:moveTo>
                  <a:lnTo>
                    <a:pt x="1902015" y="568934"/>
                  </a:lnTo>
                  <a:lnTo>
                    <a:pt x="1876272" y="650697"/>
                  </a:lnTo>
                  <a:lnTo>
                    <a:pt x="1970913" y="63555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60999" y="3927780"/>
              <a:ext cx="2872800" cy="2467317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000233" y="5815387"/>
            <a:ext cx="8737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0000"/>
                </a:solidFill>
                <a:latin typeface="Arial"/>
                <a:cs typeface="Arial"/>
              </a:rPr>
              <a:t>Connect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24" name="object 24" descr="텍스트, 전자기기, 회로이(가) 표시된 사진  자동 생성된 설명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328343" y="1872995"/>
            <a:ext cx="1863656" cy="1254467"/>
          </a:xfrm>
          <a:prstGeom prst="rect">
            <a:avLst/>
          </a:prstGeom>
        </p:spPr>
      </p:pic>
      <p:pic>
        <p:nvPicPr>
          <p:cNvPr id="25" name="object 25" descr="텍스트, 전자기기, 회로이(가) 표시된 사진  자동 생성된 설명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372790" y="3634701"/>
            <a:ext cx="1819209" cy="1254465"/>
          </a:xfrm>
          <a:prstGeom prst="rect">
            <a:avLst/>
          </a:prstGeom>
        </p:spPr>
      </p:pic>
      <p:pic>
        <p:nvPicPr>
          <p:cNvPr id="26" name="object 26" descr="텍스트, 전자기기, 회로이(가) 표시된 사진  자동 생성된 설명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372790" y="5268467"/>
            <a:ext cx="1819209" cy="1254455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9098150" y="2727650"/>
            <a:ext cx="1174750" cy="374650"/>
            <a:chOff x="9098150" y="2727650"/>
            <a:chExt cx="1174750" cy="374650"/>
          </a:xfrm>
        </p:grpSpPr>
        <p:sp>
          <p:nvSpPr>
            <p:cNvPr id="28" name="object 28"/>
            <p:cNvSpPr/>
            <p:nvPr/>
          </p:nvSpPr>
          <p:spPr>
            <a:xfrm>
              <a:off x="9166773" y="2764849"/>
              <a:ext cx="1037590" cy="300355"/>
            </a:xfrm>
            <a:custGeom>
              <a:avLst/>
              <a:gdLst/>
              <a:ahLst/>
              <a:cxnLst/>
              <a:rect l="l" t="t" r="r" b="b"/>
              <a:pathLst>
                <a:path w="1037590" h="300355">
                  <a:moveTo>
                    <a:pt x="0" y="299948"/>
                  </a:moveTo>
                  <a:lnTo>
                    <a:pt x="1037374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9098140" y="2727655"/>
              <a:ext cx="1174750" cy="374650"/>
            </a:xfrm>
            <a:custGeom>
              <a:avLst/>
              <a:gdLst/>
              <a:ahLst/>
              <a:cxnLst/>
              <a:rect l="l" t="t" r="r" b="b"/>
              <a:pathLst>
                <a:path w="1174750" h="374650">
                  <a:moveTo>
                    <a:pt x="94259" y="374357"/>
                  </a:moveTo>
                  <a:lnTo>
                    <a:pt x="70446" y="292011"/>
                  </a:lnTo>
                  <a:lnTo>
                    <a:pt x="0" y="356997"/>
                  </a:lnTo>
                  <a:lnTo>
                    <a:pt x="94259" y="374357"/>
                  </a:lnTo>
                  <a:close/>
                </a:path>
                <a:path w="1174750" h="374650">
                  <a:moveTo>
                    <a:pt x="1174635" y="17360"/>
                  </a:moveTo>
                  <a:lnTo>
                    <a:pt x="1080376" y="0"/>
                  </a:lnTo>
                  <a:lnTo>
                    <a:pt x="1104188" y="82346"/>
                  </a:lnTo>
                  <a:lnTo>
                    <a:pt x="1174635" y="1736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9478929" y="3016448"/>
            <a:ext cx="8737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0000"/>
                </a:solidFill>
                <a:latin typeface="Arial"/>
                <a:cs typeface="Arial"/>
              </a:rPr>
              <a:t>Connect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8691578" y="4249684"/>
            <a:ext cx="1402080" cy="175895"/>
            <a:chOff x="8691578" y="4249684"/>
            <a:chExt cx="1402080" cy="175895"/>
          </a:xfrm>
        </p:grpSpPr>
        <p:sp>
          <p:nvSpPr>
            <p:cNvPr id="32" name="object 32"/>
            <p:cNvSpPr/>
            <p:nvPr/>
          </p:nvSpPr>
          <p:spPr>
            <a:xfrm>
              <a:off x="8762825" y="4291390"/>
              <a:ext cx="1259205" cy="92710"/>
            </a:xfrm>
            <a:custGeom>
              <a:avLst/>
              <a:gdLst/>
              <a:ahLst/>
              <a:cxnLst/>
              <a:rect l="l" t="t" r="r" b="b"/>
              <a:pathLst>
                <a:path w="1259204" h="92710">
                  <a:moveTo>
                    <a:pt x="0" y="0"/>
                  </a:moveTo>
                  <a:lnTo>
                    <a:pt x="1259166" y="92468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8691575" y="4249686"/>
              <a:ext cx="1402080" cy="175895"/>
            </a:xfrm>
            <a:custGeom>
              <a:avLst/>
              <a:gdLst/>
              <a:ahLst/>
              <a:cxnLst/>
              <a:rect l="l" t="t" r="r" b="b"/>
              <a:pathLst>
                <a:path w="1402079" h="175895">
                  <a:moveTo>
                    <a:pt x="88633" y="0"/>
                  </a:moveTo>
                  <a:lnTo>
                    <a:pt x="0" y="36474"/>
                  </a:lnTo>
                  <a:lnTo>
                    <a:pt x="82359" y="85496"/>
                  </a:lnTo>
                  <a:lnTo>
                    <a:pt x="88633" y="0"/>
                  </a:lnTo>
                  <a:close/>
                </a:path>
                <a:path w="1402079" h="175895">
                  <a:moveTo>
                    <a:pt x="1401648" y="139407"/>
                  </a:moveTo>
                  <a:lnTo>
                    <a:pt x="1319301" y="90373"/>
                  </a:lnTo>
                  <a:lnTo>
                    <a:pt x="1313014" y="175869"/>
                  </a:lnTo>
                  <a:lnTo>
                    <a:pt x="1401648" y="13940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9077495" y="4326463"/>
            <a:ext cx="8737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0000"/>
                </a:solidFill>
                <a:latin typeface="Arial"/>
                <a:cs typeface="Arial"/>
              </a:rPr>
              <a:t>Connect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639606" y="5949021"/>
            <a:ext cx="1402080" cy="175895"/>
            <a:chOff x="8639606" y="5949021"/>
            <a:chExt cx="1402080" cy="175895"/>
          </a:xfrm>
        </p:grpSpPr>
        <p:sp>
          <p:nvSpPr>
            <p:cNvPr id="36" name="object 36"/>
            <p:cNvSpPr/>
            <p:nvPr/>
          </p:nvSpPr>
          <p:spPr>
            <a:xfrm>
              <a:off x="8710853" y="5990728"/>
              <a:ext cx="1259205" cy="92710"/>
            </a:xfrm>
            <a:custGeom>
              <a:avLst/>
              <a:gdLst/>
              <a:ahLst/>
              <a:cxnLst/>
              <a:rect l="l" t="t" r="r" b="b"/>
              <a:pathLst>
                <a:path w="1259204" h="92710">
                  <a:moveTo>
                    <a:pt x="0" y="0"/>
                  </a:moveTo>
                  <a:lnTo>
                    <a:pt x="1259166" y="92468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639607" y="5949022"/>
              <a:ext cx="1402080" cy="175895"/>
            </a:xfrm>
            <a:custGeom>
              <a:avLst/>
              <a:gdLst/>
              <a:ahLst/>
              <a:cxnLst/>
              <a:rect l="l" t="t" r="r" b="b"/>
              <a:pathLst>
                <a:path w="1402079" h="175895">
                  <a:moveTo>
                    <a:pt x="88633" y="0"/>
                  </a:moveTo>
                  <a:lnTo>
                    <a:pt x="0" y="36474"/>
                  </a:lnTo>
                  <a:lnTo>
                    <a:pt x="82359" y="85496"/>
                  </a:lnTo>
                  <a:lnTo>
                    <a:pt x="88633" y="0"/>
                  </a:lnTo>
                  <a:close/>
                </a:path>
                <a:path w="1402079" h="175895">
                  <a:moveTo>
                    <a:pt x="1401648" y="139420"/>
                  </a:moveTo>
                  <a:lnTo>
                    <a:pt x="1319301" y="90385"/>
                  </a:lnTo>
                  <a:lnTo>
                    <a:pt x="1313014" y="175882"/>
                  </a:lnTo>
                  <a:lnTo>
                    <a:pt x="1401648" y="13942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9025524" y="6025800"/>
            <a:ext cx="8737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0000"/>
                </a:solidFill>
                <a:latin typeface="Arial"/>
                <a:cs typeface="Arial"/>
              </a:rPr>
              <a:t>Connect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31225" y="6575838"/>
            <a:ext cx="204406" cy="16786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13435" y="537946"/>
            <a:ext cx="5630545" cy="4762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1626"/>
            <a:ext cx="3581400" cy="7454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12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Motor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Driver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–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Motor</a:t>
            </a:r>
            <a:endParaRPr sz="24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125"/>
              </a:spcBef>
              <a:buSzPct val="130000"/>
              <a:buChar char="•"/>
              <a:tabLst>
                <a:tab pos="697865" algn="l"/>
              </a:tabLst>
            </a:pPr>
            <a:r>
              <a:rPr dirty="0" sz="2000">
                <a:latin typeface="Arial"/>
                <a:cs typeface="Arial"/>
              </a:rPr>
              <a:t>Disconnect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connector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5474" y="3178048"/>
            <a:ext cx="3338622" cy="25139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67381" y="3178039"/>
            <a:ext cx="3338622" cy="251393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62492" y="2720517"/>
            <a:ext cx="2571747" cy="342899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31225" y="6576728"/>
            <a:ext cx="235991" cy="16697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13435" y="537946"/>
            <a:ext cx="5630545" cy="4762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1626"/>
            <a:ext cx="2981325" cy="391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08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Motor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Driver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-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Motor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53528" y="3747147"/>
            <a:ext cx="1543685" cy="1727835"/>
            <a:chOff x="1153528" y="3747147"/>
            <a:chExt cx="1543685" cy="172783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3528" y="3747147"/>
              <a:ext cx="1537271" cy="172728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077431" y="3967187"/>
              <a:ext cx="377825" cy="399415"/>
            </a:xfrm>
            <a:custGeom>
              <a:avLst/>
              <a:gdLst/>
              <a:ahLst/>
              <a:cxnLst/>
              <a:rect l="l" t="t" r="r" b="b"/>
              <a:pathLst>
                <a:path w="377825" h="399414">
                  <a:moveTo>
                    <a:pt x="377723" y="0"/>
                  </a:moveTo>
                  <a:lnTo>
                    <a:pt x="278015" y="0"/>
                  </a:lnTo>
                  <a:lnTo>
                    <a:pt x="242774" y="4461"/>
                  </a:lnTo>
                  <a:lnTo>
                    <a:pt x="177075" y="38424"/>
                  </a:lnTo>
                  <a:lnTo>
                    <a:pt x="147494" y="66773"/>
                  </a:lnTo>
                  <a:lnTo>
                    <a:pt x="120678" y="101932"/>
                  </a:lnTo>
                  <a:lnTo>
                    <a:pt x="97067" y="143325"/>
                  </a:lnTo>
                  <a:lnTo>
                    <a:pt x="77098" y="190376"/>
                  </a:lnTo>
                  <a:lnTo>
                    <a:pt x="61212" y="242509"/>
                  </a:lnTo>
                  <a:lnTo>
                    <a:pt x="49847" y="299148"/>
                  </a:lnTo>
                  <a:lnTo>
                    <a:pt x="0" y="299148"/>
                  </a:lnTo>
                  <a:lnTo>
                    <a:pt x="92227" y="398868"/>
                  </a:lnTo>
                  <a:lnTo>
                    <a:pt x="199428" y="299148"/>
                  </a:lnTo>
                  <a:lnTo>
                    <a:pt x="149567" y="299148"/>
                  </a:lnTo>
                  <a:lnTo>
                    <a:pt x="160929" y="242509"/>
                  </a:lnTo>
                  <a:lnTo>
                    <a:pt x="176813" y="190376"/>
                  </a:lnTo>
                  <a:lnTo>
                    <a:pt x="196781" y="143325"/>
                  </a:lnTo>
                  <a:lnTo>
                    <a:pt x="220392" y="101932"/>
                  </a:lnTo>
                  <a:lnTo>
                    <a:pt x="247208" y="66773"/>
                  </a:lnTo>
                  <a:lnTo>
                    <a:pt x="276788" y="38424"/>
                  </a:lnTo>
                  <a:lnTo>
                    <a:pt x="308694" y="17461"/>
                  </a:lnTo>
                  <a:lnTo>
                    <a:pt x="342485" y="4461"/>
                  </a:lnTo>
                  <a:lnTo>
                    <a:pt x="37772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405301" y="3967192"/>
              <a:ext cx="285750" cy="399415"/>
            </a:xfrm>
            <a:custGeom>
              <a:avLst/>
              <a:gdLst/>
              <a:ahLst/>
              <a:cxnLst/>
              <a:rect l="l" t="t" r="r" b="b"/>
              <a:pathLst>
                <a:path w="285750" h="399414">
                  <a:moveTo>
                    <a:pt x="49860" y="0"/>
                  </a:moveTo>
                  <a:lnTo>
                    <a:pt x="37301" y="566"/>
                  </a:lnTo>
                  <a:lnTo>
                    <a:pt x="24787" y="2262"/>
                  </a:lnTo>
                  <a:lnTo>
                    <a:pt x="12344" y="5084"/>
                  </a:lnTo>
                  <a:lnTo>
                    <a:pt x="0" y="9029"/>
                  </a:lnTo>
                  <a:lnTo>
                    <a:pt x="31548" y="24528"/>
                  </a:lnTo>
                  <a:lnTo>
                    <a:pt x="60955" y="46801"/>
                  </a:lnTo>
                  <a:lnTo>
                    <a:pt x="87943" y="75265"/>
                  </a:lnTo>
                  <a:lnTo>
                    <a:pt x="112234" y="109336"/>
                  </a:lnTo>
                  <a:lnTo>
                    <a:pt x="133551" y="148432"/>
                  </a:lnTo>
                  <a:lnTo>
                    <a:pt x="151615" y="191970"/>
                  </a:lnTo>
                  <a:lnTo>
                    <a:pt x="166149" y="239365"/>
                  </a:lnTo>
                  <a:lnTo>
                    <a:pt x="176874" y="290035"/>
                  </a:lnTo>
                  <a:lnTo>
                    <a:pt x="183513" y="343398"/>
                  </a:lnTo>
                  <a:lnTo>
                    <a:pt x="185788" y="398868"/>
                  </a:lnTo>
                  <a:lnTo>
                    <a:pt x="285496" y="398868"/>
                  </a:lnTo>
                  <a:lnTo>
                    <a:pt x="282941" y="339925"/>
                  </a:lnTo>
                  <a:lnTo>
                    <a:pt x="275519" y="283668"/>
                  </a:lnTo>
                  <a:lnTo>
                    <a:pt x="263595" y="230713"/>
                  </a:lnTo>
                  <a:lnTo>
                    <a:pt x="247533" y="181678"/>
                  </a:lnTo>
                  <a:lnTo>
                    <a:pt x="227698" y="137179"/>
                  </a:lnTo>
                  <a:lnTo>
                    <a:pt x="204454" y="97834"/>
                  </a:lnTo>
                  <a:lnTo>
                    <a:pt x="178165" y="64258"/>
                  </a:lnTo>
                  <a:lnTo>
                    <a:pt x="149197" y="37071"/>
                  </a:lnTo>
                  <a:lnTo>
                    <a:pt x="84680" y="4324"/>
                  </a:lnTo>
                  <a:lnTo>
                    <a:pt x="49860" y="0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077425" y="3967192"/>
              <a:ext cx="613410" cy="399415"/>
            </a:xfrm>
            <a:custGeom>
              <a:avLst/>
              <a:gdLst/>
              <a:ahLst/>
              <a:cxnLst/>
              <a:rect l="l" t="t" r="r" b="b"/>
              <a:pathLst>
                <a:path w="613410" h="399414">
                  <a:moveTo>
                    <a:pt x="327875" y="9029"/>
                  </a:moveTo>
                  <a:lnTo>
                    <a:pt x="388831" y="46801"/>
                  </a:lnTo>
                  <a:lnTo>
                    <a:pt x="415819" y="75265"/>
                  </a:lnTo>
                  <a:lnTo>
                    <a:pt x="440110" y="109336"/>
                  </a:lnTo>
                  <a:lnTo>
                    <a:pt x="461427" y="148432"/>
                  </a:lnTo>
                  <a:lnTo>
                    <a:pt x="479491" y="191970"/>
                  </a:lnTo>
                  <a:lnTo>
                    <a:pt x="494025" y="239365"/>
                  </a:lnTo>
                  <a:lnTo>
                    <a:pt x="504750" y="290035"/>
                  </a:lnTo>
                  <a:lnTo>
                    <a:pt x="511389" y="343398"/>
                  </a:lnTo>
                  <a:lnTo>
                    <a:pt x="513664" y="398868"/>
                  </a:lnTo>
                  <a:lnTo>
                    <a:pt x="613371" y="398868"/>
                  </a:lnTo>
                  <a:lnTo>
                    <a:pt x="610816" y="339925"/>
                  </a:lnTo>
                  <a:lnTo>
                    <a:pt x="603395" y="283668"/>
                  </a:lnTo>
                  <a:lnTo>
                    <a:pt x="591471" y="230713"/>
                  </a:lnTo>
                  <a:lnTo>
                    <a:pt x="575409" y="181678"/>
                  </a:lnTo>
                  <a:lnTo>
                    <a:pt x="555574" y="137179"/>
                  </a:lnTo>
                  <a:lnTo>
                    <a:pt x="532330" y="97834"/>
                  </a:lnTo>
                  <a:lnTo>
                    <a:pt x="506041" y="64258"/>
                  </a:lnTo>
                  <a:lnTo>
                    <a:pt x="477073" y="37071"/>
                  </a:lnTo>
                  <a:lnTo>
                    <a:pt x="412556" y="4324"/>
                  </a:lnTo>
                  <a:lnTo>
                    <a:pt x="377736" y="0"/>
                  </a:lnTo>
                  <a:lnTo>
                    <a:pt x="278015" y="0"/>
                  </a:lnTo>
                  <a:lnTo>
                    <a:pt x="208981" y="17460"/>
                  </a:lnTo>
                  <a:lnTo>
                    <a:pt x="177075" y="38421"/>
                  </a:lnTo>
                  <a:lnTo>
                    <a:pt x="147495" y="66768"/>
                  </a:lnTo>
                  <a:lnTo>
                    <a:pt x="120680" y="101927"/>
                  </a:lnTo>
                  <a:lnTo>
                    <a:pt x="97070" y="143319"/>
                  </a:lnTo>
                  <a:lnTo>
                    <a:pt x="77104" y="190371"/>
                  </a:lnTo>
                  <a:lnTo>
                    <a:pt x="61221" y="242506"/>
                  </a:lnTo>
                  <a:lnTo>
                    <a:pt x="49860" y="299148"/>
                  </a:lnTo>
                  <a:lnTo>
                    <a:pt x="0" y="299148"/>
                  </a:lnTo>
                  <a:lnTo>
                    <a:pt x="92227" y="398868"/>
                  </a:lnTo>
                  <a:lnTo>
                    <a:pt x="199428" y="299148"/>
                  </a:lnTo>
                  <a:lnTo>
                    <a:pt x="149580" y="299148"/>
                  </a:lnTo>
                  <a:lnTo>
                    <a:pt x="160941" y="242506"/>
                  </a:lnTo>
                  <a:lnTo>
                    <a:pt x="176824" y="190371"/>
                  </a:lnTo>
                  <a:lnTo>
                    <a:pt x="196791" y="143319"/>
                  </a:lnTo>
                  <a:lnTo>
                    <a:pt x="220401" y="101927"/>
                  </a:lnTo>
                  <a:lnTo>
                    <a:pt x="247215" y="66768"/>
                  </a:lnTo>
                  <a:lnTo>
                    <a:pt x="276796" y="38421"/>
                  </a:lnTo>
                  <a:lnTo>
                    <a:pt x="308702" y="17460"/>
                  </a:lnTo>
                  <a:lnTo>
                    <a:pt x="342495" y="4460"/>
                  </a:lnTo>
                  <a:lnTo>
                    <a:pt x="377736" y="0"/>
                  </a:lnTo>
                </a:path>
              </a:pathLst>
            </a:custGeom>
            <a:ln w="12700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429639" y="3967187"/>
              <a:ext cx="377825" cy="399415"/>
            </a:xfrm>
            <a:custGeom>
              <a:avLst/>
              <a:gdLst/>
              <a:ahLst/>
              <a:cxnLst/>
              <a:rect l="l" t="t" r="r" b="b"/>
              <a:pathLst>
                <a:path w="377825" h="399414">
                  <a:moveTo>
                    <a:pt x="377723" y="0"/>
                  </a:moveTo>
                  <a:lnTo>
                    <a:pt x="278015" y="0"/>
                  </a:lnTo>
                  <a:lnTo>
                    <a:pt x="242774" y="4461"/>
                  </a:lnTo>
                  <a:lnTo>
                    <a:pt x="177075" y="38424"/>
                  </a:lnTo>
                  <a:lnTo>
                    <a:pt x="147494" y="66773"/>
                  </a:lnTo>
                  <a:lnTo>
                    <a:pt x="120678" y="101932"/>
                  </a:lnTo>
                  <a:lnTo>
                    <a:pt x="97067" y="143325"/>
                  </a:lnTo>
                  <a:lnTo>
                    <a:pt x="77098" y="190376"/>
                  </a:lnTo>
                  <a:lnTo>
                    <a:pt x="61212" y="242509"/>
                  </a:lnTo>
                  <a:lnTo>
                    <a:pt x="49847" y="299148"/>
                  </a:lnTo>
                  <a:lnTo>
                    <a:pt x="0" y="299148"/>
                  </a:lnTo>
                  <a:lnTo>
                    <a:pt x="92227" y="398868"/>
                  </a:lnTo>
                  <a:lnTo>
                    <a:pt x="199428" y="299148"/>
                  </a:lnTo>
                  <a:lnTo>
                    <a:pt x="149567" y="299148"/>
                  </a:lnTo>
                  <a:lnTo>
                    <a:pt x="160929" y="242509"/>
                  </a:lnTo>
                  <a:lnTo>
                    <a:pt x="176813" y="190376"/>
                  </a:lnTo>
                  <a:lnTo>
                    <a:pt x="196781" y="143325"/>
                  </a:lnTo>
                  <a:lnTo>
                    <a:pt x="220392" y="101932"/>
                  </a:lnTo>
                  <a:lnTo>
                    <a:pt x="247208" y="66773"/>
                  </a:lnTo>
                  <a:lnTo>
                    <a:pt x="276788" y="38424"/>
                  </a:lnTo>
                  <a:lnTo>
                    <a:pt x="308694" y="17461"/>
                  </a:lnTo>
                  <a:lnTo>
                    <a:pt x="342485" y="4461"/>
                  </a:lnTo>
                  <a:lnTo>
                    <a:pt x="37772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757509" y="3967192"/>
              <a:ext cx="285750" cy="399415"/>
            </a:xfrm>
            <a:custGeom>
              <a:avLst/>
              <a:gdLst/>
              <a:ahLst/>
              <a:cxnLst/>
              <a:rect l="l" t="t" r="r" b="b"/>
              <a:pathLst>
                <a:path w="285750" h="399414">
                  <a:moveTo>
                    <a:pt x="49860" y="0"/>
                  </a:moveTo>
                  <a:lnTo>
                    <a:pt x="37301" y="566"/>
                  </a:lnTo>
                  <a:lnTo>
                    <a:pt x="24787" y="2262"/>
                  </a:lnTo>
                  <a:lnTo>
                    <a:pt x="12344" y="5084"/>
                  </a:lnTo>
                  <a:lnTo>
                    <a:pt x="0" y="9029"/>
                  </a:lnTo>
                  <a:lnTo>
                    <a:pt x="31548" y="24528"/>
                  </a:lnTo>
                  <a:lnTo>
                    <a:pt x="60955" y="46801"/>
                  </a:lnTo>
                  <a:lnTo>
                    <a:pt x="87943" y="75265"/>
                  </a:lnTo>
                  <a:lnTo>
                    <a:pt x="112234" y="109336"/>
                  </a:lnTo>
                  <a:lnTo>
                    <a:pt x="133551" y="148432"/>
                  </a:lnTo>
                  <a:lnTo>
                    <a:pt x="151615" y="191970"/>
                  </a:lnTo>
                  <a:lnTo>
                    <a:pt x="166149" y="239365"/>
                  </a:lnTo>
                  <a:lnTo>
                    <a:pt x="176874" y="290035"/>
                  </a:lnTo>
                  <a:lnTo>
                    <a:pt x="183513" y="343398"/>
                  </a:lnTo>
                  <a:lnTo>
                    <a:pt x="185788" y="398868"/>
                  </a:lnTo>
                  <a:lnTo>
                    <a:pt x="285496" y="398868"/>
                  </a:lnTo>
                  <a:lnTo>
                    <a:pt x="282941" y="339925"/>
                  </a:lnTo>
                  <a:lnTo>
                    <a:pt x="275519" y="283668"/>
                  </a:lnTo>
                  <a:lnTo>
                    <a:pt x="263595" y="230713"/>
                  </a:lnTo>
                  <a:lnTo>
                    <a:pt x="247533" y="181678"/>
                  </a:lnTo>
                  <a:lnTo>
                    <a:pt x="227698" y="137179"/>
                  </a:lnTo>
                  <a:lnTo>
                    <a:pt x="204454" y="97834"/>
                  </a:lnTo>
                  <a:lnTo>
                    <a:pt x="178165" y="64258"/>
                  </a:lnTo>
                  <a:lnTo>
                    <a:pt x="149197" y="37071"/>
                  </a:lnTo>
                  <a:lnTo>
                    <a:pt x="84680" y="4324"/>
                  </a:lnTo>
                  <a:lnTo>
                    <a:pt x="49860" y="0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429633" y="3967192"/>
              <a:ext cx="613410" cy="399415"/>
            </a:xfrm>
            <a:custGeom>
              <a:avLst/>
              <a:gdLst/>
              <a:ahLst/>
              <a:cxnLst/>
              <a:rect l="l" t="t" r="r" b="b"/>
              <a:pathLst>
                <a:path w="613410" h="399414">
                  <a:moveTo>
                    <a:pt x="327875" y="9029"/>
                  </a:moveTo>
                  <a:lnTo>
                    <a:pt x="388831" y="46801"/>
                  </a:lnTo>
                  <a:lnTo>
                    <a:pt x="415819" y="75265"/>
                  </a:lnTo>
                  <a:lnTo>
                    <a:pt x="440110" y="109336"/>
                  </a:lnTo>
                  <a:lnTo>
                    <a:pt x="461427" y="148432"/>
                  </a:lnTo>
                  <a:lnTo>
                    <a:pt x="479491" y="191970"/>
                  </a:lnTo>
                  <a:lnTo>
                    <a:pt x="494025" y="239365"/>
                  </a:lnTo>
                  <a:lnTo>
                    <a:pt x="504750" y="290035"/>
                  </a:lnTo>
                  <a:lnTo>
                    <a:pt x="511389" y="343398"/>
                  </a:lnTo>
                  <a:lnTo>
                    <a:pt x="513664" y="398868"/>
                  </a:lnTo>
                  <a:lnTo>
                    <a:pt x="613371" y="398868"/>
                  </a:lnTo>
                  <a:lnTo>
                    <a:pt x="610816" y="339925"/>
                  </a:lnTo>
                  <a:lnTo>
                    <a:pt x="603395" y="283668"/>
                  </a:lnTo>
                  <a:lnTo>
                    <a:pt x="591471" y="230713"/>
                  </a:lnTo>
                  <a:lnTo>
                    <a:pt x="575409" y="181678"/>
                  </a:lnTo>
                  <a:lnTo>
                    <a:pt x="555574" y="137179"/>
                  </a:lnTo>
                  <a:lnTo>
                    <a:pt x="532330" y="97834"/>
                  </a:lnTo>
                  <a:lnTo>
                    <a:pt x="506041" y="64258"/>
                  </a:lnTo>
                  <a:lnTo>
                    <a:pt x="477073" y="37071"/>
                  </a:lnTo>
                  <a:lnTo>
                    <a:pt x="412556" y="4324"/>
                  </a:lnTo>
                  <a:lnTo>
                    <a:pt x="377736" y="0"/>
                  </a:lnTo>
                  <a:lnTo>
                    <a:pt x="278015" y="0"/>
                  </a:lnTo>
                  <a:lnTo>
                    <a:pt x="208981" y="17460"/>
                  </a:lnTo>
                  <a:lnTo>
                    <a:pt x="177075" y="38421"/>
                  </a:lnTo>
                  <a:lnTo>
                    <a:pt x="147495" y="66768"/>
                  </a:lnTo>
                  <a:lnTo>
                    <a:pt x="120680" y="101927"/>
                  </a:lnTo>
                  <a:lnTo>
                    <a:pt x="97070" y="143319"/>
                  </a:lnTo>
                  <a:lnTo>
                    <a:pt x="77104" y="190371"/>
                  </a:lnTo>
                  <a:lnTo>
                    <a:pt x="61221" y="242506"/>
                  </a:lnTo>
                  <a:lnTo>
                    <a:pt x="49860" y="299148"/>
                  </a:lnTo>
                  <a:lnTo>
                    <a:pt x="0" y="299148"/>
                  </a:lnTo>
                  <a:lnTo>
                    <a:pt x="92227" y="398868"/>
                  </a:lnTo>
                  <a:lnTo>
                    <a:pt x="199428" y="299148"/>
                  </a:lnTo>
                  <a:lnTo>
                    <a:pt x="149580" y="299148"/>
                  </a:lnTo>
                  <a:lnTo>
                    <a:pt x="160941" y="242506"/>
                  </a:lnTo>
                  <a:lnTo>
                    <a:pt x="176824" y="190371"/>
                  </a:lnTo>
                  <a:lnTo>
                    <a:pt x="196791" y="143319"/>
                  </a:lnTo>
                  <a:lnTo>
                    <a:pt x="220401" y="101927"/>
                  </a:lnTo>
                  <a:lnTo>
                    <a:pt x="247215" y="66768"/>
                  </a:lnTo>
                  <a:lnTo>
                    <a:pt x="276796" y="38421"/>
                  </a:lnTo>
                  <a:lnTo>
                    <a:pt x="308702" y="17460"/>
                  </a:lnTo>
                  <a:lnTo>
                    <a:pt x="342495" y="4460"/>
                  </a:lnTo>
                  <a:lnTo>
                    <a:pt x="377736" y="0"/>
                  </a:lnTo>
                </a:path>
              </a:pathLst>
            </a:custGeom>
            <a:ln w="12700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294387" y="2537613"/>
            <a:ext cx="175895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0000"/>
                </a:solidFill>
                <a:latin typeface="Arial"/>
                <a:cs typeface="Arial"/>
              </a:rPr>
              <a:t>Rotate counterclockwise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using</a:t>
            </a:r>
            <a:r>
              <a:rPr dirty="0" sz="1800" spc="-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18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Arial"/>
                <a:cs typeface="Arial"/>
              </a:rPr>
              <a:t>flathead screwdriver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760382" y="2698613"/>
            <a:ext cx="2961005" cy="2855595"/>
            <a:chOff x="4760382" y="2698613"/>
            <a:chExt cx="2961005" cy="2855595"/>
          </a:xfrm>
        </p:grpSpPr>
        <p:sp>
          <p:nvSpPr>
            <p:cNvPr id="18" name="object 18"/>
            <p:cNvSpPr/>
            <p:nvPr/>
          </p:nvSpPr>
          <p:spPr>
            <a:xfrm>
              <a:off x="5907121" y="4249412"/>
              <a:ext cx="271145" cy="327025"/>
            </a:xfrm>
            <a:custGeom>
              <a:avLst/>
              <a:gdLst/>
              <a:ahLst/>
              <a:cxnLst/>
              <a:rect l="l" t="t" r="r" b="b"/>
              <a:pathLst>
                <a:path w="271145" h="327025">
                  <a:moveTo>
                    <a:pt x="0" y="326555"/>
                  </a:moveTo>
                  <a:lnTo>
                    <a:pt x="27103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122013" y="4176120"/>
              <a:ext cx="117475" cy="124460"/>
            </a:xfrm>
            <a:custGeom>
              <a:avLst/>
              <a:gdLst/>
              <a:ahLst/>
              <a:cxnLst/>
              <a:rect l="l" t="t" r="r" b="b"/>
              <a:pathLst>
                <a:path w="117475" h="124460">
                  <a:moveTo>
                    <a:pt x="116979" y="0"/>
                  </a:moveTo>
                  <a:lnTo>
                    <a:pt x="0" y="51447"/>
                  </a:lnTo>
                  <a:lnTo>
                    <a:pt x="87960" y="124447"/>
                  </a:lnTo>
                  <a:lnTo>
                    <a:pt x="11697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60382" y="4254068"/>
              <a:ext cx="1631286" cy="129980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19813" y="2698613"/>
              <a:ext cx="2000973" cy="200638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839124" y="4129868"/>
            <a:ext cx="10909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Insert</a:t>
            </a:r>
            <a:r>
              <a:rPr dirty="0" sz="18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0000"/>
                </a:solidFill>
                <a:latin typeface="Arial"/>
                <a:cs typeface="Arial"/>
              </a:rPr>
              <a:t>Line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437441" y="2413154"/>
            <a:ext cx="3362325" cy="3699510"/>
            <a:chOff x="8437441" y="2413154"/>
            <a:chExt cx="3362325" cy="3699510"/>
          </a:xfrm>
        </p:grpSpPr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37441" y="2413154"/>
              <a:ext cx="3361976" cy="369893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0475784" y="3796170"/>
              <a:ext cx="238125" cy="436880"/>
            </a:xfrm>
            <a:custGeom>
              <a:avLst/>
              <a:gdLst/>
              <a:ahLst/>
              <a:cxnLst/>
              <a:rect l="l" t="t" r="r" b="b"/>
              <a:pathLst>
                <a:path w="238125" h="436879">
                  <a:moveTo>
                    <a:pt x="150253" y="0"/>
                  </a:moveTo>
                  <a:lnTo>
                    <a:pt x="165422" y="25650"/>
                  </a:lnTo>
                  <a:lnTo>
                    <a:pt x="171632" y="57346"/>
                  </a:lnTo>
                  <a:lnTo>
                    <a:pt x="169193" y="94197"/>
                  </a:lnTo>
                  <a:lnTo>
                    <a:pt x="158410" y="135313"/>
                  </a:lnTo>
                  <a:lnTo>
                    <a:pt x="139591" y="179804"/>
                  </a:lnTo>
                  <a:lnTo>
                    <a:pt x="113045" y="226780"/>
                  </a:lnTo>
                  <a:lnTo>
                    <a:pt x="79078" y="275350"/>
                  </a:lnTo>
                  <a:lnTo>
                    <a:pt x="37998" y="324624"/>
                  </a:lnTo>
                  <a:lnTo>
                    <a:pt x="4965" y="287273"/>
                  </a:lnTo>
                  <a:lnTo>
                    <a:pt x="0" y="432180"/>
                  </a:lnTo>
                  <a:lnTo>
                    <a:pt x="137083" y="436664"/>
                  </a:lnTo>
                  <a:lnTo>
                    <a:pt x="104063" y="399326"/>
                  </a:lnTo>
                  <a:lnTo>
                    <a:pt x="145140" y="350047"/>
                  </a:lnTo>
                  <a:lnTo>
                    <a:pt x="179105" y="301476"/>
                  </a:lnTo>
                  <a:lnTo>
                    <a:pt x="205651" y="254500"/>
                  </a:lnTo>
                  <a:lnTo>
                    <a:pt x="224470" y="210010"/>
                  </a:lnTo>
                  <a:lnTo>
                    <a:pt x="235255" y="168895"/>
                  </a:lnTo>
                  <a:lnTo>
                    <a:pt x="237696" y="132046"/>
                  </a:lnTo>
                  <a:lnTo>
                    <a:pt x="231487" y="100351"/>
                  </a:lnTo>
                  <a:lnTo>
                    <a:pt x="216319" y="74701"/>
                  </a:lnTo>
                  <a:lnTo>
                    <a:pt x="15025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0211770" y="3765648"/>
              <a:ext cx="434975" cy="239395"/>
            </a:xfrm>
            <a:custGeom>
              <a:avLst/>
              <a:gdLst/>
              <a:ahLst/>
              <a:cxnLst/>
              <a:rect l="l" t="t" r="r" b="b"/>
              <a:pathLst>
                <a:path w="434975" h="239395">
                  <a:moveTo>
                    <a:pt x="327845" y="0"/>
                  </a:moveTo>
                  <a:lnTo>
                    <a:pt x="288414" y="4376"/>
                  </a:lnTo>
                  <a:lnTo>
                    <a:pt x="245094" y="15570"/>
                  </a:lnTo>
                  <a:lnTo>
                    <a:pt x="198737" y="33305"/>
                  </a:lnTo>
                  <a:lnTo>
                    <a:pt x="150196" y="57307"/>
                  </a:lnTo>
                  <a:lnTo>
                    <a:pt x="100324" y="87301"/>
                  </a:lnTo>
                  <a:lnTo>
                    <a:pt x="49974" y="123011"/>
                  </a:lnTo>
                  <a:lnTo>
                    <a:pt x="0" y="164163"/>
                  </a:lnTo>
                  <a:lnTo>
                    <a:pt x="66052" y="238865"/>
                  </a:lnTo>
                  <a:lnTo>
                    <a:pt x="116270" y="197550"/>
                  </a:lnTo>
                  <a:lnTo>
                    <a:pt x="167210" y="161502"/>
                  </a:lnTo>
                  <a:lnTo>
                    <a:pt x="217923" y="131133"/>
                  </a:lnTo>
                  <a:lnTo>
                    <a:pt x="267458" y="106856"/>
                  </a:lnTo>
                  <a:lnTo>
                    <a:pt x="314866" y="89082"/>
                  </a:lnTo>
                  <a:lnTo>
                    <a:pt x="359196" y="78225"/>
                  </a:lnTo>
                  <a:lnTo>
                    <a:pt x="399498" y="74696"/>
                  </a:lnTo>
                  <a:lnTo>
                    <a:pt x="434822" y="78908"/>
                  </a:lnTo>
                  <a:lnTo>
                    <a:pt x="432156" y="64924"/>
                  </a:lnTo>
                  <a:lnTo>
                    <a:pt x="414274" y="30521"/>
                  </a:lnTo>
                  <a:lnTo>
                    <a:pt x="362534" y="2715"/>
                  </a:lnTo>
                  <a:lnTo>
                    <a:pt x="327845" y="0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0211770" y="3765648"/>
              <a:ext cx="502284" cy="467359"/>
            </a:xfrm>
            <a:custGeom>
              <a:avLst/>
              <a:gdLst/>
              <a:ahLst/>
              <a:cxnLst/>
              <a:rect l="l" t="t" r="r" b="b"/>
              <a:pathLst>
                <a:path w="502284" h="467360">
                  <a:moveTo>
                    <a:pt x="434822" y="78908"/>
                  </a:moveTo>
                  <a:lnTo>
                    <a:pt x="399498" y="74696"/>
                  </a:lnTo>
                  <a:lnTo>
                    <a:pt x="359196" y="78225"/>
                  </a:lnTo>
                  <a:lnTo>
                    <a:pt x="314866" y="89082"/>
                  </a:lnTo>
                  <a:lnTo>
                    <a:pt x="267458" y="106856"/>
                  </a:lnTo>
                  <a:lnTo>
                    <a:pt x="217923" y="131133"/>
                  </a:lnTo>
                  <a:lnTo>
                    <a:pt x="167210" y="161502"/>
                  </a:lnTo>
                  <a:lnTo>
                    <a:pt x="116270" y="197550"/>
                  </a:lnTo>
                  <a:lnTo>
                    <a:pt x="66052" y="238865"/>
                  </a:lnTo>
                  <a:lnTo>
                    <a:pt x="0" y="164163"/>
                  </a:lnTo>
                  <a:lnTo>
                    <a:pt x="49974" y="123011"/>
                  </a:lnTo>
                  <a:lnTo>
                    <a:pt x="100324" y="87301"/>
                  </a:lnTo>
                  <a:lnTo>
                    <a:pt x="150196" y="57307"/>
                  </a:lnTo>
                  <a:lnTo>
                    <a:pt x="198737" y="33305"/>
                  </a:lnTo>
                  <a:lnTo>
                    <a:pt x="245094" y="15570"/>
                  </a:lnTo>
                  <a:lnTo>
                    <a:pt x="288414" y="4376"/>
                  </a:lnTo>
                  <a:lnTo>
                    <a:pt x="327845" y="0"/>
                  </a:lnTo>
                  <a:lnTo>
                    <a:pt x="362534" y="2715"/>
                  </a:lnTo>
                  <a:lnTo>
                    <a:pt x="414274" y="30521"/>
                  </a:lnTo>
                  <a:lnTo>
                    <a:pt x="480326" y="105222"/>
                  </a:lnTo>
                  <a:lnTo>
                    <a:pt x="501705" y="162567"/>
                  </a:lnTo>
                  <a:lnTo>
                    <a:pt x="499266" y="199417"/>
                  </a:lnTo>
                  <a:lnTo>
                    <a:pt x="488483" y="240531"/>
                  </a:lnTo>
                  <a:lnTo>
                    <a:pt x="469664" y="285021"/>
                  </a:lnTo>
                  <a:lnTo>
                    <a:pt x="443118" y="331997"/>
                  </a:lnTo>
                  <a:lnTo>
                    <a:pt x="409151" y="380569"/>
                  </a:lnTo>
                  <a:lnTo>
                    <a:pt x="368071" y="429847"/>
                  </a:lnTo>
                  <a:lnTo>
                    <a:pt x="401104" y="467198"/>
                  </a:lnTo>
                  <a:lnTo>
                    <a:pt x="264007" y="462702"/>
                  </a:lnTo>
                  <a:lnTo>
                    <a:pt x="268986" y="317795"/>
                  </a:lnTo>
                  <a:lnTo>
                    <a:pt x="302006" y="355146"/>
                  </a:lnTo>
                  <a:lnTo>
                    <a:pt x="343086" y="305871"/>
                  </a:lnTo>
                  <a:lnTo>
                    <a:pt x="377055" y="257301"/>
                  </a:lnTo>
                  <a:lnTo>
                    <a:pt x="403603" y="210326"/>
                  </a:lnTo>
                  <a:lnTo>
                    <a:pt x="422424" y="165835"/>
                  </a:lnTo>
                  <a:lnTo>
                    <a:pt x="433209" y="124719"/>
                  </a:lnTo>
                  <a:lnTo>
                    <a:pt x="435651" y="87868"/>
                  </a:lnTo>
                  <a:lnTo>
                    <a:pt x="429442" y="56172"/>
                  </a:lnTo>
                  <a:lnTo>
                    <a:pt x="414274" y="30521"/>
                  </a:lnTo>
                </a:path>
              </a:pathLst>
            </a:custGeom>
            <a:ln w="12700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0098840" y="3494043"/>
              <a:ext cx="193040" cy="455930"/>
            </a:xfrm>
            <a:custGeom>
              <a:avLst/>
              <a:gdLst/>
              <a:ahLst/>
              <a:cxnLst/>
              <a:rect l="l" t="t" r="r" b="b"/>
              <a:pathLst>
                <a:path w="193040" h="455929">
                  <a:moveTo>
                    <a:pt x="67970" y="0"/>
                  </a:moveTo>
                  <a:lnTo>
                    <a:pt x="89016" y="20798"/>
                  </a:lnTo>
                  <a:lnTo>
                    <a:pt x="102959" y="49738"/>
                  </a:lnTo>
                  <a:lnTo>
                    <a:pt x="109870" y="85881"/>
                  </a:lnTo>
                  <a:lnTo>
                    <a:pt x="109823" y="128290"/>
                  </a:lnTo>
                  <a:lnTo>
                    <a:pt x="102889" y="176030"/>
                  </a:lnTo>
                  <a:lnTo>
                    <a:pt x="89140" y="228162"/>
                  </a:lnTo>
                  <a:lnTo>
                    <a:pt x="68650" y="283750"/>
                  </a:lnTo>
                  <a:lnTo>
                    <a:pt x="41490" y="341858"/>
                  </a:lnTo>
                  <a:lnTo>
                    <a:pt x="0" y="314210"/>
                  </a:lnTo>
                  <a:lnTo>
                    <a:pt x="32245" y="455536"/>
                  </a:lnTo>
                  <a:lnTo>
                    <a:pt x="165950" y="424815"/>
                  </a:lnTo>
                  <a:lnTo>
                    <a:pt x="124459" y="397167"/>
                  </a:lnTo>
                  <a:lnTo>
                    <a:pt x="151620" y="339058"/>
                  </a:lnTo>
                  <a:lnTo>
                    <a:pt x="172111" y="283469"/>
                  </a:lnTo>
                  <a:lnTo>
                    <a:pt x="185861" y="231335"/>
                  </a:lnTo>
                  <a:lnTo>
                    <a:pt x="192797" y="183594"/>
                  </a:lnTo>
                  <a:lnTo>
                    <a:pt x="192845" y="141183"/>
                  </a:lnTo>
                  <a:lnTo>
                    <a:pt x="185933" y="105041"/>
                  </a:lnTo>
                  <a:lnTo>
                    <a:pt x="171989" y="76103"/>
                  </a:lnTo>
                  <a:lnTo>
                    <a:pt x="150939" y="55308"/>
                  </a:lnTo>
                  <a:lnTo>
                    <a:pt x="6797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9801584" y="3480634"/>
              <a:ext cx="397510" cy="304800"/>
            </a:xfrm>
            <a:custGeom>
              <a:avLst/>
              <a:gdLst/>
              <a:ahLst/>
              <a:cxnLst/>
              <a:rect l="l" t="t" r="r" b="b"/>
              <a:pathLst>
                <a:path w="397509" h="304800">
                  <a:moveTo>
                    <a:pt x="308428" y="0"/>
                  </a:moveTo>
                  <a:lnTo>
                    <a:pt x="237491" y="20769"/>
                  </a:lnTo>
                  <a:lnTo>
                    <a:pt x="198601" y="42759"/>
                  </a:lnTo>
                  <a:lnTo>
                    <a:pt x="158431" y="71838"/>
                  </a:lnTo>
                  <a:lnTo>
                    <a:pt x="117734" y="107521"/>
                  </a:lnTo>
                  <a:lnTo>
                    <a:pt x="77262" y="149321"/>
                  </a:lnTo>
                  <a:lnTo>
                    <a:pt x="37767" y="196753"/>
                  </a:lnTo>
                  <a:lnTo>
                    <a:pt x="0" y="249332"/>
                  </a:lnTo>
                  <a:lnTo>
                    <a:pt x="82981" y="304640"/>
                  </a:lnTo>
                  <a:lnTo>
                    <a:pt x="120868" y="251931"/>
                  </a:lnTo>
                  <a:lnTo>
                    <a:pt x="160770" y="204089"/>
                  </a:lnTo>
                  <a:lnTo>
                    <a:pt x="201881" y="161756"/>
                  </a:lnTo>
                  <a:lnTo>
                    <a:pt x="243395" y="125572"/>
                  </a:lnTo>
                  <a:lnTo>
                    <a:pt x="284504" y="96178"/>
                  </a:lnTo>
                  <a:lnTo>
                    <a:pt x="324401" y="74213"/>
                  </a:lnTo>
                  <a:lnTo>
                    <a:pt x="362279" y="60320"/>
                  </a:lnTo>
                  <a:lnTo>
                    <a:pt x="397332" y="55136"/>
                  </a:lnTo>
                  <a:lnTo>
                    <a:pt x="391236" y="42213"/>
                  </a:lnTo>
                  <a:lnTo>
                    <a:pt x="383832" y="30924"/>
                  </a:lnTo>
                  <a:lnTo>
                    <a:pt x="375150" y="21311"/>
                  </a:lnTo>
                  <a:lnTo>
                    <a:pt x="365226" y="13417"/>
                  </a:lnTo>
                  <a:lnTo>
                    <a:pt x="338970" y="2192"/>
                  </a:lnTo>
                  <a:lnTo>
                    <a:pt x="308428" y="0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9801583" y="3480634"/>
              <a:ext cx="490220" cy="469265"/>
            </a:xfrm>
            <a:custGeom>
              <a:avLst/>
              <a:gdLst/>
              <a:ahLst/>
              <a:cxnLst/>
              <a:rect l="l" t="t" r="r" b="b"/>
              <a:pathLst>
                <a:path w="490220" h="469264">
                  <a:moveTo>
                    <a:pt x="397332" y="55136"/>
                  </a:moveTo>
                  <a:lnTo>
                    <a:pt x="324401" y="74213"/>
                  </a:lnTo>
                  <a:lnTo>
                    <a:pt x="284504" y="96178"/>
                  </a:lnTo>
                  <a:lnTo>
                    <a:pt x="243395" y="125572"/>
                  </a:lnTo>
                  <a:lnTo>
                    <a:pt x="201881" y="161756"/>
                  </a:lnTo>
                  <a:lnTo>
                    <a:pt x="160770" y="204089"/>
                  </a:lnTo>
                  <a:lnTo>
                    <a:pt x="120868" y="251931"/>
                  </a:lnTo>
                  <a:lnTo>
                    <a:pt x="82981" y="304640"/>
                  </a:lnTo>
                  <a:lnTo>
                    <a:pt x="0" y="249332"/>
                  </a:lnTo>
                  <a:lnTo>
                    <a:pt x="37767" y="196753"/>
                  </a:lnTo>
                  <a:lnTo>
                    <a:pt x="77262" y="149321"/>
                  </a:lnTo>
                  <a:lnTo>
                    <a:pt x="117734" y="107521"/>
                  </a:lnTo>
                  <a:lnTo>
                    <a:pt x="158431" y="71838"/>
                  </a:lnTo>
                  <a:lnTo>
                    <a:pt x="198601" y="42759"/>
                  </a:lnTo>
                  <a:lnTo>
                    <a:pt x="237491" y="20769"/>
                  </a:lnTo>
                  <a:lnTo>
                    <a:pt x="274351" y="6354"/>
                  </a:lnTo>
                  <a:lnTo>
                    <a:pt x="308428" y="0"/>
                  </a:lnTo>
                  <a:lnTo>
                    <a:pt x="338970" y="2192"/>
                  </a:lnTo>
                  <a:lnTo>
                    <a:pt x="448195" y="68713"/>
                  </a:lnTo>
                  <a:lnTo>
                    <a:pt x="483189" y="118445"/>
                  </a:lnTo>
                  <a:lnTo>
                    <a:pt x="490101" y="154588"/>
                  </a:lnTo>
                  <a:lnTo>
                    <a:pt x="490053" y="196998"/>
                  </a:lnTo>
                  <a:lnTo>
                    <a:pt x="483117" y="244739"/>
                  </a:lnTo>
                  <a:lnTo>
                    <a:pt x="469367" y="296873"/>
                  </a:lnTo>
                  <a:lnTo>
                    <a:pt x="448876" y="352463"/>
                  </a:lnTo>
                  <a:lnTo>
                    <a:pt x="421716" y="410571"/>
                  </a:lnTo>
                  <a:lnTo>
                    <a:pt x="463207" y="438219"/>
                  </a:lnTo>
                  <a:lnTo>
                    <a:pt x="329501" y="468940"/>
                  </a:lnTo>
                  <a:lnTo>
                    <a:pt x="297256" y="327615"/>
                  </a:lnTo>
                  <a:lnTo>
                    <a:pt x="338747" y="355275"/>
                  </a:lnTo>
                  <a:lnTo>
                    <a:pt x="365906" y="297164"/>
                  </a:lnTo>
                  <a:lnTo>
                    <a:pt x="386397" y="241572"/>
                  </a:lnTo>
                  <a:lnTo>
                    <a:pt x="400145" y="189438"/>
                  </a:lnTo>
                  <a:lnTo>
                    <a:pt x="407079" y="141698"/>
                  </a:lnTo>
                  <a:lnTo>
                    <a:pt x="407126" y="99289"/>
                  </a:lnTo>
                  <a:lnTo>
                    <a:pt x="400215" y="63148"/>
                  </a:lnTo>
                  <a:lnTo>
                    <a:pt x="386272" y="34211"/>
                  </a:lnTo>
                  <a:lnTo>
                    <a:pt x="365226" y="13417"/>
                  </a:lnTo>
                </a:path>
              </a:pathLst>
            </a:custGeom>
            <a:ln w="12700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9932989" y="4695097"/>
            <a:ext cx="219583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Rotate</a:t>
            </a:r>
            <a:r>
              <a:rPr dirty="0" sz="1800" spc="-4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Arial"/>
                <a:cs typeface="Arial"/>
              </a:rPr>
              <a:t>clockwise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using</a:t>
            </a:r>
            <a:r>
              <a:rPr dirty="0" sz="1800" spc="-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18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Arial"/>
                <a:cs typeface="Arial"/>
              </a:rPr>
              <a:t>flathead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screwdriver</a:t>
            </a:r>
            <a:r>
              <a:rPr dirty="0" sz="18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1800" spc="-6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Arial"/>
                <a:cs typeface="Arial"/>
              </a:rPr>
              <a:t>secure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31225" y="6576728"/>
            <a:ext cx="233984" cy="16977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3197" y="6571215"/>
            <a:ext cx="10668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b="1" i="1">
                <a:solidFill>
                  <a:srgbClr val="404040"/>
                </a:solidFill>
                <a:latin typeface="Arial"/>
                <a:cs typeface="Arial"/>
              </a:rPr>
              <a:t>Automation</a:t>
            </a:r>
            <a:r>
              <a:rPr dirty="0" sz="1050" spc="-45" b="1" i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050" spc="-20" b="1" i="1">
                <a:solidFill>
                  <a:srgbClr val="404040"/>
                </a:solidFill>
                <a:latin typeface="Arial"/>
                <a:cs typeface="Arial"/>
              </a:rPr>
              <a:t>L</a:t>
            </a:r>
            <a:r>
              <a:rPr dirty="0" sz="1000" spc="-20" b="1" i="1">
                <a:solidFill>
                  <a:srgbClr val="404040"/>
                </a:solidFill>
                <a:latin typeface="Arial"/>
                <a:cs typeface="Arial"/>
              </a:rPr>
              <a:t>ab.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13435" y="537946"/>
            <a:ext cx="5630545" cy="4762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61013" y="1301626"/>
            <a:ext cx="2981325" cy="391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08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Motor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Driver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-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Motor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 descr="텍스트, 전자기기, 회로이(가) 표시된 사진  자동 생성된 설명"/>
          <p:cNvGrpSpPr/>
          <p:nvPr/>
        </p:nvGrpSpPr>
        <p:grpSpPr>
          <a:xfrm>
            <a:off x="3457803" y="2580474"/>
            <a:ext cx="4447540" cy="2708910"/>
            <a:chOff x="3457803" y="2580474"/>
            <a:chExt cx="4447540" cy="2708910"/>
          </a:xfrm>
        </p:grpSpPr>
        <p:pic>
          <p:nvPicPr>
            <p:cNvPr id="10" name="object 10" descr="텍스트, 전자기기, 회로이(가) 표시된 사진  자동 생성된 설명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57803" y="2580474"/>
              <a:ext cx="4447514" cy="270870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021171" y="4018826"/>
              <a:ext cx="537210" cy="1155065"/>
            </a:xfrm>
            <a:custGeom>
              <a:avLst/>
              <a:gdLst/>
              <a:ahLst/>
              <a:cxnLst/>
              <a:rect l="l" t="t" r="r" b="b"/>
              <a:pathLst>
                <a:path w="537209" h="1155064">
                  <a:moveTo>
                    <a:pt x="0" y="0"/>
                  </a:moveTo>
                  <a:lnTo>
                    <a:pt x="536638" y="0"/>
                  </a:lnTo>
                  <a:lnTo>
                    <a:pt x="536638" y="1154544"/>
                  </a:lnTo>
                  <a:lnTo>
                    <a:pt x="0" y="1154544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5448806" y="5431924"/>
            <a:ext cx="218313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921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800" spc="-4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motor</a:t>
            </a:r>
            <a:r>
              <a:rPr dirty="0" sz="18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should</a:t>
            </a:r>
            <a:r>
              <a:rPr dirty="0" sz="18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0000"/>
                </a:solidFill>
                <a:latin typeface="Arial"/>
                <a:cs typeface="Arial"/>
              </a:rPr>
              <a:t>be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connected</a:t>
            </a:r>
            <a:r>
              <a:rPr dirty="0" sz="18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18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0000"/>
                </a:solidFill>
                <a:latin typeface="Arial"/>
                <a:cs typeface="Arial"/>
              </a:rPr>
              <a:t>OUT1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dirty="0" sz="1800" spc="-10">
                <a:solidFill>
                  <a:srgbClr val="FF0000"/>
                </a:solidFill>
                <a:latin typeface="Arial"/>
                <a:cs typeface="Arial"/>
              </a:rPr>
              <a:t> OUT2.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PGND,</a:t>
            </a:r>
            <a:r>
              <a:rPr dirty="0" sz="18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should</a:t>
            </a:r>
            <a:r>
              <a:rPr dirty="0" sz="18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not</a:t>
            </a:r>
            <a:r>
              <a:rPr dirty="0" sz="18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0000"/>
                </a:solidFill>
                <a:latin typeface="Arial"/>
                <a:cs typeface="Arial"/>
              </a:rPr>
              <a:t>be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connected</a:t>
            </a:r>
            <a:r>
              <a:rPr dirty="0" sz="18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18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Arial"/>
                <a:cs typeface="Arial"/>
              </a:rPr>
              <a:t>9-</a:t>
            </a:r>
            <a:r>
              <a:rPr dirty="0" sz="1800" spc="-20">
                <a:solidFill>
                  <a:srgbClr val="FF0000"/>
                </a:solidFill>
                <a:latin typeface="Arial"/>
                <a:cs typeface="Arial"/>
              </a:rPr>
              <a:t>36V.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31225" y="6579407"/>
            <a:ext cx="242912" cy="1642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13435" y="537946"/>
            <a:ext cx="5630545" cy="4762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1626"/>
            <a:ext cx="3082925" cy="391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08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Motor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driver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–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SMPS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95171" y="1639450"/>
            <a:ext cx="9740900" cy="4363720"/>
            <a:chOff x="1095171" y="1639450"/>
            <a:chExt cx="9740900" cy="4363720"/>
          </a:xfrm>
        </p:grpSpPr>
        <p:sp>
          <p:nvSpPr>
            <p:cNvPr id="9" name="object 9"/>
            <p:cNvSpPr/>
            <p:nvPr/>
          </p:nvSpPr>
          <p:spPr>
            <a:xfrm>
              <a:off x="10011956" y="3382581"/>
              <a:ext cx="635635" cy="501650"/>
            </a:xfrm>
            <a:custGeom>
              <a:avLst/>
              <a:gdLst/>
              <a:ahLst/>
              <a:cxnLst/>
              <a:rect l="l" t="t" r="r" b="b"/>
              <a:pathLst>
                <a:path w="635634" h="501650">
                  <a:moveTo>
                    <a:pt x="0" y="0"/>
                  </a:moveTo>
                  <a:lnTo>
                    <a:pt x="635203" y="0"/>
                  </a:lnTo>
                  <a:lnTo>
                    <a:pt x="635203" y="501180"/>
                  </a:lnTo>
                  <a:lnTo>
                    <a:pt x="0" y="501180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8814" y="2068055"/>
              <a:ext cx="9426748" cy="326163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938650" y="1668025"/>
              <a:ext cx="4739640" cy="4306570"/>
            </a:xfrm>
            <a:custGeom>
              <a:avLst/>
              <a:gdLst/>
              <a:ahLst/>
              <a:cxnLst/>
              <a:rect l="l" t="t" r="r" b="b"/>
              <a:pathLst>
                <a:path w="4739640" h="4306570">
                  <a:moveTo>
                    <a:pt x="0" y="2153259"/>
                  </a:moveTo>
                  <a:lnTo>
                    <a:pt x="535" y="2107042"/>
                  </a:lnTo>
                  <a:lnTo>
                    <a:pt x="2133" y="2061062"/>
                  </a:lnTo>
                  <a:lnTo>
                    <a:pt x="4783" y="2015329"/>
                  </a:lnTo>
                  <a:lnTo>
                    <a:pt x="8475" y="1969853"/>
                  </a:lnTo>
                  <a:lnTo>
                    <a:pt x="13198" y="1924644"/>
                  </a:lnTo>
                  <a:lnTo>
                    <a:pt x="18941" y="1879712"/>
                  </a:lnTo>
                  <a:lnTo>
                    <a:pt x="25694" y="1835066"/>
                  </a:lnTo>
                  <a:lnTo>
                    <a:pt x="33446" y="1790715"/>
                  </a:lnTo>
                  <a:lnTo>
                    <a:pt x="42185" y="1746670"/>
                  </a:lnTo>
                  <a:lnTo>
                    <a:pt x="51903" y="1702940"/>
                  </a:lnTo>
                  <a:lnTo>
                    <a:pt x="62587" y="1659536"/>
                  </a:lnTo>
                  <a:lnTo>
                    <a:pt x="74227" y="1616465"/>
                  </a:lnTo>
                  <a:lnTo>
                    <a:pt x="86813" y="1573740"/>
                  </a:lnTo>
                  <a:lnTo>
                    <a:pt x="100333" y="1531368"/>
                  </a:lnTo>
                  <a:lnTo>
                    <a:pt x="114778" y="1489360"/>
                  </a:lnTo>
                  <a:lnTo>
                    <a:pt x="130136" y="1447726"/>
                  </a:lnTo>
                  <a:lnTo>
                    <a:pt x="146397" y="1406475"/>
                  </a:lnTo>
                  <a:lnTo>
                    <a:pt x="163549" y="1365617"/>
                  </a:lnTo>
                  <a:lnTo>
                    <a:pt x="181583" y="1325162"/>
                  </a:lnTo>
                  <a:lnTo>
                    <a:pt x="200488" y="1285119"/>
                  </a:lnTo>
                  <a:lnTo>
                    <a:pt x="220252" y="1245498"/>
                  </a:lnTo>
                  <a:lnTo>
                    <a:pt x="240866" y="1206309"/>
                  </a:lnTo>
                  <a:lnTo>
                    <a:pt x="262319" y="1167561"/>
                  </a:lnTo>
                  <a:lnTo>
                    <a:pt x="284599" y="1129265"/>
                  </a:lnTo>
                  <a:lnTo>
                    <a:pt x="307696" y="1091429"/>
                  </a:lnTo>
                  <a:lnTo>
                    <a:pt x="331600" y="1054064"/>
                  </a:lnTo>
                  <a:lnTo>
                    <a:pt x="356300" y="1017180"/>
                  </a:lnTo>
                  <a:lnTo>
                    <a:pt x="381785" y="980785"/>
                  </a:lnTo>
                  <a:lnTo>
                    <a:pt x="408044" y="944891"/>
                  </a:lnTo>
                  <a:lnTo>
                    <a:pt x="435068" y="909506"/>
                  </a:lnTo>
                  <a:lnTo>
                    <a:pt x="462844" y="874640"/>
                  </a:lnTo>
                  <a:lnTo>
                    <a:pt x="491362" y="840302"/>
                  </a:lnTo>
                  <a:lnTo>
                    <a:pt x="520613" y="806504"/>
                  </a:lnTo>
                  <a:lnTo>
                    <a:pt x="550584" y="773254"/>
                  </a:lnTo>
                  <a:lnTo>
                    <a:pt x="581266" y="740561"/>
                  </a:lnTo>
                  <a:lnTo>
                    <a:pt x="612647" y="708437"/>
                  </a:lnTo>
                  <a:lnTo>
                    <a:pt x="644717" y="676890"/>
                  </a:lnTo>
                  <a:lnTo>
                    <a:pt x="677466" y="645930"/>
                  </a:lnTo>
                  <a:lnTo>
                    <a:pt x="710882" y="615567"/>
                  </a:lnTo>
                  <a:lnTo>
                    <a:pt x="744955" y="585811"/>
                  </a:lnTo>
                  <a:lnTo>
                    <a:pt x="779674" y="556671"/>
                  </a:lnTo>
                  <a:lnTo>
                    <a:pt x="815029" y="528157"/>
                  </a:lnTo>
                  <a:lnTo>
                    <a:pt x="851008" y="500278"/>
                  </a:lnTo>
                  <a:lnTo>
                    <a:pt x="887602" y="473046"/>
                  </a:lnTo>
                  <a:lnTo>
                    <a:pt x="924799" y="446468"/>
                  </a:lnTo>
                  <a:lnTo>
                    <a:pt x="962589" y="420555"/>
                  </a:lnTo>
                  <a:lnTo>
                    <a:pt x="1000961" y="395316"/>
                  </a:lnTo>
                  <a:lnTo>
                    <a:pt x="1039904" y="370762"/>
                  </a:lnTo>
                  <a:lnTo>
                    <a:pt x="1079409" y="346902"/>
                  </a:lnTo>
                  <a:lnTo>
                    <a:pt x="1119463" y="323746"/>
                  </a:lnTo>
                  <a:lnTo>
                    <a:pt x="1160056" y="301303"/>
                  </a:lnTo>
                  <a:lnTo>
                    <a:pt x="1201178" y="279583"/>
                  </a:lnTo>
                  <a:lnTo>
                    <a:pt x="1242818" y="258596"/>
                  </a:lnTo>
                  <a:lnTo>
                    <a:pt x="1284966" y="238351"/>
                  </a:lnTo>
                  <a:lnTo>
                    <a:pt x="1327610" y="218859"/>
                  </a:lnTo>
                  <a:lnTo>
                    <a:pt x="1370739" y="200128"/>
                  </a:lnTo>
                  <a:lnTo>
                    <a:pt x="1414344" y="182170"/>
                  </a:lnTo>
                  <a:lnTo>
                    <a:pt x="1458414" y="164992"/>
                  </a:lnTo>
                  <a:lnTo>
                    <a:pt x="1502937" y="148606"/>
                  </a:lnTo>
                  <a:lnTo>
                    <a:pt x="1547904" y="133021"/>
                  </a:lnTo>
                  <a:lnTo>
                    <a:pt x="1593303" y="118246"/>
                  </a:lnTo>
                  <a:lnTo>
                    <a:pt x="1639124" y="104291"/>
                  </a:lnTo>
                  <a:lnTo>
                    <a:pt x="1685356" y="91166"/>
                  </a:lnTo>
                  <a:lnTo>
                    <a:pt x="1731988" y="78881"/>
                  </a:lnTo>
                  <a:lnTo>
                    <a:pt x="1779010" y="67445"/>
                  </a:lnTo>
                  <a:lnTo>
                    <a:pt x="1826411" y="56868"/>
                  </a:lnTo>
                  <a:lnTo>
                    <a:pt x="1874180" y="47160"/>
                  </a:lnTo>
                  <a:lnTo>
                    <a:pt x="1922307" y="38331"/>
                  </a:lnTo>
                  <a:lnTo>
                    <a:pt x="1970781" y="30390"/>
                  </a:lnTo>
                  <a:lnTo>
                    <a:pt x="2019591" y="23346"/>
                  </a:lnTo>
                  <a:lnTo>
                    <a:pt x="2068727" y="17211"/>
                  </a:lnTo>
                  <a:lnTo>
                    <a:pt x="2118178" y="11992"/>
                  </a:lnTo>
                  <a:lnTo>
                    <a:pt x="2167933" y="7701"/>
                  </a:lnTo>
                  <a:lnTo>
                    <a:pt x="2217982" y="4346"/>
                  </a:lnTo>
                  <a:lnTo>
                    <a:pt x="2268313" y="1938"/>
                  </a:lnTo>
                  <a:lnTo>
                    <a:pt x="2318916" y="486"/>
                  </a:lnTo>
                  <a:lnTo>
                    <a:pt x="2369781" y="0"/>
                  </a:lnTo>
                  <a:lnTo>
                    <a:pt x="2420646" y="486"/>
                  </a:lnTo>
                  <a:lnTo>
                    <a:pt x="2471250" y="1938"/>
                  </a:lnTo>
                  <a:lnTo>
                    <a:pt x="2521581" y="4346"/>
                  </a:lnTo>
                  <a:lnTo>
                    <a:pt x="2571630" y="7701"/>
                  </a:lnTo>
                  <a:lnTo>
                    <a:pt x="2621385" y="11992"/>
                  </a:lnTo>
                  <a:lnTo>
                    <a:pt x="2670836" y="17211"/>
                  </a:lnTo>
                  <a:lnTo>
                    <a:pt x="2719972" y="23346"/>
                  </a:lnTo>
                  <a:lnTo>
                    <a:pt x="2768782" y="30390"/>
                  </a:lnTo>
                  <a:lnTo>
                    <a:pt x="2817256" y="38331"/>
                  </a:lnTo>
                  <a:lnTo>
                    <a:pt x="2865383" y="47160"/>
                  </a:lnTo>
                  <a:lnTo>
                    <a:pt x="2913153" y="56868"/>
                  </a:lnTo>
                  <a:lnTo>
                    <a:pt x="2960554" y="67445"/>
                  </a:lnTo>
                  <a:lnTo>
                    <a:pt x="3007576" y="78881"/>
                  </a:lnTo>
                  <a:lnTo>
                    <a:pt x="3054208" y="91166"/>
                  </a:lnTo>
                  <a:lnTo>
                    <a:pt x="3100440" y="104291"/>
                  </a:lnTo>
                  <a:lnTo>
                    <a:pt x="3146261" y="118246"/>
                  </a:lnTo>
                  <a:lnTo>
                    <a:pt x="3191660" y="133021"/>
                  </a:lnTo>
                  <a:lnTo>
                    <a:pt x="3236627" y="148606"/>
                  </a:lnTo>
                  <a:lnTo>
                    <a:pt x="3281151" y="164992"/>
                  </a:lnTo>
                  <a:lnTo>
                    <a:pt x="3325221" y="182170"/>
                  </a:lnTo>
                  <a:lnTo>
                    <a:pt x="3368826" y="200128"/>
                  </a:lnTo>
                  <a:lnTo>
                    <a:pt x="3411956" y="218859"/>
                  </a:lnTo>
                  <a:lnTo>
                    <a:pt x="3454600" y="238351"/>
                  </a:lnTo>
                  <a:lnTo>
                    <a:pt x="3496747" y="258596"/>
                  </a:lnTo>
                  <a:lnTo>
                    <a:pt x="3538388" y="279583"/>
                  </a:lnTo>
                  <a:lnTo>
                    <a:pt x="3579510" y="301303"/>
                  </a:lnTo>
                  <a:lnTo>
                    <a:pt x="3620104" y="323746"/>
                  </a:lnTo>
                  <a:lnTo>
                    <a:pt x="3660158" y="346902"/>
                  </a:lnTo>
                  <a:lnTo>
                    <a:pt x="3699662" y="370762"/>
                  </a:lnTo>
                  <a:lnTo>
                    <a:pt x="3738606" y="395316"/>
                  </a:lnTo>
                  <a:lnTo>
                    <a:pt x="3776978" y="420555"/>
                  </a:lnTo>
                  <a:lnTo>
                    <a:pt x="3814768" y="446468"/>
                  </a:lnTo>
                  <a:lnTo>
                    <a:pt x="3851966" y="473046"/>
                  </a:lnTo>
                  <a:lnTo>
                    <a:pt x="3888560" y="500278"/>
                  </a:lnTo>
                  <a:lnTo>
                    <a:pt x="3924540" y="528157"/>
                  </a:lnTo>
                  <a:lnTo>
                    <a:pt x="3959895" y="556671"/>
                  </a:lnTo>
                  <a:lnTo>
                    <a:pt x="3994614" y="585811"/>
                  </a:lnTo>
                  <a:lnTo>
                    <a:pt x="4028687" y="615567"/>
                  </a:lnTo>
                  <a:lnTo>
                    <a:pt x="4062104" y="645930"/>
                  </a:lnTo>
                  <a:lnTo>
                    <a:pt x="4094852" y="676890"/>
                  </a:lnTo>
                  <a:lnTo>
                    <a:pt x="4126923" y="708437"/>
                  </a:lnTo>
                  <a:lnTo>
                    <a:pt x="4158304" y="740561"/>
                  </a:lnTo>
                  <a:lnTo>
                    <a:pt x="4188986" y="773254"/>
                  </a:lnTo>
                  <a:lnTo>
                    <a:pt x="4218958" y="806504"/>
                  </a:lnTo>
                  <a:lnTo>
                    <a:pt x="4248208" y="840302"/>
                  </a:lnTo>
                  <a:lnTo>
                    <a:pt x="4276727" y="874640"/>
                  </a:lnTo>
                  <a:lnTo>
                    <a:pt x="4304504" y="909506"/>
                  </a:lnTo>
                  <a:lnTo>
                    <a:pt x="4331527" y="944891"/>
                  </a:lnTo>
                  <a:lnTo>
                    <a:pt x="4357787" y="980785"/>
                  </a:lnTo>
                  <a:lnTo>
                    <a:pt x="4383272" y="1017180"/>
                  </a:lnTo>
                  <a:lnTo>
                    <a:pt x="4407972" y="1054064"/>
                  </a:lnTo>
                  <a:lnTo>
                    <a:pt x="4431876" y="1091429"/>
                  </a:lnTo>
                  <a:lnTo>
                    <a:pt x="4454974" y="1129265"/>
                  </a:lnTo>
                  <a:lnTo>
                    <a:pt x="4477254" y="1167561"/>
                  </a:lnTo>
                  <a:lnTo>
                    <a:pt x="4498707" y="1206309"/>
                  </a:lnTo>
                  <a:lnTo>
                    <a:pt x="4519321" y="1245498"/>
                  </a:lnTo>
                  <a:lnTo>
                    <a:pt x="4539086" y="1285119"/>
                  </a:lnTo>
                  <a:lnTo>
                    <a:pt x="4557990" y="1325162"/>
                  </a:lnTo>
                  <a:lnTo>
                    <a:pt x="4576025" y="1365617"/>
                  </a:lnTo>
                  <a:lnTo>
                    <a:pt x="4593177" y="1406475"/>
                  </a:lnTo>
                  <a:lnTo>
                    <a:pt x="4609438" y="1447726"/>
                  </a:lnTo>
                  <a:lnTo>
                    <a:pt x="4624796" y="1489360"/>
                  </a:lnTo>
                  <a:lnTo>
                    <a:pt x="4639241" y="1531368"/>
                  </a:lnTo>
                  <a:lnTo>
                    <a:pt x="4652762" y="1573740"/>
                  </a:lnTo>
                  <a:lnTo>
                    <a:pt x="4665347" y="1616465"/>
                  </a:lnTo>
                  <a:lnTo>
                    <a:pt x="4676988" y="1659536"/>
                  </a:lnTo>
                  <a:lnTo>
                    <a:pt x="4687672" y="1702940"/>
                  </a:lnTo>
                  <a:lnTo>
                    <a:pt x="4697390" y="1746670"/>
                  </a:lnTo>
                  <a:lnTo>
                    <a:pt x="4706130" y="1790715"/>
                  </a:lnTo>
                  <a:lnTo>
                    <a:pt x="4713881" y="1835066"/>
                  </a:lnTo>
                  <a:lnTo>
                    <a:pt x="4720634" y="1879712"/>
                  </a:lnTo>
                  <a:lnTo>
                    <a:pt x="4726377" y="1924644"/>
                  </a:lnTo>
                  <a:lnTo>
                    <a:pt x="4731100" y="1969853"/>
                  </a:lnTo>
                  <a:lnTo>
                    <a:pt x="4734792" y="2015329"/>
                  </a:lnTo>
                  <a:lnTo>
                    <a:pt x="4737443" y="2061062"/>
                  </a:lnTo>
                  <a:lnTo>
                    <a:pt x="4739041" y="2107042"/>
                  </a:lnTo>
                  <a:lnTo>
                    <a:pt x="4739576" y="2153259"/>
                  </a:lnTo>
                  <a:lnTo>
                    <a:pt x="4739041" y="2199477"/>
                  </a:lnTo>
                  <a:lnTo>
                    <a:pt x="4737443" y="2245457"/>
                  </a:lnTo>
                  <a:lnTo>
                    <a:pt x="4734792" y="2291189"/>
                  </a:lnTo>
                  <a:lnTo>
                    <a:pt x="4731100" y="2336665"/>
                  </a:lnTo>
                  <a:lnTo>
                    <a:pt x="4726377" y="2381874"/>
                  </a:lnTo>
                  <a:lnTo>
                    <a:pt x="4720634" y="2426806"/>
                  </a:lnTo>
                  <a:lnTo>
                    <a:pt x="4713881" y="2471453"/>
                  </a:lnTo>
                  <a:lnTo>
                    <a:pt x="4706130" y="2515803"/>
                  </a:lnTo>
                  <a:lnTo>
                    <a:pt x="4697390" y="2559848"/>
                  </a:lnTo>
                  <a:lnTo>
                    <a:pt x="4687672" y="2603578"/>
                  </a:lnTo>
                  <a:lnTo>
                    <a:pt x="4676988" y="2646983"/>
                  </a:lnTo>
                  <a:lnTo>
                    <a:pt x="4665347" y="2690053"/>
                  </a:lnTo>
                  <a:lnTo>
                    <a:pt x="4652762" y="2732778"/>
                  </a:lnTo>
                  <a:lnTo>
                    <a:pt x="4639241" y="2775150"/>
                  </a:lnTo>
                  <a:lnTo>
                    <a:pt x="4624796" y="2817158"/>
                  </a:lnTo>
                  <a:lnTo>
                    <a:pt x="4609438" y="2858792"/>
                  </a:lnTo>
                  <a:lnTo>
                    <a:pt x="4593177" y="2900043"/>
                  </a:lnTo>
                  <a:lnTo>
                    <a:pt x="4576025" y="2940901"/>
                  </a:lnTo>
                  <a:lnTo>
                    <a:pt x="4557990" y="2981356"/>
                  </a:lnTo>
                  <a:lnTo>
                    <a:pt x="4539086" y="3021399"/>
                  </a:lnTo>
                  <a:lnTo>
                    <a:pt x="4519321" y="3061020"/>
                  </a:lnTo>
                  <a:lnTo>
                    <a:pt x="4498707" y="3100209"/>
                  </a:lnTo>
                  <a:lnTo>
                    <a:pt x="4477254" y="3138957"/>
                  </a:lnTo>
                  <a:lnTo>
                    <a:pt x="4454974" y="3177253"/>
                  </a:lnTo>
                  <a:lnTo>
                    <a:pt x="4431876" y="3215089"/>
                  </a:lnTo>
                  <a:lnTo>
                    <a:pt x="4407972" y="3252454"/>
                  </a:lnTo>
                  <a:lnTo>
                    <a:pt x="4383272" y="3289338"/>
                  </a:lnTo>
                  <a:lnTo>
                    <a:pt x="4357787" y="3325733"/>
                  </a:lnTo>
                  <a:lnTo>
                    <a:pt x="4331527" y="3361627"/>
                  </a:lnTo>
                  <a:lnTo>
                    <a:pt x="4304504" y="3397013"/>
                  </a:lnTo>
                  <a:lnTo>
                    <a:pt x="4276727" y="3431879"/>
                  </a:lnTo>
                  <a:lnTo>
                    <a:pt x="4248208" y="3466216"/>
                  </a:lnTo>
                  <a:lnTo>
                    <a:pt x="4218958" y="3500014"/>
                  </a:lnTo>
                  <a:lnTo>
                    <a:pt x="4188986" y="3533265"/>
                  </a:lnTo>
                  <a:lnTo>
                    <a:pt x="4158304" y="3565957"/>
                  </a:lnTo>
                  <a:lnTo>
                    <a:pt x="4126923" y="3598081"/>
                  </a:lnTo>
                  <a:lnTo>
                    <a:pt x="4094852" y="3629628"/>
                  </a:lnTo>
                  <a:lnTo>
                    <a:pt x="4062104" y="3660588"/>
                  </a:lnTo>
                  <a:lnTo>
                    <a:pt x="4028687" y="3690951"/>
                  </a:lnTo>
                  <a:lnTo>
                    <a:pt x="3994614" y="3720707"/>
                  </a:lnTo>
                  <a:lnTo>
                    <a:pt x="3959895" y="3749847"/>
                  </a:lnTo>
                  <a:lnTo>
                    <a:pt x="3924540" y="3778361"/>
                  </a:lnTo>
                  <a:lnTo>
                    <a:pt x="3888560" y="3806240"/>
                  </a:lnTo>
                  <a:lnTo>
                    <a:pt x="3851966" y="3833473"/>
                  </a:lnTo>
                  <a:lnTo>
                    <a:pt x="3814768" y="3860050"/>
                  </a:lnTo>
                  <a:lnTo>
                    <a:pt x="3776978" y="3885963"/>
                  </a:lnTo>
                  <a:lnTo>
                    <a:pt x="3738606" y="3911202"/>
                  </a:lnTo>
                  <a:lnTo>
                    <a:pt x="3699662" y="3935756"/>
                  </a:lnTo>
                  <a:lnTo>
                    <a:pt x="3660158" y="3959616"/>
                  </a:lnTo>
                  <a:lnTo>
                    <a:pt x="3620104" y="3982772"/>
                  </a:lnTo>
                  <a:lnTo>
                    <a:pt x="3579510" y="4005215"/>
                  </a:lnTo>
                  <a:lnTo>
                    <a:pt x="3538388" y="4026935"/>
                  </a:lnTo>
                  <a:lnTo>
                    <a:pt x="3496747" y="4047923"/>
                  </a:lnTo>
                  <a:lnTo>
                    <a:pt x="3454600" y="4068167"/>
                  </a:lnTo>
                  <a:lnTo>
                    <a:pt x="3411956" y="4087659"/>
                  </a:lnTo>
                  <a:lnTo>
                    <a:pt x="3368826" y="4106390"/>
                  </a:lnTo>
                  <a:lnTo>
                    <a:pt x="3325221" y="4124349"/>
                  </a:lnTo>
                  <a:lnTo>
                    <a:pt x="3281151" y="4141526"/>
                  </a:lnTo>
                  <a:lnTo>
                    <a:pt x="3236627" y="4157912"/>
                  </a:lnTo>
                  <a:lnTo>
                    <a:pt x="3191660" y="4173498"/>
                  </a:lnTo>
                  <a:lnTo>
                    <a:pt x="3146261" y="4188272"/>
                  </a:lnTo>
                  <a:lnTo>
                    <a:pt x="3100440" y="4202227"/>
                  </a:lnTo>
                  <a:lnTo>
                    <a:pt x="3054208" y="4215352"/>
                  </a:lnTo>
                  <a:lnTo>
                    <a:pt x="3007576" y="4227637"/>
                  </a:lnTo>
                  <a:lnTo>
                    <a:pt x="2960554" y="4239073"/>
                  </a:lnTo>
                  <a:lnTo>
                    <a:pt x="2913153" y="4249650"/>
                  </a:lnTo>
                  <a:lnTo>
                    <a:pt x="2865383" y="4259358"/>
                  </a:lnTo>
                  <a:lnTo>
                    <a:pt x="2817256" y="4268187"/>
                  </a:lnTo>
                  <a:lnTo>
                    <a:pt x="2768782" y="4276129"/>
                  </a:lnTo>
                  <a:lnTo>
                    <a:pt x="2719972" y="4283172"/>
                  </a:lnTo>
                  <a:lnTo>
                    <a:pt x="2670836" y="4289308"/>
                  </a:lnTo>
                  <a:lnTo>
                    <a:pt x="2621385" y="4294526"/>
                  </a:lnTo>
                  <a:lnTo>
                    <a:pt x="2571630" y="4298818"/>
                  </a:lnTo>
                  <a:lnTo>
                    <a:pt x="2521581" y="4302172"/>
                  </a:lnTo>
                  <a:lnTo>
                    <a:pt x="2471250" y="4304580"/>
                  </a:lnTo>
                  <a:lnTo>
                    <a:pt x="2420646" y="4306033"/>
                  </a:lnTo>
                  <a:lnTo>
                    <a:pt x="2369781" y="4306519"/>
                  </a:lnTo>
                  <a:lnTo>
                    <a:pt x="2318916" y="4306033"/>
                  </a:lnTo>
                  <a:lnTo>
                    <a:pt x="2268313" y="4304580"/>
                  </a:lnTo>
                  <a:lnTo>
                    <a:pt x="2217982" y="4302172"/>
                  </a:lnTo>
                  <a:lnTo>
                    <a:pt x="2167933" y="4298818"/>
                  </a:lnTo>
                  <a:lnTo>
                    <a:pt x="2118178" y="4294526"/>
                  </a:lnTo>
                  <a:lnTo>
                    <a:pt x="2068727" y="4289308"/>
                  </a:lnTo>
                  <a:lnTo>
                    <a:pt x="2019591" y="4283172"/>
                  </a:lnTo>
                  <a:lnTo>
                    <a:pt x="1970781" y="4276129"/>
                  </a:lnTo>
                  <a:lnTo>
                    <a:pt x="1922307" y="4268187"/>
                  </a:lnTo>
                  <a:lnTo>
                    <a:pt x="1874180" y="4259358"/>
                  </a:lnTo>
                  <a:lnTo>
                    <a:pt x="1826411" y="4249650"/>
                  </a:lnTo>
                  <a:lnTo>
                    <a:pt x="1779010" y="4239073"/>
                  </a:lnTo>
                  <a:lnTo>
                    <a:pt x="1731988" y="4227637"/>
                  </a:lnTo>
                  <a:lnTo>
                    <a:pt x="1685356" y="4215352"/>
                  </a:lnTo>
                  <a:lnTo>
                    <a:pt x="1639124" y="4202227"/>
                  </a:lnTo>
                  <a:lnTo>
                    <a:pt x="1593303" y="4188272"/>
                  </a:lnTo>
                  <a:lnTo>
                    <a:pt x="1547904" y="4173498"/>
                  </a:lnTo>
                  <a:lnTo>
                    <a:pt x="1502937" y="4157912"/>
                  </a:lnTo>
                  <a:lnTo>
                    <a:pt x="1458414" y="4141526"/>
                  </a:lnTo>
                  <a:lnTo>
                    <a:pt x="1414344" y="4124349"/>
                  </a:lnTo>
                  <a:lnTo>
                    <a:pt x="1370739" y="4106390"/>
                  </a:lnTo>
                  <a:lnTo>
                    <a:pt x="1327610" y="4087659"/>
                  </a:lnTo>
                  <a:lnTo>
                    <a:pt x="1284966" y="4068167"/>
                  </a:lnTo>
                  <a:lnTo>
                    <a:pt x="1242818" y="4047923"/>
                  </a:lnTo>
                  <a:lnTo>
                    <a:pt x="1201178" y="4026935"/>
                  </a:lnTo>
                  <a:lnTo>
                    <a:pt x="1160056" y="4005215"/>
                  </a:lnTo>
                  <a:lnTo>
                    <a:pt x="1119463" y="3982772"/>
                  </a:lnTo>
                  <a:lnTo>
                    <a:pt x="1079409" y="3959616"/>
                  </a:lnTo>
                  <a:lnTo>
                    <a:pt x="1039904" y="3935756"/>
                  </a:lnTo>
                  <a:lnTo>
                    <a:pt x="1000961" y="3911202"/>
                  </a:lnTo>
                  <a:lnTo>
                    <a:pt x="962589" y="3885963"/>
                  </a:lnTo>
                  <a:lnTo>
                    <a:pt x="924799" y="3860050"/>
                  </a:lnTo>
                  <a:lnTo>
                    <a:pt x="887602" y="3833473"/>
                  </a:lnTo>
                  <a:lnTo>
                    <a:pt x="851008" y="3806240"/>
                  </a:lnTo>
                  <a:lnTo>
                    <a:pt x="815029" y="3778361"/>
                  </a:lnTo>
                  <a:lnTo>
                    <a:pt x="779674" y="3749847"/>
                  </a:lnTo>
                  <a:lnTo>
                    <a:pt x="744955" y="3720707"/>
                  </a:lnTo>
                  <a:lnTo>
                    <a:pt x="710882" y="3690951"/>
                  </a:lnTo>
                  <a:lnTo>
                    <a:pt x="677466" y="3660588"/>
                  </a:lnTo>
                  <a:lnTo>
                    <a:pt x="644717" y="3629628"/>
                  </a:lnTo>
                  <a:lnTo>
                    <a:pt x="612647" y="3598081"/>
                  </a:lnTo>
                  <a:lnTo>
                    <a:pt x="581266" y="3565957"/>
                  </a:lnTo>
                  <a:lnTo>
                    <a:pt x="550584" y="3533265"/>
                  </a:lnTo>
                  <a:lnTo>
                    <a:pt x="520613" y="3500014"/>
                  </a:lnTo>
                  <a:lnTo>
                    <a:pt x="491362" y="3466216"/>
                  </a:lnTo>
                  <a:lnTo>
                    <a:pt x="462844" y="3431879"/>
                  </a:lnTo>
                  <a:lnTo>
                    <a:pt x="435068" y="3397013"/>
                  </a:lnTo>
                  <a:lnTo>
                    <a:pt x="408044" y="3361627"/>
                  </a:lnTo>
                  <a:lnTo>
                    <a:pt x="381785" y="3325733"/>
                  </a:lnTo>
                  <a:lnTo>
                    <a:pt x="356300" y="3289338"/>
                  </a:lnTo>
                  <a:lnTo>
                    <a:pt x="331600" y="3252454"/>
                  </a:lnTo>
                  <a:lnTo>
                    <a:pt x="307696" y="3215089"/>
                  </a:lnTo>
                  <a:lnTo>
                    <a:pt x="284599" y="3177253"/>
                  </a:lnTo>
                  <a:lnTo>
                    <a:pt x="262319" y="3138957"/>
                  </a:lnTo>
                  <a:lnTo>
                    <a:pt x="240866" y="3100209"/>
                  </a:lnTo>
                  <a:lnTo>
                    <a:pt x="220252" y="3061020"/>
                  </a:lnTo>
                  <a:lnTo>
                    <a:pt x="200488" y="3021399"/>
                  </a:lnTo>
                  <a:lnTo>
                    <a:pt x="181583" y="2981356"/>
                  </a:lnTo>
                  <a:lnTo>
                    <a:pt x="163549" y="2940901"/>
                  </a:lnTo>
                  <a:lnTo>
                    <a:pt x="146397" y="2900043"/>
                  </a:lnTo>
                  <a:lnTo>
                    <a:pt x="130136" y="2858792"/>
                  </a:lnTo>
                  <a:lnTo>
                    <a:pt x="114778" y="2817158"/>
                  </a:lnTo>
                  <a:lnTo>
                    <a:pt x="100333" y="2775150"/>
                  </a:lnTo>
                  <a:lnTo>
                    <a:pt x="86813" y="2732778"/>
                  </a:lnTo>
                  <a:lnTo>
                    <a:pt x="74227" y="2690053"/>
                  </a:lnTo>
                  <a:lnTo>
                    <a:pt x="62587" y="2646983"/>
                  </a:lnTo>
                  <a:lnTo>
                    <a:pt x="51903" y="2603578"/>
                  </a:lnTo>
                  <a:lnTo>
                    <a:pt x="42185" y="2559848"/>
                  </a:lnTo>
                  <a:lnTo>
                    <a:pt x="33446" y="2515803"/>
                  </a:lnTo>
                  <a:lnTo>
                    <a:pt x="25694" y="2471453"/>
                  </a:lnTo>
                  <a:lnTo>
                    <a:pt x="18941" y="2426806"/>
                  </a:lnTo>
                  <a:lnTo>
                    <a:pt x="13198" y="2381874"/>
                  </a:lnTo>
                  <a:lnTo>
                    <a:pt x="8475" y="2336665"/>
                  </a:lnTo>
                  <a:lnTo>
                    <a:pt x="4783" y="2291189"/>
                  </a:lnTo>
                  <a:lnTo>
                    <a:pt x="2133" y="2245457"/>
                  </a:lnTo>
                  <a:lnTo>
                    <a:pt x="535" y="2199477"/>
                  </a:lnTo>
                  <a:lnTo>
                    <a:pt x="0" y="2153259"/>
                  </a:lnTo>
                  <a:close/>
                </a:path>
              </a:pathLst>
            </a:custGeom>
            <a:ln w="5715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5171" y="2497182"/>
              <a:ext cx="1815685" cy="1630673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31225" y="6579407"/>
            <a:ext cx="234429" cy="16709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0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13435" y="537946"/>
            <a:ext cx="5630545" cy="4762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1626"/>
            <a:ext cx="3080385" cy="391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08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SMPS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–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Motor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driver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08509" y="2382575"/>
            <a:ext cx="7730490" cy="3148965"/>
            <a:chOff x="3108509" y="2382575"/>
            <a:chExt cx="7730490" cy="314896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10900" y="2802521"/>
              <a:ext cx="2041076" cy="27286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82958" y="2683497"/>
              <a:ext cx="1193380" cy="115977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41294" y="2683789"/>
              <a:ext cx="1332684" cy="136547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95758" y="2382575"/>
              <a:ext cx="2842742" cy="302952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763146" y="3046041"/>
              <a:ext cx="1657985" cy="367665"/>
            </a:xfrm>
            <a:custGeom>
              <a:avLst/>
              <a:gdLst/>
              <a:ahLst/>
              <a:cxnLst/>
              <a:rect l="l" t="t" r="r" b="b"/>
              <a:pathLst>
                <a:path w="1657984" h="367664">
                  <a:moveTo>
                    <a:pt x="0" y="0"/>
                  </a:moveTo>
                  <a:lnTo>
                    <a:pt x="1657972" y="367499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693395" y="3007283"/>
              <a:ext cx="1797685" cy="445134"/>
            </a:xfrm>
            <a:custGeom>
              <a:avLst/>
              <a:gdLst/>
              <a:ahLst/>
              <a:cxnLst/>
              <a:rect l="l" t="t" r="r" b="b"/>
              <a:pathLst>
                <a:path w="1797684" h="445135">
                  <a:moveTo>
                    <a:pt x="92964" y="0"/>
                  </a:moveTo>
                  <a:lnTo>
                    <a:pt x="0" y="23304"/>
                  </a:lnTo>
                  <a:lnTo>
                    <a:pt x="74422" y="83693"/>
                  </a:lnTo>
                  <a:lnTo>
                    <a:pt x="92964" y="0"/>
                  </a:lnTo>
                  <a:close/>
                </a:path>
                <a:path w="1797684" h="445135">
                  <a:moveTo>
                    <a:pt x="1797456" y="421716"/>
                  </a:moveTo>
                  <a:lnTo>
                    <a:pt x="1723047" y="361315"/>
                  </a:lnTo>
                  <a:lnTo>
                    <a:pt x="1704492" y="445008"/>
                  </a:lnTo>
                  <a:lnTo>
                    <a:pt x="1797456" y="42171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176370" y="3183533"/>
              <a:ext cx="897255" cy="295275"/>
            </a:xfrm>
            <a:custGeom>
              <a:avLst/>
              <a:gdLst/>
              <a:ahLst/>
              <a:cxnLst/>
              <a:rect l="l" t="t" r="r" b="b"/>
              <a:pathLst>
                <a:path w="897254" h="295275">
                  <a:moveTo>
                    <a:pt x="0" y="294995"/>
                  </a:moveTo>
                  <a:lnTo>
                    <a:pt x="897064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108502" y="3147288"/>
              <a:ext cx="1033144" cy="367665"/>
            </a:xfrm>
            <a:custGeom>
              <a:avLst/>
              <a:gdLst/>
              <a:ahLst/>
              <a:cxnLst/>
              <a:rect l="l" t="t" r="r" b="b"/>
              <a:pathLst>
                <a:path w="1033145" h="367664">
                  <a:moveTo>
                    <a:pt x="94818" y="367499"/>
                  </a:moveTo>
                  <a:lnTo>
                    <a:pt x="68046" y="286067"/>
                  </a:lnTo>
                  <a:lnTo>
                    <a:pt x="0" y="353568"/>
                  </a:lnTo>
                  <a:lnTo>
                    <a:pt x="94818" y="367499"/>
                  </a:lnTo>
                  <a:close/>
                </a:path>
                <a:path w="1033145" h="367664">
                  <a:moveTo>
                    <a:pt x="1032789" y="13931"/>
                  </a:moveTo>
                  <a:lnTo>
                    <a:pt x="937958" y="0"/>
                  </a:lnTo>
                  <a:lnTo>
                    <a:pt x="964742" y="81432"/>
                  </a:lnTo>
                  <a:lnTo>
                    <a:pt x="1032789" y="1393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" name="object 17" descr="텍스트, 전자기기, 회로이(가) 표시된 사진  자동 생성된 설명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62139" y="3030575"/>
            <a:ext cx="2059734" cy="125446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452816" y="3432652"/>
            <a:ext cx="8737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0000"/>
                </a:solidFill>
                <a:latin typeface="Arial"/>
                <a:cs typeface="Arial"/>
              </a:rPr>
              <a:t>Connect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  <p:sp>
        <p:nvSpPr>
          <p:cNvPr id="19" name="object 19"/>
          <p:cNvSpPr txBox="1"/>
          <p:nvPr/>
        </p:nvSpPr>
        <p:spPr>
          <a:xfrm>
            <a:off x="7220601" y="3343041"/>
            <a:ext cx="8737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0000"/>
                </a:solidFill>
                <a:latin typeface="Arial"/>
                <a:cs typeface="Arial"/>
              </a:rPr>
              <a:t>Connect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31228" y="6576721"/>
            <a:ext cx="241122" cy="16978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3197" y="6571215"/>
            <a:ext cx="10668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b="1" i="1">
                <a:solidFill>
                  <a:srgbClr val="404040"/>
                </a:solidFill>
                <a:latin typeface="Arial"/>
                <a:cs typeface="Arial"/>
              </a:rPr>
              <a:t>Automation</a:t>
            </a:r>
            <a:r>
              <a:rPr dirty="0" sz="1050" spc="-45" b="1" i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050" spc="-20" b="1" i="1">
                <a:solidFill>
                  <a:srgbClr val="404040"/>
                </a:solidFill>
                <a:latin typeface="Arial"/>
                <a:cs typeface="Arial"/>
              </a:rPr>
              <a:t>L</a:t>
            </a:r>
            <a:r>
              <a:rPr dirty="0" sz="1000" spc="-20" b="1" i="1">
                <a:solidFill>
                  <a:srgbClr val="404040"/>
                </a:solidFill>
                <a:latin typeface="Arial"/>
                <a:cs typeface="Arial"/>
              </a:rPr>
              <a:t>ab.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13435" y="537946"/>
            <a:ext cx="5630545" cy="4762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61013" y="1301626"/>
            <a:ext cx="3130550" cy="391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08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SMPS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–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Motor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Driver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443689" y="4423955"/>
            <a:ext cx="5143500" cy="1913889"/>
            <a:chOff x="5443689" y="4423955"/>
            <a:chExt cx="5143500" cy="1913889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43689" y="4423955"/>
              <a:ext cx="5143490" cy="168945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825934" y="6139546"/>
              <a:ext cx="1896745" cy="188595"/>
            </a:xfrm>
            <a:custGeom>
              <a:avLst/>
              <a:gdLst/>
              <a:ahLst/>
              <a:cxnLst/>
              <a:rect l="l" t="t" r="r" b="b"/>
              <a:pathLst>
                <a:path w="1896745" h="188595">
                  <a:moveTo>
                    <a:pt x="1896262" y="0"/>
                  </a:moveTo>
                  <a:lnTo>
                    <a:pt x="1891389" y="36697"/>
                  </a:lnTo>
                  <a:lnTo>
                    <a:pt x="1878101" y="66662"/>
                  </a:lnTo>
                  <a:lnTo>
                    <a:pt x="1858393" y="86864"/>
                  </a:lnTo>
                  <a:lnTo>
                    <a:pt x="1834261" y="94272"/>
                  </a:lnTo>
                  <a:lnTo>
                    <a:pt x="1045438" y="94272"/>
                  </a:lnTo>
                  <a:lnTo>
                    <a:pt x="1021306" y="101679"/>
                  </a:lnTo>
                  <a:lnTo>
                    <a:pt x="1001598" y="121881"/>
                  </a:lnTo>
                  <a:lnTo>
                    <a:pt x="988310" y="151847"/>
                  </a:lnTo>
                  <a:lnTo>
                    <a:pt x="983437" y="188544"/>
                  </a:lnTo>
                  <a:lnTo>
                    <a:pt x="978564" y="151847"/>
                  </a:lnTo>
                  <a:lnTo>
                    <a:pt x="965276" y="121881"/>
                  </a:lnTo>
                  <a:lnTo>
                    <a:pt x="945568" y="101679"/>
                  </a:lnTo>
                  <a:lnTo>
                    <a:pt x="921435" y="94272"/>
                  </a:lnTo>
                  <a:lnTo>
                    <a:pt x="62001" y="94272"/>
                  </a:lnTo>
                  <a:lnTo>
                    <a:pt x="37863" y="86864"/>
                  </a:lnTo>
                  <a:lnTo>
                    <a:pt x="18156" y="66662"/>
                  </a:lnTo>
                  <a:lnTo>
                    <a:pt x="4871" y="36697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896827" y="6136493"/>
              <a:ext cx="940435" cy="191770"/>
            </a:xfrm>
            <a:custGeom>
              <a:avLst/>
              <a:gdLst/>
              <a:ahLst/>
              <a:cxnLst/>
              <a:rect l="l" t="t" r="r" b="b"/>
              <a:pathLst>
                <a:path w="940434" h="191770">
                  <a:moveTo>
                    <a:pt x="940066" y="0"/>
                  </a:moveTo>
                  <a:lnTo>
                    <a:pt x="935115" y="37288"/>
                  </a:lnTo>
                  <a:lnTo>
                    <a:pt x="921613" y="67738"/>
                  </a:lnTo>
                  <a:lnTo>
                    <a:pt x="901586" y="88268"/>
                  </a:lnTo>
                  <a:lnTo>
                    <a:pt x="877061" y="95796"/>
                  </a:lnTo>
                  <a:lnTo>
                    <a:pt x="550544" y="95796"/>
                  </a:lnTo>
                  <a:lnTo>
                    <a:pt x="526020" y="103324"/>
                  </a:lnTo>
                  <a:lnTo>
                    <a:pt x="505993" y="123853"/>
                  </a:lnTo>
                  <a:lnTo>
                    <a:pt x="492491" y="154303"/>
                  </a:lnTo>
                  <a:lnTo>
                    <a:pt x="487540" y="191592"/>
                  </a:lnTo>
                  <a:lnTo>
                    <a:pt x="482587" y="154303"/>
                  </a:lnTo>
                  <a:lnTo>
                    <a:pt x="469080" y="123853"/>
                  </a:lnTo>
                  <a:lnTo>
                    <a:pt x="449049" y="103324"/>
                  </a:lnTo>
                  <a:lnTo>
                    <a:pt x="424522" y="95796"/>
                  </a:lnTo>
                  <a:lnTo>
                    <a:pt x="63004" y="95796"/>
                  </a:lnTo>
                  <a:lnTo>
                    <a:pt x="38479" y="88268"/>
                  </a:lnTo>
                  <a:lnTo>
                    <a:pt x="18453" y="67738"/>
                  </a:lnTo>
                  <a:lnTo>
                    <a:pt x="4951" y="37288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7596389" y="6307995"/>
            <a:ext cx="3549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i="1">
                <a:latin typeface="Arial"/>
                <a:cs typeface="Arial"/>
              </a:rPr>
              <a:t>DC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91589" y="6582316"/>
            <a:ext cx="965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i="1">
                <a:latin typeface="Arial"/>
                <a:cs typeface="Arial"/>
              </a:rPr>
              <a:t>OUTPUT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059858" y="6319325"/>
            <a:ext cx="7105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84150">
              <a:lnSpc>
                <a:spcPct val="100000"/>
              </a:lnSpc>
              <a:spcBef>
                <a:spcPts val="100"/>
              </a:spcBef>
            </a:pPr>
            <a:r>
              <a:rPr dirty="0" sz="1800" spc="-25" i="1">
                <a:latin typeface="Arial"/>
                <a:cs typeface="Arial"/>
              </a:rPr>
              <a:t>AC</a:t>
            </a:r>
            <a:r>
              <a:rPr dirty="0" sz="1800" spc="-25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INPUT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539428" y="5759495"/>
            <a:ext cx="871855" cy="533400"/>
            <a:chOff x="5539428" y="5759495"/>
            <a:chExt cx="871855" cy="533400"/>
          </a:xfrm>
        </p:grpSpPr>
        <p:sp>
          <p:nvSpPr>
            <p:cNvPr id="17" name="object 17"/>
            <p:cNvSpPr/>
            <p:nvPr/>
          </p:nvSpPr>
          <p:spPr>
            <a:xfrm>
              <a:off x="5590518" y="5773783"/>
              <a:ext cx="480059" cy="469265"/>
            </a:xfrm>
            <a:custGeom>
              <a:avLst/>
              <a:gdLst/>
              <a:ahLst/>
              <a:cxnLst/>
              <a:rect l="l" t="t" r="r" b="b"/>
              <a:pathLst>
                <a:path w="480060" h="469264">
                  <a:moveTo>
                    <a:pt x="479755" y="0"/>
                  </a:moveTo>
                  <a:lnTo>
                    <a:pt x="0" y="468693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539428" y="6201834"/>
              <a:ext cx="91440" cy="90805"/>
            </a:xfrm>
            <a:custGeom>
              <a:avLst/>
              <a:gdLst/>
              <a:ahLst/>
              <a:cxnLst/>
              <a:rect l="l" t="t" r="r" b="b"/>
              <a:pathLst>
                <a:path w="91439" h="90804">
                  <a:moveTo>
                    <a:pt x="31356" y="0"/>
                  </a:moveTo>
                  <a:lnTo>
                    <a:pt x="0" y="90563"/>
                  </a:lnTo>
                  <a:lnTo>
                    <a:pt x="91262" y="61315"/>
                  </a:lnTo>
                  <a:lnTo>
                    <a:pt x="313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368199" y="5806008"/>
              <a:ext cx="0" cy="403860"/>
            </a:xfrm>
            <a:custGeom>
              <a:avLst/>
              <a:gdLst/>
              <a:ahLst/>
              <a:cxnLst/>
              <a:rect l="l" t="t" r="r" b="b"/>
              <a:pathLst>
                <a:path w="0" h="403860">
                  <a:moveTo>
                    <a:pt x="0" y="0"/>
                  </a:moveTo>
                  <a:lnTo>
                    <a:pt x="0" y="403631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325341" y="6195349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0"/>
                  </a:moveTo>
                  <a:lnTo>
                    <a:pt x="0" y="0"/>
                  </a:lnTo>
                  <a:lnTo>
                    <a:pt x="42862" y="85724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3673184" y="6289114"/>
            <a:ext cx="37814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Arial"/>
                <a:cs typeface="Arial"/>
              </a:rPr>
              <a:t>LED</a:t>
            </a:r>
            <a:r>
              <a:rPr dirty="0" sz="1800" spc="-3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ON</a:t>
            </a:r>
            <a:r>
              <a:rPr dirty="0" sz="1800" spc="-3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When</a:t>
            </a:r>
            <a:r>
              <a:rPr dirty="0" sz="1800" spc="-9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AC</a:t>
            </a:r>
            <a:r>
              <a:rPr dirty="0" sz="1800" spc="275" i="1">
                <a:latin typeface="Arial"/>
                <a:cs typeface="Arial"/>
              </a:rPr>
              <a:t> </a:t>
            </a:r>
            <a:r>
              <a:rPr dirty="0" baseline="1543" sz="2700" i="1">
                <a:latin typeface="Arial"/>
                <a:cs typeface="Arial"/>
              </a:rPr>
              <a:t>OUTPUT</a:t>
            </a:r>
            <a:r>
              <a:rPr dirty="0" baseline="1543" sz="2700" spc="-44" i="1">
                <a:latin typeface="Arial"/>
                <a:cs typeface="Arial"/>
              </a:rPr>
              <a:t> </a:t>
            </a:r>
            <a:r>
              <a:rPr dirty="0" baseline="1543" sz="2700" spc="-15" i="1">
                <a:latin typeface="Arial"/>
                <a:cs typeface="Arial"/>
              </a:rPr>
              <a:t>Voltage</a:t>
            </a:r>
            <a:endParaRPr baseline="1543" sz="27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72115" y="6563435"/>
            <a:ext cx="28422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41170" algn="l"/>
              </a:tabLst>
            </a:pPr>
            <a:r>
              <a:rPr dirty="0" sz="1800" spc="-10" i="1">
                <a:latin typeface="Arial"/>
                <a:cs typeface="Arial"/>
              </a:rPr>
              <a:t>INPUT</a:t>
            </a:r>
            <a:r>
              <a:rPr dirty="0" sz="1800" i="1">
                <a:latin typeface="Arial"/>
                <a:cs typeface="Arial"/>
              </a:rPr>
              <a:t>	</a:t>
            </a:r>
            <a:r>
              <a:rPr dirty="0" baseline="1543" sz="2700" spc="-15" i="1">
                <a:latin typeface="Arial"/>
                <a:cs typeface="Arial"/>
              </a:rPr>
              <a:t>Regulation</a:t>
            </a:r>
            <a:endParaRPr baseline="1543" sz="27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635379" y="4611623"/>
            <a:ext cx="5474335" cy="1432560"/>
            <a:chOff x="6635379" y="4611623"/>
            <a:chExt cx="5474335" cy="1432560"/>
          </a:xfrm>
        </p:grpSpPr>
        <p:sp>
          <p:nvSpPr>
            <p:cNvPr id="24" name="object 24"/>
            <p:cNvSpPr/>
            <p:nvPr/>
          </p:nvSpPr>
          <p:spPr>
            <a:xfrm>
              <a:off x="6641730" y="5386506"/>
              <a:ext cx="248285" cy="340995"/>
            </a:xfrm>
            <a:custGeom>
              <a:avLst/>
              <a:gdLst/>
              <a:ahLst/>
              <a:cxnLst/>
              <a:rect l="l" t="t" r="r" b="b"/>
              <a:pathLst>
                <a:path w="248284" h="340995">
                  <a:moveTo>
                    <a:pt x="248018" y="0"/>
                  </a:moveTo>
                  <a:lnTo>
                    <a:pt x="162928" y="0"/>
                  </a:lnTo>
                  <a:lnTo>
                    <a:pt x="135310" y="8473"/>
                  </a:lnTo>
                  <a:lnTo>
                    <a:pt x="86793" y="71288"/>
                  </a:lnTo>
                  <a:lnTo>
                    <a:pt x="67460" y="122311"/>
                  </a:lnTo>
                  <a:lnTo>
                    <a:pt x="52453" y="184199"/>
                  </a:lnTo>
                  <a:lnTo>
                    <a:pt x="42557" y="255295"/>
                  </a:lnTo>
                  <a:lnTo>
                    <a:pt x="0" y="255295"/>
                  </a:lnTo>
                  <a:lnTo>
                    <a:pt x="81152" y="340398"/>
                  </a:lnTo>
                  <a:lnTo>
                    <a:pt x="170192" y="255295"/>
                  </a:lnTo>
                  <a:lnTo>
                    <a:pt x="127647" y="255295"/>
                  </a:lnTo>
                  <a:lnTo>
                    <a:pt x="137549" y="184199"/>
                  </a:lnTo>
                  <a:lnTo>
                    <a:pt x="152558" y="122311"/>
                  </a:lnTo>
                  <a:lnTo>
                    <a:pt x="171892" y="71288"/>
                  </a:lnTo>
                  <a:lnTo>
                    <a:pt x="194769" y="32789"/>
                  </a:lnTo>
                  <a:lnTo>
                    <a:pt x="220405" y="8473"/>
                  </a:lnTo>
                  <a:lnTo>
                    <a:pt x="24801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847202" y="5386506"/>
              <a:ext cx="167005" cy="340995"/>
            </a:xfrm>
            <a:custGeom>
              <a:avLst/>
              <a:gdLst/>
              <a:ahLst/>
              <a:cxnLst/>
              <a:rect l="l" t="t" r="r" b="b"/>
              <a:pathLst>
                <a:path w="167004" h="340995">
                  <a:moveTo>
                    <a:pt x="42545" y="0"/>
                  </a:moveTo>
                  <a:lnTo>
                    <a:pt x="31696" y="1299"/>
                  </a:lnTo>
                  <a:lnTo>
                    <a:pt x="20948" y="5180"/>
                  </a:lnTo>
                  <a:lnTo>
                    <a:pt x="10362" y="11610"/>
                  </a:lnTo>
                  <a:lnTo>
                    <a:pt x="0" y="20561"/>
                  </a:lnTo>
                  <a:lnTo>
                    <a:pt x="19989" y="46189"/>
                  </a:lnTo>
                  <a:lnTo>
                    <a:pt x="37683" y="80359"/>
                  </a:lnTo>
                  <a:lnTo>
                    <a:pt x="52798" y="121957"/>
                  </a:lnTo>
                  <a:lnTo>
                    <a:pt x="65049" y="169871"/>
                  </a:lnTo>
                  <a:lnTo>
                    <a:pt x="74151" y="222991"/>
                  </a:lnTo>
                  <a:lnTo>
                    <a:pt x="79822" y="280204"/>
                  </a:lnTo>
                  <a:lnTo>
                    <a:pt x="81775" y="340398"/>
                  </a:lnTo>
                  <a:lnTo>
                    <a:pt x="166865" y="340398"/>
                  </a:lnTo>
                  <a:lnTo>
                    <a:pt x="164339" y="271795"/>
                  </a:lnTo>
                  <a:lnTo>
                    <a:pt x="157096" y="207899"/>
                  </a:lnTo>
                  <a:lnTo>
                    <a:pt x="145635" y="150077"/>
                  </a:lnTo>
                  <a:lnTo>
                    <a:pt x="130455" y="99699"/>
                  </a:lnTo>
                  <a:lnTo>
                    <a:pt x="112057" y="58134"/>
                  </a:lnTo>
                  <a:lnTo>
                    <a:pt x="67602" y="6915"/>
                  </a:lnTo>
                  <a:lnTo>
                    <a:pt x="42545" y="0"/>
                  </a:lnTo>
                  <a:close/>
                </a:path>
              </a:pathLst>
            </a:custGeom>
            <a:solidFill>
              <a:srgbClr val="00CD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641729" y="5386506"/>
              <a:ext cx="372745" cy="340995"/>
            </a:xfrm>
            <a:custGeom>
              <a:avLst/>
              <a:gdLst/>
              <a:ahLst/>
              <a:cxnLst/>
              <a:rect l="l" t="t" r="r" b="b"/>
              <a:pathLst>
                <a:path w="372745" h="340995">
                  <a:moveTo>
                    <a:pt x="205473" y="20561"/>
                  </a:moveTo>
                  <a:lnTo>
                    <a:pt x="243156" y="80359"/>
                  </a:lnTo>
                  <a:lnTo>
                    <a:pt x="258271" y="121957"/>
                  </a:lnTo>
                  <a:lnTo>
                    <a:pt x="270522" y="169871"/>
                  </a:lnTo>
                  <a:lnTo>
                    <a:pt x="279625" y="222991"/>
                  </a:lnTo>
                  <a:lnTo>
                    <a:pt x="285295" y="280204"/>
                  </a:lnTo>
                  <a:lnTo>
                    <a:pt x="287248" y="340398"/>
                  </a:lnTo>
                  <a:lnTo>
                    <a:pt x="372338" y="340398"/>
                  </a:lnTo>
                  <a:lnTo>
                    <a:pt x="369813" y="271795"/>
                  </a:lnTo>
                  <a:lnTo>
                    <a:pt x="362570" y="207899"/>
                  </a:lnTo>
                  <a:lnTo>
                    <a:pt x="351108" y="150077"/>
                  </a:lnTo>
                  <a:lnTo>
                    <a:pt x="335929" y="99699"/>
                  </a:lnTo>
                  <a:lnTo>
                    <a:pt x="317530" y="58134"/>
                  </a:lnTo>
                  <a:lnTo>
                    <a:pt x="273075" y="6915"/>
                  </a:lnTo>
                  <a:lnTo>
                    <a:pt x="248018" y="0"/>
                  </a:lnTo>
                  <a:lnTo>
                    <a:pt x="162928" y="0"/>
                  </a:lnTo>
                  <a:lnTo>
                    <a:pt x="109671" y="32789"/>
                  </a:lnTo>
                  <a:lnTo>
                    <a:pt x="86793" y="71288"/>
                  </a:lnTo>
                  <a:lnTo>
                    <a:pt x="67460" y="122311"/>
                  </a:lnTo>
                  <a:lnTo>
                    <a:pt x="52453" y="184199"/>
                  </a:lnTo>
                  <a:lnTo>
                    <a:pt x="42557" y="255295"/>
                  </a:lnTo>
                  <a:lnTo>
                    <a:pt x="0" y="255295"/>
                  </a:lnTo>
                  <a:lnTo>
                    <a:pt x="81152" y="340398"/>
                  </a:lnTo>
                  <a:lnTo>
                    <a:pt x="170205" y="255295"/>
                  </a:lnTo>
                  <a:lnTo>
                    <a:pt x="127647" y="255295"/>
                  </a:lnTo>
                  <a:lnTo>
                    <a:pt x="137549" y="184199"/>
                  </a:lnTo>
                  <a:lnTo>
                    <a:pt x="152558" y="122311"/>
                  </a:lnTo>
                  <a:lnTo>
                    <a:pt x="171892" y="71288"/>
                  </a:lnTo>
                  <a:lnTo>
                    <a:pt x="194769" y="32789"/>
                  </a:lnTo>
                  <a:lnTo>
                    <a:pt x="220405" y="8473"/>
                  </a:lnTo>
                  <a:lnTo>
                    <a:pt x="248018" y="0"/>
                  </a:lnTo>
                </a:path>
              </a:pathLst>
            </a:custGeom>
            <a:ln w="12700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018019" y="5394745"/>
              <a:ext cx="248285" cy="340995"/>
            </a:xfrm>
            <a:custGeom>
              <a:avLst/>
              <a:gdLst/>
              <a:ahLst/>
              <a:cxnLst/>
              <a:rect l="l" t="t" r="r" b="b"/>
              <a:pathLst>
                <a:path w="248284" h="340995">
                  <a:moveTo>
                    <a:pt x="248018" y="0"/>
                  </a:moveTo>
                  <a:lnTo>
                    <a:pt x="162928" y="0"/>
                  </a:lnTo>
                  <a:lnTo>
                    <a:pt x="135310" y="8473"/>
                  </a:lnTo>
                  <a:lnTo>
                    <a:pt x="86793" y="71288"/>
                  </a:lnTo>
                  <a:lnTo>
                    <a:pt x="67460" y="122311"/>
                  </a:lnTo>
                  <a:lnTo>
                    <a:pt x="52453" y="184199"/>
                  </a:lnTo>
                  <a:lnTo>
                    <a:pt x="42557" y="255295"/>
                  </a:lnTo>
                  <a:lnTo>
                    <a:pt x="0" y="255295"/>
                  </a:lnTo>
                  <a:lnTo>
                    <a:pt x="81152" y="340398"/>
                  </a:lnTo>
                  <a:lnTo>
                    <a:pt x="170192" y="255295"/>
                  </a:lnTo>
                  <a:lnTo>
                    <a:pt x="127647" y="255295"/>
                  </a:lnTo>
                  <a:lnTo>
                    <a:pt x="137549" y="184199"/>
                  </a:lnTo>
                  <a:lnTo>
                    <a:pt x="152558" y="122311"/>
                  </a:lnTo>
                  <a:lnTo>
                    <a:pt x="171892" y="71288"/>
                  </a:lnTo>
                  <a:lnTo>
                    <a:pt x="194769" y="32789"/>
                  </a:lnTo>
                  <a:lnTo>
                    <a:pt x="220405" y="8473"/>
                  </a:lnTo>
                  <a:lnTo>
                    <a:pt x="24801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223492" y="5394745"/>
              <a:ext cx="167005" cy="340995"/>
            </a:xfrm>
            <a:custGeom>
              <a:avLst/>
              <a:gdLst/>
              <a:ahLst/>
              <a:cxnLst/>
              <a:rect l="l" t="t" r="r" b="b"/>
              <a:pathLst>
                <a:path w="167004" h="340995">
                  <a:moveTo>
                    <a:pt x="42545" y="0"/>
                  </a:moveTo>
                  <a:lnTo>
                    <a:pt x="31696" y="1299"/>
                  </a:lnTo>
                  <a:lnTo>
                    <a:pt x="20948" y="5180"/>
                  </a:lnTo>
                  <a:lnTo>
                    <a:pt x="10362" y="11610"/>
                  </a:lnTo>
                  <a:lnTo>
                    <a:pt x="0" y="20561"/>
                  </a:lnTo>
                  <a:lnTo>
                    <a:pt x="19989" y="46189"/>
                  </a:lnTo>
                  <a:lnTo>
                    <a:pt x="37683" y="80359"/>
                  </a:lnTo>
                  <a:lnTo>
                    <a:pt x="52798" y="121957"/>
                  </a:lnTo>
                  <a:lnTo>
                    <a:pt x="65049" y="169871"/>
                  </a:lnTo>
                  <a:lnTo>
                    <a:pt x="74151" y="222991"/>
                  </a:lnTo>
                  <a:lnTo>
                    <a:pt x="79822" y="280204"/>
                  </a:lnTo>
                  <a:lnTo>
                    <a:pt x="81775" y="340398"/>
                  </a:lnTo>
                  <a:lnTo>
                    <a:pt x="166865" y="340398"/>
                  </a:lnTo>
                  <a:lnTo>
                    <a:pt x="164339" y="271795"/>
                  </a:lnTo>
                  <a:lnTo>
                    <a:pt x="157096" y="207899"/>
                  </a:lnTo>
                  <a:lnTo>
                    <a:pt x="145635" y="150077"/>
                  </a:lnTo>
                  <a:lnTo>
                    <a:pt x="130455" y="99699"/>
                  </a:lnTo>
                  <a:lnTo>
                    <a:pt x="112057" y="58134"/>
                  </a:lnTo>
                  <a:lnTo>
                    <a:pt x="67602" y="6915"/>
                  </a:lnTo>
                  <a:lnTo>
                    <a:pt x="42545" y="0"/>
                  </a:lnTo>
                  <a:close/>
                </a:path>
              </a:pathLst>
            </a:custGeom>
            <a:solidFill>
              <a:srgbClr val="00CD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018019" y="5394745"/>
              <a:ext cx="372745" cy="340995"/>
            </a:xfrm>
            <a:custGeom>
              <a:avLst/>
              <a:gdLst/>
              <a:ahLst/>
              <a:cxnLst/>
              <a:rect l="l" t="t" r="r" b="b"/>
              <a:pathLst>
                <a:path w="372745" h="340995">
                  <a:moveTo>
                    <a:pt x="205473" y="20561"/>
                  </a:moveTo>
                  <a:lnTo>
                    <a:pt x="243156" y="80359"/>
                  </a:lnTo>
                  <a:lnTo>
                    <a:pt x="258271" y="121957"/>
                  </a:lnTo>
                  <a:lnTo>
                    <a:pt x="270522" y="169871"/>
                  </a:lnTo>
                  <a:lnTo>
                    <a:pt x="279625" y="222991"/>
                  </a:lnTo>
                  <a:lnTo>
                    <a:pt x="285295" y="280204"/>
                  </a:lnTo>
                  <a:lnTo>
                    <a:pt x="287248" y="340398"/>
                  </a:lnTo>
                  <a:lnTo>
                    <a:pt x="372338" y="340398"/>
                  </a:lnTo>
                  <a:lnTo>
                    <a:pt x="369813" y="271795"/>
                  </a:lnTo>
                  <a:lnTo>
                    <a:pt x="362570" y="207899"/>
                  </a:lnTo>
                  <a:lnTo>
                    <a:pt x="351108" y="150077"/>
                  </a:lnTo>
                  <a:lnTo>
                    <a:pt x="335929" y="99699"/>
                  </a:lnTo>
                  <a:lnTo>
                    <a:pt x="317530" y="58134"/>
                  </a:lnTo>
                  <a:lnTo>
                    <a:pt x="273075" y="6915"/>
                  </a:lnTo>
                  <a:lnTo>
                    <a:pt x="248018" y="0"/>
                  </a:lnTo>
                  <a:lnTo>
                    <a:pt x="162928" y="0"/>
                  </a:lnTo>
                  <a:lnTo>
                    <a:pt x="109671" y="32789"/>
                  </a:lnTo>
                  <a:lnTo>
                    <a:pt x="86793" y="71288"/>
                  </a:lnTo>
                  <a:lnTo>
                    <a:pt x="67460" y="122311"/>
                  </a:lnTo>
                  <a:lnTo>
                    <a:pt x="52453" y="184199"/>
                  </a:lnTo>
                  <a:lnTo>
                    <a:pt x="42557" y="255295"/>
                  </a:lnTo>
                  <a:lnTo>
                    <a:pt x="0" y="255295"/>
                  </a:lnTo>
                  <a:lnTo>
                    <a:pt x="81152" y="340398"/>
                  </a:lnTo>
                  <a:lnTo>
                    <a:pt x="170205" y="255295"/>
                  </a:lnTo>
                  <a:lnTo>
                    <a:pt x="127647" y="255295"/>
                  </a:lnTo>
                  <a:lnTo>
                    <a:pt x="137549" y="184199"/>
                  </a:lnTo>
                  <a:lnTo>
                    <a:pt x="152558" y="122311"/>
                  </a:lnTo>
                  <a:lnTo>
                    <a:pt x="171892" y="71288"/>
                  </a:lnTo>
                  <a:lnTo>
                    <a:pt x="194769" y="32789"/>
                  </a:lnTo>
                  <a:lnTo>
                    <a:pt x="220405" y="8473"/>
                  </a:lnTo>
                  <a:lnTo>
                    <a:pt x="248018" y="0"/>
                  </a:lnTo>
                </a:path>
              </a:pathLst>
            </a:custGeom>
            <a:ln w="12700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7364114" y="5384792"/>
              <a:ext cx="248285" cy="340995"/>
            </a:xfrm>
            <a:custGeom>
              <a:avLst/>
              <a:gdLst/>
              <a:ahLst/>
              <a:cxnLst/>
              <a:rect l="l" t="t" r="r" b="b"/>
              <a:pathLst>
                <a:path w="248284" h="340995">
                  <a:moveTo>
                    <a:pt x="248018" y="0"/>
                  </a:moveTo>
                  <a:lnTo>
                    <a:pt x="162928" y="0"/>
                  </a:lnTo>
                  <a:lnTo>
                    <a:pt x="135310" y="8473"/>
                  </a:lnTo>
                  <a:lnTo>
                    <a:pt x="86793" y="71288"/>
                  </a:lnTo>
                  <a:lnTo>
                    <a:pt x="67460" y="122311"/>
                  </a:lnTo>
                  <a:lnTo>
                    <a:pt x="52453" y="184199"/>
                  </a:lnTo>
                  <a:lnTo>
                    <a:pt x="42557" y="255295"/>
                  </a:lnTo>
                  <a:lnTo>
                    <a:pt x="0" y="255295"/>
                  </a:lnTo>
                  <a:lnTo>
                    <a:pt x="81152" y="340398"/>
                  </a:lnTo>
                  <a:lnTo>
                    <a:pt x="170192" y="255295"/>
                  </a:lnTo>
                  <a:lnTo>
                    <a:pt x="127647" y="255295"/>
                  </a:lnTo>
                  <a:lnTo>
                    <a:pt x="137549" y="184199"/>
                  </a:lnTo>
                  <a:lnTo>
                    <a:pt x="152558" y="122311"/>
                  </a:lnTo>
                  <a:lnTo>
                    <a:pt x="171892" y="71288"/>
                  </a:lnTo>
                  <a:lnTo>
                    <a:pt x="194769" y="32789"/>
                  </a:lnTo>
                  <a:lnTo>
                    <a:pt x="220405" y="8473"/>
                  </a:lnTo>
                  <a:lnTo>
                    <a:pt x="24801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7569586" y="5384793"/>
              <a:ext cx="167005" cy="340995"/>
            </a:xfrm>
            <a:custGeom>
              <a:avLst/>
              <a:gdLst/>
              <a:ahLst/>
              <a:cxnLst/>
              <a:rect l="l" t="t" r="r" b="b"/>
              <a:pathLst>
                <a:path w="167004" h="340995">
                  <a:moveTo>
                    <a:pt x="42545" y="0"/>
                  </a:moveTo>
                  <a:lnTo>
                    <a:pt x="31696" y="1299"/>
                  </a:lnTo>
                  <a:lnTo>
                    <a:pt x="20948" y="5180"/>
                  </a:lnTo>
                  <a:lnTo>
                    <a:pt x="10362" y="11610"/>
                  </a:lnTo>
                  <a:lnTo>
                    <a:pt x="0" y="20561"/>
                  </a:lnTo>
                  <a:lnTo>
                    <a:pt x="19989" y="46189"/>
                  </a:lnTo>
                  <a:lnTo>
                    <a:pt x="37683" y="80359"/>
                  </a:lnTo>
                  <a:lnTo>
                    <a:pt x="52798" y="121957"/>
                  </a:lnTo>
                  <a:lnTo>
                    <a:pt x="65049" y="169871"/>
                  </a:lnTo>
                  <a:lnTo>
                    <a:pt x="74151" y="222991"/>
                  </a:lnTo>
                  <a:lnTo>
                    <a:pt x="79822" y="280204"/>
                  </a:lnTo>
                  <a:lnTo>
                    <a:pt x="81775" y="340398"/>
                  </a:lnTo>
                  <a:lnTo>
                    <a:pt x="166865" y="340398"/>
                  </a:lnTo>
                  <a:lnTo>
                    <a:pt x="164339" y="271795"/>
                  </a:lnTo>
                  <a:lnTo>
                    <a:pt x="157096" y="207899"/>
                  </a:lnTo>
                  <a:lnTo>
                    <a:pt x="145635" y="150077"/>
                  </a:lnTo>
                  <a:lnTo>
                    <a:pt x="130455" y="99699"/>
                  </a:lnTo>
                  <a:lnTo>
                    <a:pt x="112057" y="58134"/>
                  </a:lnTo>
                  <a:lnTo>
                    <a:pt x="67602" y="6915"/>
                  </a:lnTo>
                  <a:lnTo>
                    <a:pt x="42545" y="0"/>
                  </a:lnTo>
                  <a:close/>
                </a:path>
              </a:pathLst>
            </a:custGeom>
            <a:solidFill>
              <a:srgbClr val="00CD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364113" y="5384793"/>
              <a:ext cx="372745" cy="340995"/>
            </a:xfrm>
            <a:custGeom>
              <a:avLst/>
              <a:gdLst/>
              <a:ahLst/>
              <a:cxnLst/>
              <a:rect l="l" t="t" r="r" b="b"/>
              <a:pathLst>
                <a:path w="372745" h="340995">
                  <a:moveTo>
                    <a:pt x="205473" y="20561"/>
                  </a:moveTo>
                  <a:lnTo>
                    <a:pt x="243156" y="80359"/>
                  </a:lnTo>
                  <a:lnTo>
                    <a:pt x="258271" y="121957"/>
                  </a:lnTo>
                  <a:lnTo>
                    <a:pt x="270522" y="169871"/>
                  </a:lnTo>
                  <a:lnTo>
                    <a:pt x="279625" y="222991"/>
                  </a:lnTo>
                  <a:lnTo>
                    <a:pt x="285295" y="280204"/>
                  </a:lnTo>
                  <a:lnTo>
                    <a:pt x="287248" y="340398"/>
                  </a:lnTo>
                  <a:lnTo>
                    <a:pt x="372338" y="340398"/>
                  </a:lnTo>
                  <a:lnTo>
                    <a:pt x="369813" y="271795"/>
                  </a:lnTo>
                  <a:lnTo>
                    <a:pt x="362570" y="207899"/>
                  </a:lnTo>
                  <a:lnTo>
                    <a:pt x="351108" y="150077"/>
                  </a:lnTo>
                  <a:lnTo>
                    <a:pt x="335929" y="99699"/>
                  </a:lnTo>
                  <a:lnTo>
                    <a:pt x="317530" y="58134"/>
                  </a:lnTo>
                  <a:lnTo>
                    <a:pt x="273075" y="6915"/>
                  </a:lnTo>
                  <a:lnTo>
                    <a:pt x="248018" y="0"/>
                  </a:lnTo>
                  <a:lnTo>
                    <a:pt x="162928" y="0"/>
                  </a:lnTo>
                  <a:lnTo>
                    <a:pt x="109671" y="32789"/>
                  </a:lnTo>
                  <a:lnTo>
                    <a:pt x="86793" y="71288"/>
                  </a:lnTo>
                  <a:lnTo>
                    <a:pt x="67460" y="122311"/>
                  </a:lnTo>
                  <a:lnTo>
                    <a:pt x="52453" y="184199"/>
                  </a:lnTo>
                  <a:lnTo>
                    <a:pt x="42557" y="255295"/>
                  </a:lnTo>
                  <a:lnTo>
                    <a:pt x="0" y="255295"/>
                  </a:lnTo>
                  <a:lnTo>
                    <a:pt x="81152" y="340398"/>
                  </a:lnTo>
                  <a:lnTo>
                    <a:pt x="170205" y="255295"/>
                  </a:lnTo>
                  <a:lnTo>
                    <a:pt x="127647" y="255295"/>
                  </a:lnTo>
                  <a:lnTo>
                    <a:pt x="137549" y="184199"/>
                  </a:lnTo>
                  <a:lnTo>
                    <a:pt x="152558" y="122311"/>
                  </a:lnTo>
                  <a:lnTo>
                    <a:pt x="171892" y="71288"/>
                  </a:lnTo>
                  <a:lnTo>
                    <a:pt x="194769" y="32789"/>
                  </a:lnTo>
                  <a:lnTo>
                    <a:pt x="220405" y="8473"/>
                  </a:lnTo>
                  <a:lnTo>
                    <a:pt x="248018" y="0"/>
                  </a:lnTo>
                </a:path>
              </a:pathLst>
            </a:custGeom>
            <a:ln w="12700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710208" y="5370032"/>
              <a:ext cx="248285" cy="340995"/>
            </a:xfrm>
            <a:custGeom>
              <a:avLst/>
              <a:gdLst/>
              <a:ahLst/>
              <a:cxnLst/>
              <a:rect l="l" t="t" r="r" b="b"/>
              <a:pathLst>
                <a:path w="248284" h="340995">
                  <a:moveTo>
                    <a:pt x="248018" y="0"/>
                  </a:moveTo>
                  <a:lnTo>
                    <a:pt x="162928" y="0"/>
                  </a:lnTo>
                  <a:lnTo>
                    <a:pt x="135310" y="8473"/>
                  </a:lnTo>
                  <a:lnTo>
                    <a:pt x="86793" y="71288"/>
                  </a:lnTo>
                  <a:lnTo>
                    <a:pt x="67460" y="122311"/>
                  </a:lnTo>
                  <a:lnTo>
                    <a:pt x="52453" y="184199"/>
                  </a:lnTo>
                  <a:lnTo>
                    <a:pt x="42557" y="255295"/>
                  </a:lnTo>
                  <a:lnTo>
                    <a:pt x="0" y="255295"/>
                  </a:lnTo>
                  <a:lnTo>
                    <a:pt x="81152" y="340398"/>
                  </a:lnTo>
                  <a:lnTo>
                    <a:pt x="170192" y="255295"/>
                  </a:lnTo>
                  <a:lnTo>
                    <a:pt x="127647" y="255295"/>
                  </a:lnTo>
                  <a:lnTo>
                    <a:pt x="137549" y="184199"/>
                  </a:lnTo>
                  <a:lnTo>
                    <a:pt x="152558" y="122311"/>
                  </a:lnTo>
                  <a:lnTo>
                    <a:pt x="171892" y="71288"/>
                  </a:lnTo>
                  <a:lnTo>
                    <a:pt x="194769" y="32789"/>
                  </a:lnTo>
                  <a:lnTo>
                    <a:pt x="220405" y="8473"/>
                  </a:lnTo>
                  <a:lnTo>
                    <a:pt x="24801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915681" y="5370032"/>
              <a:ext cx="167005" cy="340995"/>
            </a:xfrm>
            <a:custGeom>
              <a:avLst/>
              <a:gdLst/>
              <a:ahLst/>
              <a:cxnLst/>
              <a:rect l="l" t="t" r="r" b="b"/>
              <a:pathLst>
                <a:path w="167004" h="340995">
                  <a:moveTo>
                    <a:pt x="42545" y="0"/>
                  </a:moveTo>
                  <a:lnTo>
                    <a:pt x="31696" y="1299"/>
                  </a:lnTo>
                  <a:lnTo>
                    <a:pt x="20948" y="5180"/>
                  </a:lnTo>
                  <a:lnTo>
                    <a:pt x="10362" y="11610"/>
                  </a:lnTo>
                  <a:lnTo>
                    <a:pt x="0" y="20561"/>
                  </a:lnTo>
                  <a:lnTo>
                    <a:pt x="19989" y="46189"/>
                  </a:lnTo>
                  <a:lnTo>
                    <a:pt x="37683" y="80359"/>
                  </a:lnTo>
                  <a:lnTo>
                    <a:pt x="52798" y="121957"/>
                  </a:lnTo>
                  <a:lnTo>
                    <a:pt x="65049" y="169871"/>
                  </a:lnTo>
                  <a:lnTo>
                    <a:pt x="74151" y="222991"/>
                  </a:lnTo>
                  <a:lnTo>
                    <a:pt x="79822" y="280204"/>
                  </a:lnTo>
                  <a:lnTo>
                    <a:pt x="81775" y="340398"/>
                  </a:lnTo>
                  <a:lnTo>
                    <a:pt x="166865" y="340398"/>
                  </a:lnTo>
                  <a:lnTo>
                    <a:pt x="164339" y="271795"/>
                  </a:lnTo>
                  <a:lnTo>
                    <a:pt x="157096" y="207899"/>
                  </a:lnTo>
                  <a:lnTo>
                    <a:pt x="145635" y="150077"/>
                  </a:lnTo>
                  <a:lnTo>
                    <a:pt x="130455" y="99699"/>
                  </a:lnTo>
                  <a:lnTo>
                    <a:pt x="112057" y="58134"/>
                  </a:lnTo>
                  <a:lnTo>
                    <a:pt x="67602" y="6915"/>
                  </a:lnTo>
                  <a:lnTo>
                    <a:pt x="42545" y="0"/>
                  </a:lnTo>
                  <a:close/>
                </a:path>
              </a:pathLst>
            </a:custGeom>
            <a:solidFill>
              <a:srgbClr val="00CD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7710208" y="5370032"/>
              <a:ext cx="372745" cy="340995"/>
            </a:xfrm>
            <a:custGeom>
              <a:avLst/>
              <a:gdLst/>
              <a:ahLst/>
              <a:cxnLst/>
              <a:rect l="l" t="t" r="r" b="b"/>
              <a:pathLst>
                <a:path w="372745" h="340995">
                  <a:moveTo>
                    <a:pt x="205473" y="20561"/>
                  </a:moveTo>
                  <a:lnTo>
                    <a:pt x="243156" y="80359"/>
                  </a:lnTo>
                  <a:lnTo>
                    <a:pt x="258271" y="121957"/>
                  </a:lnTo>
                  <a:lnTo>
                    <a:pt x="270522" y="169871"/>
                  </a:lnTo>
                  <a:lnTo>
                    <a:pt x="279625" y="222991"/>
                  </a:lnTo>
                  <a:lnTo>
                    <a:pt x="285295" y="280204"/>
                  </a:lnTo>
                  <a:lnTo>
                    <a:pt x="287248" y="340398"/>
                  </a:lnTo>
                  <a:lnTo>
                    <a:pt x="372338" y="340398"/>
                  </a:lnTo>
                  <a:lnTo>
                    <a:pt x="369813" y="271795"/>
                  </a:lnTo>
                  <a:lnTo>
                    <a:pt x="362570" y="207899"/>
                  </a:lnTo>
                  <a:lnTo>
                    <a:pt x="351108" y="150077"/>
                  </a:lnTo>
                  <a:lnTo>
                    <a:pt x="335929" y="99699"/>
                  </a:lnTo>
                  <a:lnTo>
                    <a:pt x="317530" y="58134"/>
                  </a:lnTo>
                  <a:lnTo>
                    <a:pt x="273075" y="6915"/>
                  </a:lnTo>
                  <a:lnTo>
                    <a:pt x="248018" y="0"/>
                  </a:lnTo>
                  <a:lnTo>
                    <a:pt x="162928" y="0"/>
                  </a:lnTo>
                  <a:lnTo>
                    <a:pt x="109671" y="32789"/>
                  </a:lnTo>
                  <a:lnTo>
                    <a:pt x="86793" y="71288"/>
                  </a:lnTo>
                  <a:lnTo>
                    <a:pt x="67460" y="122311"/>
                  </a:lnTo>
                  <a:lnTo>
                    <a:pt x="52453" y="184199"/>
                  </a:lnTo>
                  <a:lnTo>
                    <a:pt x="42557" y="255295"/>
                  </a:lnTo>
                  <a:lnTo>
                    <a:pt x="0" y="255295"/>
                  </a:lnTo>
                  <a:lnTo>
                    <a:pt x="81152" y="340398"/>
                  </a:lnTo>
                  <a:lnTo>
                    <a:pt x="170205" y="255295"/>
                  </a:lnTo>
                  <a:lnTo>
                    <a:pt x="127647" y="255295"/>
                  </a:lnTo>
                  <a:lnTo>
                    <a:pt x="137549" y="184199"/>
                  </a:lnTo>
                  <a:lnTo>
                    <a:pt x="152558" y="122311"/>
                  </a:lnTo>
                  <a:lnTo>
                    <a:pt x="171892" y="71288"/>
                  </a:lnTo>
                  <a:lnTo>
                    <a:pt x="194769" y="32789"/>
                  </a:lnTo>
                  <a:lnTo>
                    <a:pt x="220405" y="8473"/>
                  </a:lnTo>
                  <a:lnTo>
                    <a:pt x="248018" y="0"/>
                  </a:lnTo>
                </a:path>
              </a:pathLst>
            </a:custGeom>
            <a:ln w="12700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8095066" y="5370032"/>
              <a:ext cx="248285" cy="340995"/>
            </a:xfrm>
            <a:custGeom>
              <a:avLst/>
              <a:gdLst/>
              <a:ahLst/>
              <a:cxnLst/>
              <a:rect l="l" t="t" r="r" b="b"/>
              <a:pathLst>
                <a:path w="248284" h="340995">
                  <a:moveTo>
                    <a:pt x="248018" y="0"/>
                  </a:moveTo>
                  <a:lnTo>
                    <a:pt x="162928" y="0"/>
                  </a:lnTo>
                  <a:lnTo>
                    <a:pt x="135310" y="8473"/>
                  </a:lnTo>
                  <a:lnTo>
                    <a:pt x="86793" y="71288"/>
                  </a:lnTo>
                  <a:lnTo>
                    <a:pt x="67460" y="122311"/>
                  </a:lnTo>
                  <a:lnTo>
                    <a:pt x="52453" y="184199"/>
                  </a:lnTo>
                  <a:lnTo>
                    <a:pt x="42557" y="255295"/>
                  </a:lnTo>
                  <a:lnTo>
                    <a:pt x="0" y="255295"/>
                  </a:lnTo>
                  <a:lnTo>
                    <a:pt x="81152" y="340398"/>
                  </a:lnTo>
                  <a:lnTo>
                    <a:pt x="170192" y="255295"/>
                  </a:lnTo>
                  <a:lnTo>
                    <a:pt x="127647" y="255295"/>
                  </a:lnTo>
                  <a:lnTo>
                    <a:pt x="137549" y="184199"/>
                  </a:lnTo>
                  <a:lnTo>
                    <a:pt x="152558" y="122311"/>
                  </a:lnTo>
                  <a:lnTo>
                    <a:pt x="171892" y="71288"/>
                  </a:lnTo>
                  <a:lnTo>
                    <a:pt x="194769" y="32789"/>
                  </a:lnTo>
                  <a:lnTo>
                    <a:pt x="220405" y="8473"/>
                  </a:lnTo>
                  <a:lnTo>
                    <a:pt x="24801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300538" y="5370032"/>
              <a:ext cx="167005" cy="340995"/>
            </a:xfrm>
            <a:custGeom>
              <a:avLst/>
              <a:gdLst/>
              <a:ahLst/>
              <a:cxnLst/>
              <a:rect l="l" t="t" r="r" b="b"/>
              <a:pathLst>
                <a:path w="167004" h="340995">
                  <a:moveTo>
                    <a:pt x="42545" y="0"/>
                  </a:moveTo>
                  <a:lnTo>
                    <a:pt x="31696" y="1299"/>
                  </a:lnTo>
                  <a:lnTo>
                    <a:pt x="20948" y="5180"/>
                  </a:lnTo>
                  <a:lnTo>
                    <a:pt x="10362" y="11610"/>
                  </a:lnTo>
                  <a:lnTo>
                    <a:pt x="0" y="20561"/>
                  </a:lnTo>
                  <a:lnTo>
                    <a:pt x="19989" y="46189"/>
                  </a:lnTo>
                  <a:lnTo>
                    <a:pt x="37683" y="80359"/>
                  </a:lnTo>
                  <a:lnTo>
                    <a:pt x="52798" y="121957"/>
                  </a:lnTo>
                  <a:lnTo>
                    <a:pt x="65049" y="169871"/>
                  </a:lnTo>
                  <a:lnTo>
                    <a:pt x="74151" y="222991"/>
                  </a:lnTo>
                  <a:lnTo>
                    <a:pt x="79822" y="280204"/>
                  </a:lnTo>
                  <a:lnTo>
                    <a:pt x="81775" y="340398"/>
                  </a:lnTo>
                  <a:lnTo>
                    <a:pt x="166865" y="340398"/>
                  </a:lnTo>
                  <a:lnTo>
                    <a:pt x="164339" y="271795"/>
                  </a:lnTo>
                  <a:lnTo>
                    <a:pt x="157096" y="207899"/>
                  </a:lnTo>
                  <a:lnTo>
                    <a:pt x="145635" y="150077"/>
                  </a:lnTo>
                  <a:lnTo>
                    <a:pt x="130455" y="99699"/>
                  </a:lnTo>
                  <a:lnTo>
                    <a:pt x="112057" y="58134"/>
                  </a:lnTo>
                  <a:lnTo>
                    <a:pt x="67602" y="6915"/>
                  </a:lnTo>
                  <a:lnTo>
                    <a:pt x="42545" y="0"/>
                  </a:lnTo>
                  <a:close/>
                </a:path>
              </a:pathLst>
            </a:custGeom>
            <a:solidFill>
              <a:srgbClr val="00CD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8095065" y="5370032"/>
              <a:ext cx="372745" cy="340995"/>
            </a:xfrm>
            <a:custGeom>
              <a:avLst/>
              <a:gdLst/>
              <a:ahLst/>
              <a:cxnLst/>
              <a:rect l="l" t="t" r="r" b="b"/>
              <a:pathLst>
                <a:path w="372745" h="340995">
                  <a:moveTo>
                    <a:pt x="205473" y="20561"/>
                  </a:moveTo>
                  <a:lnTo>
                    <a:pt x="243156" y="80359"/>
                  </a:lnTo>
                  <a:lnTo>
                    <a:pt x="258271" y="121957"/>
                  </a:lnTo>
                  <a:lnTo>
                    <a:pt x="270522" y="169871"/>
                  </a:lnTo>
                  <a:lnTo>
                    <a:pt x="279625" y="222991"/>
                  </a:lnTo>
                  <a:lnTo>
                    <a:pt x="285295" y="280204"/>
                  </a:lnTo>
                  <a:lnTo>
                    <a:pt x="287248" y="340398"/>
                  </a:lnTo>
                  <a:lnTo>
                    <a:pt x="372338" y="340398"/>
                  </a:lnTo>
                  <a:lnTo>
                    <a:pt x="369813" y="271795"/>
                  </a:lnTo>
                  <a:lnTo>
                    <a:pt x="362570" y="207899"/>
                  </a:lnTo>
                  <a:lnTo>
                    <a:pt x="351108" y="150077"/>
                  </a:lnTo>
                  <a:lnTo>
                    <a:pt x="335929" y="99699"/>
                  </a:lnTo>
                  <a:lnTo>
                    <a:pt x="317530" y="58134"/>
                  </a:lnTo>
                  <a:lnTo>
                    <a:pt x="273075" y="6915"/>
                  </a:lnTo>
                  <a:lnTo>
                    <a:pt x="248018" y="0"/>
                  </a:lnTo>
                  <a:lnTo>
                    <a:pt x="162928" y="0"/>
                  </a:lnTo>
                  <a:lnTo>
                    <a:pt x="109671" y="32789"/>
                  </a:lnTo>
                  <a:lnTo>
                    <a:pt x="86793" y="71288"/>
                  </a:lnTo>
                  <a:lnTo>
                    <a:pt x="67460" y="122311"/>
                  </a:lnTo>
                  <a:lnTo>
                    <a:pt x="52453" y="184199"/>
                  </a:lnTo>
                  <a:lnTo>
                    <a:pt x="42557" y="255295"/>
                  </a:lnTo>
                  <a:lnTo>
                    <a:pt x="0" y="255295"/>
                  </a:lnTo>
                  <a:lnTo>
                    <a:pt x="81152" y="340398"/>
                  </a:lnTo>
                  <a:lnTo>
                    <a:pt x="170205" y="255295"/>
                  </a:lnTo>
                  <a:lnTo>
                    <a:pt x="127647" y="255295"/>
                  </a:lnTo>
                  <a:lnTo>
                    <a:pt x="137549" y="184199"/>
                  </a:lnTo>
                  <a:lnTo>
                    <a:pt x="152558" y="122311"/>
                  </a:lnTo>
                  <a:lnTo>
                    <a:pt x="171892" y="71288"/>
                  </a:lnTo>
                  <a:lnTo>
                    <a:pt x="194769" y="32789"/>
                  </a:lnTo>
                  <a:lnTo>
                    <a:pt x="220405" y="8473"/>
                  </a:lnTo>
                  <a:lnTo>
                    <a:pt x="248018" y="0"/>
                  </a:lnTo>
                </a:path>
              </a:pathLst>
            </a:custGeom>
            <a:ln w="12700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8424000" y="5384096"/>
              <a:ext cx="248285" cy="340995"/>
            </a:xfrm>
            <a:custGeom>
              <a:avLst/>
              <a:gdLst/>
              <a:ahLst/>
              <a:cxnLst/>
              <a:rect l="l" t="t" r="r" b="b"/>
              <a:pathLst>
                <a:path w="248284" h="340995">
                  <a:moveTo>
                    <a:pt x="248018" y="0"/>
                  </a:moveTo>
                  <a:lnTo>
                    <a:pt x="162928" y="0"/>
                  </a:lnTo>
                  <a:lnTo>
                    <a:pt x="135310" y="8473"/>
                  </a:lnTo>
                  <a:lnTo>
                    <a:pt x="86793" y="71288"/>
                  </a:lnTo>
                  <a:lnTo>
                    <a:pt x="67460" y="122311"/>
                  </a:lnTo>
                  <a:lnTo>
                    <a:pt x="52453" y="184199"/>
                  </a:lnTo>
                  <a:lnTo>
                    <a:pt x="42557" y="255295"/>
                  </a:lnTo>
                  <a:lnTo>
                    <a:pt x="0" y="255295"/>
                  </a:lnTo>
                  <a:lnTo>
                    <a:pt x="81152" y="340398"/>
                  </a:lnTo>
                  <a:lnTo>
                    <a:pt x="170192" y="255295"/>
                  </a:lnTo>
                  <a:lnTo>
                    <a:pt x="127647" y="255295"/>
                  </a:lnTo>
                  <a:lnTo>
                    <a:pt x="137549" y="184199"/>
                  </a:lnTo>
                  <a:lnTo>
                    <a:pt x="152558" y="122311"/>
                  </a:lnTo>
                  <a:lnTo>
                    <a:pt x="171892" y="71288"/>
                  </a:lnTo>
                  <a:lnTo>
                    <a:pt x="194769" y="32789"/>
                  </a:lnTo>
                  <a:lnTo>
                    <a:pt x="220405" y="8473"/>
                  </a:lnTo>
                  <a:lnTo>
                    <a:pt x="24801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8629472" y="5384096"/>
              <a:ext cx="167005" cy="340995"/>
            </a:xfrm>
            <a:custGeom>
              <a:avLst/>
              <a:gdLst/>
              <a:ahLst/>
              <a:cxnLst/>
              <a:rect l="l" t="t" r="r" b="b"/>
              <a:pathLst>
                <a:path w="167004" h="340995">
                  <a:moveTo>
                    <a:pt x="42545" y="0"/>
                  </a:moveTo>
                  <a:lnTo>
                    <a:pt x="31696" y="1299"/>
                  </a:lnTo>
                  <a:lnTo>
                    <a:pt x="20948" y="5180"/>
                  </a:lnTo>
                  <a:lnTo>
                    <a:pt x="10362" y="11610"/>
                  </a:lnTo>
                  <a:lnTo>
                    <a:pt x="0" y="20561"/>
                  </a:lnTo>
                  <a:lnTo>
                    <a:pt x="19989" y="46189"/>
                  </a:lnTo>
                  <a:lnTo>
                    <a:pt x="37683" y="80359"/>
                  </a:lnTo>
                  <a:lnTo>
                    <a:pt x="52798" y="121957"/>
                  </a:lnTo>
                  <a:lnTo>
                    <a:pt x="65049" y="169871"/>
                  </a:lnTo>
                  <a:lnTo>
                    <a:pt x="74151" y="222991"/>
                  </a:lnTo>
                  <a:lnTo>
                    <a:pt x="79822" y="280204"/>
                  </a:lnTo>
                  <a:lnTo>
                    <a:pt x="81775" y="340398"/>
                  </a:lnTo>
                  <a:lnTo>
                    <a:pt x="166865" y="340398"/>
                  </a:lnTo>
                  <a:lnTo>
                    <a:pt x="164339" y="271795"/>
                  </a:lnTo>
                  <a:lnTo>
                    <a:pt x="157096" y="207899"/>
                  </a:lnTo>
                  <a:lnTo>
                    <a:pt x="145635" y="150077"/>
                  </a:lnTo>
                  <a:lnTo>
                    <a:pt x="130455" y="99699"/>
                  </a:lnTo>
                  <a:lnTo>
                    <a:pt x="112057" y="58134"/>
                  </a:lnTo>
                  <a:lnTo>
                    <a:pt x="67602" y="6915"/>
                  </a:lnTo>
                  <a:lnTo>
                    <a:pt x="42545" y="0"/>
                  </a:lnTo>
                  <a:close/>
                </a:path>
              </a:pathLst>
            </a:custGeom>
            <a:solidFill>
              <a:srgbClr val="00CD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8423999" y="5384096"/>
              <a:ext cx="372745" cy="340995"/>
            </a:xfrm>
            <a:custGeom>
              <a:avLst/>
              <a:gdLst/>
              <a:ahLst/>
              <a:cxnLst/>
              <a:rect l="l" t="t" r="r" b="b"/>
              <a:pathLst>
                <a:path w="372745" h="340995">
                  <a:moveTo>
                    <a:pt x="205473" y="20561"/>
                  </a:moveTo>
                  <a:lnTo>
                    <a:pt x="243156" y="80359"/>
                  </a:lnTo>
                  <a:lnTo>
                    <a:pt x="258271" y="121957"/>
                  </a:lnTo>
                  <a:lnTo>
                    <a:pt x="270522" y="169871"/>
                  </a:lnTo>
                  <a:lnTo>
                    <a:pt x="279625" y="222991"/>
                  </a:lnTo>
                  <a:lnTo>
                    <a:pt x="285295" y="280204"/>
                  </a:lnTo>
                  <a:lnTo>
                    <a:pt x="287248" y="340398"/>
                  </a:lnTo>
                  <a:lnTo>
                    <a:pt x="372338" y="340398"/>
                  </a:lnTo>
                  <a:lnTo>
                    <a:pt x="369813" y="271795"/>
                  </a:lnTo>
                  <a:lnTo>
                    <a:pt x="362570" y="207899"/>
                  </a:lnTo>
                  <a:lnTo>
                    <a:pt x="351108" y="150077"/>
                  </a:lnTo>
                  <a:lnTo>
                    <a:pt x="335929" y="99699"/>
                  </a:lnTo>
                  <a:lnTo>
                    <a:pt x="317530" y="58134"/>
                  </a:lnTo>
                  <a:lnTo>
                    <a:pt x="273075" y="6915"/>
                  </a:lnTo>
                  <a:lnTo>
                    <a:pt x="248018" y="0"/>
                  </a:lnTo>
                  <a:lnTo>
                    <a:pt x="162928" y="0"/>
                  </a:lnTo>
                  <a:lnTo>
                    <a:pt x="109671" y="32789"/>
                  </a:lnTo>
                  <a:lnTo>
                    <a:pt x="86793" y="71288"/>
                  </a:lnTo>
                  <a:lnTo>
                    <a:pt x="67460" y="122311"/>
                  </a:lnTo>
                  <a:lnTo>
                    <a:pt x="52453" y="184199"/>
                  </a:lnTo>
                  <a:lnTo>
                    <a:pt x="42557" y="255295"/>
                  </a:lnTo>
                  <a:lnTo>
                    <a:pt x="0" y="255295"/>
                  </a:lnTo>
                  <a:lnTo>
                    <a:pt x="81152" y="340398"/>
                  </a:lnTo>
                  <a:lnTo>
                    <a:pt x="170205" y="255295"/>
                  </a:lnTo>
                  <a:lnTo>
                    <a:pt x="127647" y="255295"/>
                  </a:lnTo>
                  <a:lnTo>
                    <a:pt x="137549" y="184199"/>
                  </a:lnTo>
                  <a:lnTo>
                    <a:pt x="152558" y="122311"/>
                  </a:lnTo>
                  <a:lnTo>
                    <a:pt x="171892" y="71288"/>
                  </a:lnTo>
                  <a:lnTo>
                    <a:pt x="194769" y="32789"/>
                  </a:lnTo>
                  <a:lnTo>
                    <a:pt x="220405" y="8473"/>
                  </a:lnTo>
                  <a:lnTo>
                    <a:pt x="248018" y="0"/>
                  </a:lnTo>
                </a:path>
              </a:pathLst>
            </a:custGeom>
            <a:ln w="12700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12353" y="4689348"/>
              <a:ext cx="3075431" cy="257555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8923287" y="4699647"/>
              <a:ext cx="3045460" cy="227329"/>
            </a:xfrm>
            <a:custGeom>
              <a:avLst/>
              <a:gdLst/>
              <a:ahLst/>
              <a:cxnLst/>
              <a:rect l="l" t="t" r="r" b="b"/>
              <a:pathLst>
                <a:path w="3045459" h="227329">
                  <a:moveTo>
                    <a:pt x="3044952" y="0"/>
                  </a:moveTo>
                  <a:lnTo>
                    <a:pt x="0" y="0"/>
                  </a:lnTo>
                  <a:lnTo>
                    <a:pt x="0" y="227075"/>
                  </a:lnTo>
                  <a:lnTo>
                    <a:pt x="3044952" y="227075"/>
                  </a:lnTo>
                  <a:lnTo>
                    <a:pt x="304495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12353" y="4933188"/>
              <a:ext cx="1993391" cy="257555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8923287" y="4943487"/>
              <a:ext cx="1963420" cy="227329"/>
            </a:xfrm>
            <a:custGeom>
              <a:avLst/>
              <a:gdLst/>
              <a:ahLst/>
              <a:cxnLst/>
              <a:rect l="l" t="t" r="r" b="b"/>
              <a:pathLst>
                <a:path w="1963420" h="227329">
                  <a:moveTo>
                    <a:pt x="1962912" y="0"/>
                  </a:moveTo>
                  <a:lnTo>
                    <a:pt x="0" y="0"/>
                  </a:lnTo>
                  <a:lnTo>
                    <a:pt x="0" y="227076"/>
                  </a:lnTo>
                  <a:lnTo>
                    <a:pt x="1962912" y="227076"/>
                  </a:lnTo>
                  <a:lnTo>
                    <a:pt x="196291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875264" y="4933188"/>
              <a:ext cx="86867" cy="257555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0886199" y="4943487"/>
              <a:ext cx="56515" cy="227329"/>
            </a:xfrm>
            <a:custGeom>
              <a:avLst/>
              <a:gdLst/>
              <a:ahLst/>
              <a:cxnLst/>
              <a:rect l="l" t="t" r="r" b="b"/>
              <a:pathLst>
                <a:path w="56515" h="227329">
                  <a:moveTo>
                    <a:pt x="56388" y="0"/>
                  </a:moveTo>
                  <a:lnTo>
                    <a:pt x="0" y="0"/>
                  </a:lnTo>
                  <a:lnTo>
                    <a:pt x="0" y="227076"/>
                  </a:lnTo>
                  <a:lnTo>
                    <a:pt x="56388" y="227076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12353" y="5177027"/>
              <a:ext cx="2514599" cy="257555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8923287" y="5187327"/>
              <a:ext cx="2484120" cy="227329"/>
            </a:xfrm>
            <a:custGeom>
              <a:avLst/>
              <a:gdLst/>
              <a:ahLst/>
              <a:cxnLst/>
              <a:rect l="l" t="t" r="r" b="b"/>
              <a:pathLst>
                <a:path w="2484120" h="227329">
                  <a:moveTo>
                    <a:pt x="2484120" y="0"/>
                  </a:moveTo>
                  <a:lnTo>
                    <a:pt x="0" y="0"/>
                  </a:lnTo>
                  <a:lnTo>
                    <a:pt x="0" y="227075"/>
                  </a:lnTo>
                  <a:lnTo>
                    <a:pt x="2484120" y="227075"/>
                  </a:lnTo>
                  <a:lnTo>
                    <a:pt x="248412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912353" y="5420868"/>
              <a:ext cx="2810255" cy="257555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8923287" y="5431167"/>
              <a:ext cx="2780030" cy="227329"/>
            </a:xfrm>
            <a:custGeom>
              <a:avLst/>
              <a:gdLst/>
              <a:ahLst/>
              <a:cxnLst/>
              <a:rect l="l" t="t" r="r" b="b"/>
              <a:pathLst>
                <a:path w="2780029" h="227329">
                  <a:moveTo>
                    <a:pt x="2779776" y="0"/>
                  </a:moveTo>
                  <a:lnTo>
                    <a:pt x="0" y="0"/>
                  </a:lnTo>
                  <a:lnTo>
                    <a:pt x="0" y="227075"/>
                  </a:lnTo>
                  <a:lnTo>
                    <a:pt x="2779776" y="227075"/>
                  </a:lnTo>
                  <a:lnTo>
                    <a:pt x="2779776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912353" y="5664708"/>
              <a:ext cx="1418843" cy="257555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8923287" y="5675007"/>
              <a:ext cx="1388745" cy="227329"/>
            </a:xfrm>
            <a:custGeom>
              <a:avLst/>
              <a:gdLst/>
              <a:ahLst/>
              <a:cxnLst/>
              <a:rect l="l" t="t" r="r" b="b"/>
              <a:pathLst>
                <a:path w="1388745" h="227329">
                  <a:moveTo>
                    <a:pt x="1388364" y="0"/>
                  </a:moveTo>
                  <a:lnTo>
                    <a:pt x="0" y="0"/>
                  </a:lnTo>
                  <a:lnTo>
                    <a:pt x="0" y="227075"/>
                  </a:lnTo>
                  <a:lnTo>
                    <a:pt x="1388364" y="227075"/>
                  </a:lnTo>
                  <a:lnTo>
                    <a:pt x="138836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790432" y="4611623"/>
              <a:ext cx="3319271" cy="45719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790432" y="4855463"/>
              <a:ext cx="2237231" cy="457199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790432" y="5099303"/>
              <a:ext cx="2758439" cy="457199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790432" y="5343144"/>
              <a:ext cx="3054095" cy="457199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790432" y="5586983"/>
              <a:ext cx="1662682" cy="457199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8910586" y="4665610"/>
            <a:ext cx="3013710" cy="1244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"/>
                <a:cs typeface="Arial"/>
              </a:rPr>
              <a:t>DC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OUTPUT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part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6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screws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 spc="-20">
                <a:latin typeface="Arial"/>
                <a:cs typeface="Arial"/>
              </a:rPr>
              <a:t>using </a:t>
            </a:r>
            <a:r>
              <a:rPr dirty="0" sz="1600">
                <a:latin typeface="Arial"/>
                <a:cs typeface="Arial"/>
              </a:rPr>
              <a:t>a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Phillips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screwdriver</a:t>
            </a:r>
            <a:endParaRPr sz="1600">
              <a:latin typeface="Arial"/>
              <a:cs typeface="Arial"/>
            </a:endParaRPr>
          </a:p>
          <a:p>
            <a:pPr marL="12700" marR="267335">
              <a:lnSpc>
                <a:spcPct val="100000"/>
              </a:lnSpc>
            </a:pPr>
            <a:r>
              <a:rPr dirty="0" sz="1600">
                <a:latin typeface="Arial"/>
                <a:cs typeface="Arial"/>
              </a:rPr>
              <a:t>Rotate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counterclockwise</a:t>
            </a:r>
            <a:r>
              <a:rPr dirty="0" sz="1600" spc="-85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to </a:t>
            </a:r>
            <a:r>
              <a:rPr dirty="0" sz="1600">
                <a:latin typeface="Arial"/>
                <a:cs typeface="Arial"/>
              </a:rPr>
              <a:t>connect,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then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rotate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clockwise </a:t>
            </a:r>
            <a:r>
              <a:rPr dirty="0" sz="1600">
                <a:latin typeface="Arial"/>
                <a:cs typeface="Arial"/>
              </a:rPr>
              <a:t>again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secure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299319" y="3647009"/>
            <a:ext cx="3223260" cy="1316990"/>
            <a:chOff x="6299319" y="3647009"/>
            <a:chExt cx="3223260" cy="1316990"/>
          </a:xfrm>
        </p:grpSpPr>
        <p:sp>
          <p:nvSpPr>
            <p:cNvPr id="61" name="object 61"/>
            <p:cNvSpPr/>
            <p:nvPr/>
          </p:nvSpPr>
          <p:spPr>
            <a:xfrm>
              <a:off x="8363988" y="3695764"/>
              <a:ext cx="1139190" cy="1199515"/>
            </a:xfrm>
            <a:custGeom>
              <a:avLst/>
              <a:gdLst/>
              <a:ahLst/>
              <a:cxnLst/>
              <a:rect l="l" t="t" r="r" b="b"/>
              <a:pathLst>
                <a:path w="1139190" h="1199514">
                  <a:moveTo>
                    <a:pt x="1139139" y="0"/>
                  </a:moveTo>
                  <a:lnTo>
                    <a:pt x="0" y="1199070"/>
                  </a:lnTo>
                </a:path>
              </a:pathLst>
            </a:custGeom>
            <a:ln w="381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8298387" y="4841655"/>
              <a:ext cx="120650" cy="122555"/>
            </a:xfrm>
            <a:custGeom>
              <a:avLst/>
              <a:gdLst/>
              <a:ahLst/>
              <a:cxnLst/>
              <a:rect l="l" t="t" r="r" b="b"/>
              <a:pathLst>
                <a:path w="120650" h="122554">
                  <a:moveTo>
                    <a:pt x="37287" y="0"/>
                  </a:moveTo>
                  <a:lnTo>
                    <a:pt x="0" y="122224"/>
                  </a:lnTo>
                  <a:lnTo>
                    <a:pt x="120154" y="78727"/>
                  </a:lnTo>
                  <a:lnTo>
                    <a:pt x="37287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6327894" y="3675584"/>
              <a:ext cx="679450" cy="1120140"/>
            </a:xfrm>
            <a:custGeom>
              <a:avLst/>
              <a:gdLst/>
              <a:ahLst/>
              <a:cxnLst/>
              <a:rect l="l" t="t" r="r" b="b"/>
              <a:pathLst>
                <a:path w="679450" h="1120139">
                  <a:moveTo>
                    <a:pt x="0" y="0"/>
                  </a:moveTo>
                  <a:lnTo>
                    <a:pt x="679335" y="1120012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6919114" y="4726710"/>
              <a:ext cx="162560" cy="191135"/>
            </a:xfrm>
            <a:custGeom>
              <a:avLst/>
              <a:gdLst/>
              <a:ahLst/>
              <a:cxnLst/>
              <a:rect l="l" t="t" r="r" b="b"/>
              <a:pathLst>
                <a:path w="162559" h="191135">
                  <a:moveTo>
                    <a:pt x="146596" y="0"/>
                  </a:moveTo>
                  <a:lnTo>
                    <a:pt x="0" y="88912"/>
                  </a:lnTo>
                  <a:lnTo>
                    <a:pt x="162204" y="191046"/>
                  </a:lnTo>
                  <a:lnTo>
                    <a:pt x="14659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8124896" y="3353357"/>
            <a:ext cx="26174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0000FF"/>
                </a:solidFill>
                <a:latin typeface="Arial"/>
                <a:cs typeface="Arial"/>
              </a:rPr>
              <a:t>-</a:t>
            </a:r>
            <a:r>
              <a:rPr dirty="0" sz="1800">
                <a:solidFill>
                  <a:srgbClr val="0000FF"/>
                </a:solidFill>
                <a:latin typeface="Arial"/>
                <a:cs typeface="Arial"/>
              </a:rPr>
              <a:t>V:</a:t>
            </a:r>
            <a:r>
              <a:rPr dirty="0" sz="1800" spc="-3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FF"/>
                </a:solidFill>
                <a:latin typeface="Arial"/>
                <a:cs typeface="Arial"/>
              </a:rPr>
              <a:t>Connect</a:t>
            </a:r>
            <a:r>
              <a:rPr dirty="0" sz="1800" spc="-2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dirty="0" sz="1800" spc="-4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FF"/>
                </a:solidFill>
                <a:latin typeface="Arial"/>
                <a:cs typeface="Arial"/>
              </a:rPr>
              <a:t>black</a:t>
            </a:r>
            <a:r>
              <a:rPr dirty="0" sz="1800" spc="-4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0000FF"/>
                </a:solidFill>
                <a:latin typeface="Arial"/>
                <a:cs typeface="Arial"/>
              </a:rPr>
              <a:t>line</a:t>
            </a:r>
            <a:endParaRPr sz="18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166354" y="3409593"/>
            <a:ext cx="24726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+V:</a:t>
            </a:r>
            <a:r>
              <a:rPr dirty="0" sz="1800" spc="-4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Connect</a:t>
            </a:r>
            <a:r>
              <a:rPr dirty="0" sz="18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800" spc="-4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red</a:t>
            </a:r>
            <a:r>
              <a:rPr dirty="0" sz="18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0000"/>
                </a:solidFill>
                <a:latin typeface="Arial"/>
                <a:cs typeface="Arial"/>
              </a:rPr>
              <a:t>line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398995" y="2118004"/>
            <a:ext cx="8105775" cy="4740275"/>
            <a:chOff x="398995" y="2118004"/>
            <a:chExt cx="8105775" cy="4740275"/>
          </a:xfrm>
        </p:grpSpPr>
        <p:pic>
          <p:nvPicPr>
            <p:cNvPr id="68" name="object 6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22516" y="2318258"/>
              <a:ext cx="3441605" cy="4539742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829534" y="2118004"/>
              <a:ext cx="2013572" cy="1957501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98995" y="2118004"/>
              <a:ext cx="2247773" cy="2305951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3135086" y="3135086"/>
              <a:ext cx="1982470" cy="617220"/>
            </a:xfrm>
            <a:custGeom>
              <a:avLst/>
              <a:gdLst/>
              <a:ahLst/>
              <a:cxnLst/>
              <a:rect l="l" t="t" r="r" b="b"/>
              <a:pathLst>
                <a:path w="1982470" h="617220">
                  <a:moveTo>
                    <a:pt x="426719" y="0"/>
                  </a:moveTo>
                  <a:lnTo>
                    <a:pt x="373503" y="3123"/>
                  </a:lnTo>
                  <a:lnTo>
                    <a:pt x="321027" y="12136"/>
                  </a:lnTo>
                  <a:lnTo>
                    <a:pt x="270033" y="26503"/>
                  </a:lnTo>
                  <a:lnTo>
                    <a:pt x="221262" y="45690"/>
                  </a:lnTo>
                  <a:lnTo>
                    <a:pt x="175454" y="69160"/>
                  </a:lnTo>
                  <a:lnTo>
                    <a:pt x="133349" y="96378"/>
                  </a:lnTo>
                  <a:lnTo>
                    <a:pt x="95690" y="126809"/>
                  </a:lnTo>
                  <a:lnTo>
                    <a:pt x="63217" y="159918"/>
                  </a:lnTo>
                  <a:lnTo>
                    <a:pt x="36671" y="195169"/>
                  </a:lnTo>
                  <a:lnTo>
                    <a:pt x="16792" y="232026"/>
                  </a:lnTo>
                  <a:lnTo>
                    <a:pt x="4321" y="269954"/>
                  </a:lnTo>
                  <a:lnTo>
                    <a:pt x="0" y="308419"/>
                  </a:lnTo>
                  <a:lnTo>
                    <a:pt x="1654" y="319200"/>
                  </a:lnTo>
                  <a:lnTo>
                    <a:pt x="25857" y="351427"/>
                  </a:lnTo>
                  <a:lnTo>
                    <a:pt x="77282" y="383232"/>
                  </a:lnTo>
                  <a:lnTo>
                    <a:pt x="125653" y="404044"/>
                  </a:lnTo>
                  <a:lnTo>
                    <a:pt x="184568" y="424435"/>
                  </a:lnTo>
                  <a:lnTo>
                    <a:pt x="253405" y="444310"/>
                  </a:lnTo>
                  <a:lnTo>
                    <a:pt x="291350" y="454025"/>
                  </a:lnTo>
                  <a:lnTo>
                    <a:pt x="331542" y="463576"/>
                  </a:lnTo>
                  <a:lnTo>
                    <a:pt x="373903" y="472951"/>
                  </a:lnTo>
                  <a:lnTo>
                    <a:pt x="418357" y="482139"/>
                  </a:lnTo>
                  <a:lnTo>
                    <a:pt x="464824" y="491127"/>
                  </a:lnTo>
                  <a:lnTo>
                    <a:pt x="513227" y="499905"/>
                  </a:lnTo>
                  <a:lnTo>
                    <a:pt x="563489" y="508459"/>
                  </a:lnTo>
                  <a:lnTo>
                    <a:pt x="615532" y="516780"/>
                  </a:lnTo>
                  <a:lnTo>
                    <a:pt x="669278" y="524854"/>
                  </a:lnTo>
                  <a:lnTo>
                    <a:pt x="724648" y="532671"/>
                  </a:lnTo>
                  <a:lnTo>
                    <a:pt x="781567" y="540218"/>
                  </a:lnTo>
                  <a:lnTo>
                    <a:pt x="839954" y="547484"/>
                  </a:lnTo>
                  <a:lnTo>
                    <a:pt x="899734" y="554457"/>
                  </a:lnTo>
                  <a:lnTo>
                    <a:pt x="960828" y="561125"/>
                  </a:lnTo>
                  <a:lnTo>
                    <a:pt x="1023159" y="567477"/>
                  </a:lnTo>
                  <a:lnTo>
                    <a:pt x="1086648" y="573501"/>
                  </a:lnTo>
                  <a:lnTo>
                    <a:pt x="1151217" y="579185"/>
                  </a:lnTo>
                  <a:lnTo>
                    <a:pt x="1216791" y="584518"/>
                  </a:lnTo>
                  <a:lnTo>
                    <a:pt x="1283289" y="589487"/>
                  </a:lnTo>
                  <a:lnTo>
                    <a:pt x="1350635" y="594081"/>
                  </a:lnTo>
                  <a:lnTo>
                    <a:pt x="1418751" y="598289"/>
                  </a:lnTo>
                  <a:lnTo>
                    <a:pt x="1487559" y="602098"/>
                  </a:lnTo>
                  <a:lnTo>
                    <a:pt x="1556981" y="605497"/>
                  </a:lnTo>
                  <a:lnTo>
                    <a:pt x="1626940" y="608474"/>
                  </a:lnTo>
                  <a:lnTo>
                    <a:pt x="1697358" y="611018"/>
                  </a:lnTo>
                  <a:lnTo>
                    <a:pt x="1768157" y="613116"/>
                  </a:lnTo>
                  <a:lnTo>
                    <a:pt x="1839260" y="614758"/>
                  </a:lnTo>
                  <a:lnTo>
                    <a:pt x="1910587" y="615930"/>
                  </a:lnTo>
                  <a:lnTo>
                    <a:pt x="1982063" y="616623"/>
                  </a:lnTo>
                </a:path>
              </a:pathLst>
            </a:custGeom>
            <a:ln w="126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5105280" y="3713574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5" h="76200">
                  <a:moveTo>
                    <a:pt x="241" y="0"/>
                  </a:moveTo>
                  <a:lnTo>
                    <a:pt x="0" y="76200"/>
                  </a:lnTo>
                  <a:lnTo>
                    <a:pt x="76314" y="38341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4145843" y="2795451"/>
              <a:ext cx="4320540" cy="467359"/>
            </a:xfrm>
            <a:custGeom>
              <a:avLst/>
              <a:gdLst/>
              <a:ahLst/>
              <a:cxnLst/>
              <a:rect l="l" t="t" r="r" b="b"/>
              <a:pathLst>
                <a:path w="4320540" h="467360">
                  <a:moveTo>
                    <a:pt x="0" y="0"/>
                  </a:moveTo>
                  <a:lnTo>
                    <a:pt x="73637" y="51"/>
                  </a:lnTo>
                  <a:lnTo>
                    <a:pt x="147255" y="204"/>
                  </a:lnTo>
                  <a:lnTo>
                    <a:pt x="220835" y="457"/>
                  </a:lnTo>
                  <a:lnTo>
                    <a:pt x="294358" y="810"/>
                  </a:lnTo>
                  <a:lnTo>
                    <a:pt x="367805" y="1261"/>
                  </a:lnTo>
                  <a:lnTo>
                    <a:pt x="441157" y="1809"/>
                  </a:lnTo>
                  <a:lnTo>
                    <a:pt x="514395" y="2453"/>
                  </a:lnTo>
                  <a:lnTo>
                    <a:pt x="587500" y="3191"/>
                  </a:lnTo>
                  <a:lnTo>
                    <a:pt x="660452" y="4023"/>
                  </a:lnTo>
                  <a:lnTo>
                    <a:pt x="733233" y="4947"/>
                  </a:lnTo>
                  <a:lnTo>
                    <a:pt x="805825" y="5963"/>
                  </a:lnTo>
                  <a:lnTo>
                    <a:pt x="878207" y="7068"/>
                  </a:lnTo>
                  <a:lnTo>
                    <a:pt x="950360" y="8263"/>
                  </a:lnTo>
                  <a:lnTo>
                    <a:pt x="1022267" y="9545"/>
                  </a:lnTo>
                  <a:lnTo>
                    <a:pt x="1093907" y="10913"/>
                  </a:lnTo>
                  <a:lnTo>
                    <a:pt x="1165262" y="12367"/>
                  </a:lnTo>
                  <a:lnTo>
                    <a:pt x="1236313" y="13905"/>
                  </a:lnTo>
                  <a:lnTo>
                    <a:pt x="1307040" y="15526"/>
                  </a:lnTo>
                  <a:lnTo>
                    <a:pt x="1377425" y="17229"/>
                  </a:lnTo>
                  <a:lnTo>
                    <a:pt x="1447449" y="19012"/>
                  </a:lnTo>
                  <a:lnTo>
                    <a:pt x="1517092" y="20875"/>
                  </a:lnTo>
                  <a:lnTo>
                    <a:pt x="1586336" y="22816"/>
                  </a:lnTo>
                  <a:lnTo>
                    <a:pt x="1655161" y="24835"/>
                  </a:lnTo>
                  <a:lnTo>
                    <a:pt x="1723549" y="26929"/>
                  </a:lnTo>
                  <a:lnTo>
                    <a:pt x="1791481" y="29098"/>
                  </a:lnTo>
                  <a:lnTo>
                    <a:pt x="1858937" y="31341"/>
                  </a:lnTo>
                  <a:lnTo>
                    <a:pt x="1925899" y="33656"/>
                  </a:lnTo>
                  <a:lnTo>
                    <a:pt x="1992347" y="36042"/>
                  </a:lnTo>
                  <a:lnTo>
                    <a:pt x="2058262" y="38499"/>
                  </a:lnTo>
                  <a:lnTo>
                    <a:pt x="2123627" y="41025"/>
                  </a:lnTo>
                  <a:lnTo>
                    <a:pt x="2188420" y="43618"/>
                  </a:lnTo>
                  <a:lnTo>
                    <a:pt x="2252624" y="46278"/>
                  </a:lnTo>
                  <a:lnTo>
                    <a:pt x="2316219" y="49003"/>
                  </a:lnTo>
                  <a:lnTo>
                    <a:pt x="2379187" y="51793"/>
                  </a:lnTo>
                  <a:lnTo>
                    <a:pt x="2441508" y="54646"/>
                  </a:lnTo>
                  <a:lnTo>
                    <a:pt x="2503164" y="57561"/>
                  </a:lnTo>
                  <a:lnTo>
                    <a:pt x="2564134" y="60536"/>
                  </a:lnTo>
                  <a:lnTo>
                    <a:pt x="2624401" y="63571"/>
                  </a:lnTo>
                  <a:lnTo>
                    <a:pt x="2683946" y="66665"/>
                  </a:lnTo>
                  <a:lnTo>
                    <a:pt x="2742748" y="69816"/>
                  </a:lnTo>
                  <a:lnTo>
                    <a:pt x="2800790" y="73023"/>
                  </a:lnTo>
                  <a:lnTo>
                    <a:pt x="2858052" y="76285"/>
                  </a:lnTo>
                  <a:lnTo>
                    <a:pt x="2914516" y="79600"/>
                  </a:lnTo>
                  <a:lnTo>
                    <a:pt x="2970161" y="82969"/>
                  </a:lnTo>
                  <a:lnTo>
                    <a:pt x="3024970" y="86388"/>
                  </a:lnTo>
                  <a:lnTo>
                    <a:pt x="3078923" y="89858"/>
                  </a:lnTo>
                  <a:lnTo>
                    <a:pt x="3132001" y="93377"/>
                  </a:lnTo>
                  <a:lnTo>
                    <a:pt x="3184185" y="96944"/>
                  </a:lnTo>
                  <a:lnTo>
                    <a:pt x="3235456" y="100558"/>
                  </a:lnTo>
                  <a:lnTo>
                    <a:pt x="3285795" y="104217"/>
                  </a:lnTo>
                  <a:lnTo>
                    <a:pt x="3335184" y="107921"/>
                  </a:lnTo>
                  <a:lnTo>
                    <a:pt x="3383602" y="111668"/>
                  </a:lnTo>
                  <a:lnTo>
                    <a:pt x="3431032" y="115457"/>
                  </a:lnTo>
                  <a:lnTo>
                    <a:pt x="3477453" y="119286"/>
                  </a:lnTo>
                  <a:lnTo>
                    <a:pt x="3522848" y="123156"/>
                  </a:lnTo>
                  <a:lnTo>
                    <a:pt x="3567196" y="127064"/>
                  </a:lnTo>
                  <a:lnTo>
                    <a:pt x="3610479" y="131010"/>
                  </a:lnTo>
                  <a:lnTo>
                    <a:pt x="3652679" y="134992"/>
                  </a:lnTo>
                  <a:lnTo>
                    <a:pt x="3693775" y="139008"/>
                  </a:lnTo>
                  <a:lnTo>
                    <a:pt x="3733749" y="143059"/>
                  </a:lnTo>
                  <a:lnTo>
                    <a:pt x="3772582" y="147143"/>
                  </a:lnTo>
                  <a:lnTo>
                    <a:pt x="3846749" y="155403"/>
                  </a:lnTo>
                  <a:lnTo>
                    <a:pt x="3916122" y="163780"/>
                  </a:lnTo>
                  <a:lnTo>
                    <a:pt x="3980551" y="172265"/>
                  </a:lnTo>
                  <a:lnTo>
                    <a:pt x="4039883" y="180848"/>
                  </a:lnTo>
                  <a:lnTo>
                    <a:pt x="4093966" y="189520"/>
                  </a:lnTo>
                  <a:lnTo>
                    <a:pt x="4142648" y="198271"/>
                  </a:lnTo>
                  <a:lnTo>
                    <a:pt x="4185776" y="207092"/>
                  </a:lnTo>
                  <a:lnTo>
                    <a:pt x="4223198" y="215974"/>
                  </a:lnTo>
                  <a:lnTo>
                    <a:pt x="4268301" y="229391"/>
                  </a:lnTo>
                  <a:lnTo>
                    <a:pt x="4307048" y="247404"/>
                  </a:lnTo>
                  <a:lnTo>
                    <a:pt x="4320255" y="321663"/>
                  </a:lnTo>
                  <a:lnTo>
                    <a:pt x="4320312" y="375551"/>
                  </a:lnTo>
                  <a:lnTo>
                    <a:pt x="4320401" y="424877"/>
                  </a:lnTo>
                  <a:lnTo>
                    <a:pt x="4320514" y="467359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8428173" y="3249969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76200" y="0"/>
                  </a:moveTo>
                  <a:lnTo>
                    <a:pt x="0" y="533"/>
                  </a:lnTo>
                  <a:lnTo>
                    <a:pt x="38633" y="76466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31225" y="6579407"/>
            <a:ext cx="239458" cy="1642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82273" y="537946"/>
            <a:ext cx="11376025" cy="2844165"/>
            <a:chOff x="382273" y="537946"/>
            <a:chExt cx="11376025" cy="2844165"/>
          </a:xfrm>
        </p:grpSpPr>
        <p:sp>
          <p:nvSpPr>
            <p:cNvPr id="4" name="object 4"/>
            <p:cNvSpPr/>
            <p:nvPr/>
          </p:nvSpPr>
          <p:spPr>
            <a:xfrm>
              <a:off x="382273" y="1170702"/>
              <a:ext cx="11376025" cy="0"/>
            </a:xfrm>
            <a:custGeom>
              <a:avLst/>
              <a:gdLst/>
              <a:ahLst/>
              <a:cxnLst/>
              <a:rect l="l" t="t" r="r" b="b"/>
              <a:pathLst>
                <a:path w="11376025" h="0">
                  <a:moveTo>
                    <a:pt x="0" y="0"/>
                  </a:moveTo>
                  <a:lnTo>
                    <a:pt x="11375999" y="0"/>
                  </a:lnTo>
                </a:path>
              </a:pathLst>
            </a:custGeom>
            <a:ln w="19050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13435" y="537946"/>
              <a:ext cx="5630545" cy="476275"/>
            </a:xfrm>
            <a:prstGeom prst="rect">
              <a:avLst/>
            </a:prstGeom>
          </p:spPr>
        </p:pic>
        <p:pic>
          <p:nvPicPr>
            <p:cNvPr id="6" name="object 6" descr="텍스트, 전자기기, 회로이(가) 표시된 사진  자동 생성된 설명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82485" y="673214"/>
              <a:ext cx="4447514" cy="270870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147100" y="2062556"/>
              <a:ext cx="509270" cy="941705"/>
            </a:xfrm>
            <a:custGeom>
              <a:avLst/>
              <a:gdLst/>
              <a:ahLst/>
              <a:cxnLst/>
              <a:rect l="l" t="t" r="r" b="b"/>
              <a:pathLst>
                <a:path w="509270" h="941705">
                  <a:moveTo>
                    <a:pt x="0" y="0"/>
                  </a:moveTo>
                  <a:lnTo>
                    <a:pt x="508762" y="0"/>
                  </a:lnTo>
                  <a:lnTo>
                    <a:pt x="508762" y="941184"/>
                  </a:lnTo>
                  <a:lnTo>
                    <a:pt x="0" y="941184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763661" y="1898468"/>
              <a:ext cx="5288915" cy="439420"/>
            </a:xfrm>
            <a:custGeom>
              <a:avLst/>
              <a:gdLst/>
              <a:ahLst/>
              <a:cxnLst/>
              <a:rect l="l" t="t" r="r" b="b"/>
              <a:pathLst>
                <a:path w="5288915" h="439419">
                  <a:moveTo>
                    <a:pt x="0" y="0"/>
                  </a:moveTo>
                  <a:lnTo>
                    <a:pt x="5288508" y="438861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028457" y="2278794"/>
              <a:ext cx="118745" cy="114300"/>
            </a:xfrm>
            <a:custGeom>
              <a:avLst/>
              <a:gdLst/>
              <a:ahLst/>
              <a:cxnLst/>
              <a:rect l="l" t="t" r="r" b="b"/>
              <a:pathLst>
                <a:path w="118745" h="114300">
                  <a:moveTo>
                    <a:pt x="9461" y="0"/>
                  </a:moveTo>
                  <a:lnTo>
                    <a:pt x="0" y="113906"/>
                  </a:lnTo>
                  <a:lnTo>
                    <a:pt x="118643" y="66408"/>
                  </a:lnTo>
                  <a:lnTo>
                    <a:pt x="946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763661" y="2177143"/>
              <a:ext cx="5288915" cy="565150"/>
            </a:xfrm>
            <a:custGeom>
              <a:avLst/>
              <a:gdLst/>
              <a:ahLst/>
              <a:cxnLst/>
              <a:rect l="l" t="t" r="r" b="b"/>
              <a:pathLst>
                <a:path w="5288915" h="565150">
                  <a:moveTo>
                    <a:pt x="0" y="0"/>
                  </a:moveTo>
                  <a:lnTo>
                    <a:pt x="5288724" y="56481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027375" y="2683106"/>
              <a:ext cx="120014" cy="113664"/>
            </a:xfrm>
            <a:custGeom>
              <a:avLst/>
              <a:gdLst/>
              <a:ahLst/>
              <a:cxnLst/>
              <a:rect l="l" t="t" r="r" b="b"/>
              <a:pathLst>
                <a:path w="120015" h="113664">
                  <a:moveTo>
                    <a:pt x="12141" y="0"/>
                  </a:moveTo>
                  <a:lnTo>
                    <a:pt x="0" y="113652"/>
                  </a:lnTo>
                  <a:lnTo>
                    <a:pt x="119722" y="68973"/>
                  </a:lnTo>
                  <a:lnTo>
                    <a:pt x="121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5920" y="544153"/>
            <a:ext cx="2093531" cy="369214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" name="object 14"/>
          <p:cNvGrpSpPr/>
          <p:nvPr/>
        </p:nvGrpSpPr>
        <p:grpSpPr>
          <a:xfrm>
            <a:off x="9055" y="3376764"/>
            <a:ext cx="3122295" cy="3481704"/>
            <a:chOff x="9055" y="3376764"/>
            <a:chExt cx="3122295" cy="3481704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6501" y="3517518"/>
              <a:ext cx="2377917" cy="334048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70507" y="3401174"/>
              <a:ext cx="1460284" cy="14516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55" y="3376764"/>
              <a:ext cx="1586318" cy="1773313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61013" y="1301626"/>
            <a:ext cx="6972934" cy="29540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12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SMPS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–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Motor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Driver</a:t>
            </a:r>
            <a:endParaRPr sz="24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140"/>
              </a:spcBef>
              <a:buSzPct val="130000"/>
              <a:buFont typeface="Arial"/>
              <a:buChar char="•"/>
              <a:tabLst>
                <a:tab pos="697865" algn="l"/>
              </a:tabLst>
            </a:pPr>
            <a:r>
              <a:rPr dirty="0" sz="2000">
                <a:latin typeface="맑은 고딕"/>
                <a:cs typeface="맑은 고딕"/>
              </a:rPr>
              <a:t>Red</a:t>
            </a:r>
            <a:r>
              <a:rPr dirty="0" sz="2000" spc="-6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Line:</a:t>
            </a:r>
            <a:r>
              <a:rPr dirty="0" sz="2000" spc="-65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9-</a:t>
            </a:r>
            <a:r>
              <a:rPr dirty="0" sz="2000" spc="-25">
                <a:latin typeface="맑은 고딕"/>
                <a:cs typeface="맑은 고딕"/>
              </a:rPr>
              <a:t>36V</a:t>
            </a:r>
            <a:endParaRPr sz="2000">
              <a:latin typeface="맑은 고딕"/>
              <a:cs typeface="맑은 고딕"/>
            </a:endParaRPr>
          </a:p>
          <a:p>
            <a:pPr lvl="1" marL="697865" indent="-228600">
              <a:lnSpc>
                <a:spcPct val="100000"/>
              </a:lnSpc>
              <a:spcBef>
                <a:spcPts val="250"/>
              </a:spcBef>
              <a:buSzPct val="130000"/>
              <a:buFont typeface="Arial"/>
              <a:buChar char="•"/>
              <a:tabLst>
                <a:tab pos="697865" algn="l"/>
              </a:tabLst>
            </a:pPr>
            <a:r>
              <a:rPr dirty="0" sz="2000">
                <a:latin typeface="맑은 고딕"/>
                <a:cs typeface="맑은 고딕"/>
              </a:rPr>
              <a:t>Black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Line: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 spc="-20">
                <a:latin typeface="맑은 고딕"/>
                <a:cs typeface="맑은 고딕"/>
              </a:rPr>
              <a:t>PGND</a:t>
            </a:r>
            <a:endParaRPr sz="20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2000">
              <a:latin typeface="맑은 고딕"/>
              <a:cs typeface="맑은 고딕"/>
            </a:endParaRPr>
          </a:p>
          <a:p>
            <a:pPr marL="3366770" marR="5080">
              <a:lnSpc>
                <a:spcPct val="100000"/>
              </a:lnSpc>
            </a:pP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If</a:t>
            </a:r>
            <a:r>
              <a:rPr dirty="0" sz="18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position</a:t>
            </a:r>
            <a:r>
              <a:rPr dirty="0" sz="1800" spc="-1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dirty="0" sz="18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each</a:t>
            </a:r>
            <a:r>
              <a:rPr dirty="0" sz="1800" spc="-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0000"/>
                </a:solidFill>
                <a:latin typeface="Arial"/>
                <a:cs typeface="Arial"/>
              </a:rPr>
              <a:t>color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changes,</a:t>
            </a:r>
            <a:r>
              <a:rPr dirty="0" sz="18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800" spc="-4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motor</a:t>
            </a:r>
            <a:r>
              <a:rPr dirty="0" sz="18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driver</a:t>
            </a:r>
            <a:r>
              <a:rPr dirty="0" sz="18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will</a:t>
            </a:r>
            <a:r>
              <a:rPr dirty="0" sz="1800" spc="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Arial"/>
                <a:cs typeface="Arial"/>
              </a:rPr>
              <a:t>spark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dirty="0" sz="1800" spc="-10">
                <a:solidFill>
                  <a:srgbClr val="FF0000"/>
                </a:solidFill>
                <a:latin typeface="Arial"/>
                <a:cs typeface="Arial"/>
              </a:rPr>
              <a:t> malfunction!</a:t>
            </a:r>
            <a:endParaRPr sz="1800">
              <a:latin typeface="Arial"/>
              <a:cs typeface="Arial"/>
            </a:endParaRPr>
          </a:p>
          <a:p>
            <a:pPr marL="3366770" marR="116839">
              <a:lnSpc>
                <a:spcPct val="100000"/>
              </a:lnSpc>
            </a:pP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Be</a:t>
            </a:r>
            <a:r>
              <a:rPr dirty="0" sz="18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sure</a:t>
            </a:r>
            <a:r>
              <a:rPr dirty="0" sz="18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18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check</a:t>
            </a:r>
            <a:r>
              <a:rPr dirty="0" sz="18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letters</a:t>
            </a:r>
            <a:r>
              <a:rPr dirty="0" sz="1800" spc="-10">
                <a:solidFill>
                  <a:srgbClr val="FF0000"/>
                </a:solidFill>
                <a:latin typeface="Arial"/>
                <a:cs typeface="Arial"/>
              </a:rPr>
              <a:t> 9-</a:t>
            </a:r>
            <a:r>
              <a:rPr dirty="0" sz="1800" spc="-35">
                <a:solidFill>
                  <a:srgbClr val="FF0000"/>
                </a:solidFill>
                <a:latin typeface="Arial"/>
                <a:cs typeface="Arial"/>
              </a:rPr>
              <a:t>36V, </a:t>
            </a:r>
            <a:r>
              <a:rPr dirty="0" sz="1800" spc="-10">
                <a:solidFill>
                  <a:srgbClr val="FF0000"/>
                </a:solidFill>
                <a:latin typeface="Arial"/>
                <a:cs typeface="Arial"/>
              </a:rPr>
              <a:t>PGND.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344668" y="4208246"/>
            <a:ext cx="3194588" cy="230805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590328" y="4436365"/>
            <a:ext cx="2990519" cy="2079928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7220982" y="5464917"/>
            <a:ext cx="641350" cy="114300"/>
            <a:chOff x="7220982" y="5464917"/>
            <a:chExt cx="641350" cy="114300"/>
          </a:xfrm>
        </p:grpSpPr>
        <p:sp>
          <p:nvSpPr>
            <p:cNvPr id="22" name="object 22"/>
            <p:cNvSpPr/>
            <p:nvPr/>
          </p:nvSpPr>
          <p:spPr>
            <a:xfrm>
              <a:off x="7220982" y="5522073"/>
              <a:ext cx="546100" cy="0"/>
            </a:xfrm>
            <a:custGeom>
              <a:avLst/>
              <a:gdLst/>
              <a:ahLst/>
              <a:cxnLst/>
              <a:rect l="l" t="t" r="r" b="b"/>
              <a:pathLst>
                <a:path w="546100" h="0">
                  <a:moveTo>
                    <a:pt x="0" y="0"/>
                  </a:moveTo>
                  <a:lnTo>
                    <a:pt x="545477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7747416" y="5464917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4041140" y="5633802"/>
            <a:ext cx="837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0000"/>
                </a:solidFill>
                <a:latin typeface="Arial"/>
                <a:cs typeface="Arial"/>
              </a:rPr>
              <a:t>(PGND)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752896" y="4662481"/>
            <a:ext cx="7861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0000"/>
                </a:solidFill>
                <a:latin typeface="Arial"/>
                <a:cs typeface="Arial"/>
              </a:rPr>
              <a:t>(9-</a:t>
            </a:r>
            <a:r>
              <a:rPr dirty="0" sz="1800" spc="-20">
                <a:solidFill>
                  <a:srgbClr val="FF0000"/>
                </a:solidFill>
                <a:latin typeface="Arial"/>
                <a:cs typeface="Arial"/>
              </a:rPr>
              <a:t>36V)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491067" y="4681911"/>
            <a:ext cx="7861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0000"/>
                </a:solidFill>
                <a:latin typeface="Arial"/>
                <a:cs typeface="Arial"/>
              </a:rPr>
              <a:t>(9-</a:t>
            </a:r>
            <a:r>
              <a:rPr dirty="0" sz="1800" spc="-20">
                <a:solidFill>
                  <a:srgbClr val="FF0000"/>
                </a:solidFill>
                <a:latin typeface="Arial"/>
                <a:cs typeface="Arial"/>
              </a:rPr>
              <a:t>36V)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940827" y="6006877"/>
            <a:ext cx="837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0000"/>
                </a:solidFill>
                <a:latin typeface="Arial"/>
                <a:cs typeface="Arial"/>
              </a:rPr>
              <a:t>(PGND)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06866" y="3929923"/>
            <a:ext cx="4898390" cy="1258570"/>
            <a:chOff x="106866" y="3929923"/>
            <a:chExt cx="4898390" cy="1258570"/>
          </a:xfrm>
        </p:grpSpPr>
        <p:sp>
          <p:nvSpPr>
            <p:cNvPr id="29" name="object 29"/>
            <p:cNvSpPr/>
            <p:nvPr/>
          </p:nvSpPr>
          <p:spPr>
            <a:xfrm>
              <a:off x="444665" y="4166308"/>
              <a:ext cx="4491990" cy="638175"/>
            </a:xfrm>
            <a:custGeom>
              <a:avLst/>
              <a:gdLst/>
              <a:ahLst/>
              <a:cxnLst/>
              <a:rect l="l" t="t" r="r" b="b"/>
              <a:pathLst>
                <a:path w="4491990" h="638175">
                  <a:moveTo>
                    <a:pt x="229323" y="0"/>
                  </a:moveTo>
                  <a:lnTo>
                    <a:pt x="191258" y="5685"/>
                  </a:lnTo>
                  <a:lnTo>
                    <a:pt x="154138" y="21868"/>
                  </a:lnTo>
                  <a:lnTo>
                    <a:pt x="118905" y="47236"/>
                  </a:lnTo>
                  <a:lnTo>
                    <a:pt x="86505" y="80476"/>
                  </a:lnTo>
                  <a:lnTo>
                    <a:pt x="57879" y="120278"/>
                  </a:lnTo>
                  <a:lnTo>
                    <a:pt x="33972" y="165327"/>
                  </a:lnTo>
                  <a:lnTo>
                    <a:pt x="15727" y="214313"/>
                  </a:lnTo>
                  <a:lnTo>
                    <a:pt x="4089" y="265923"/>
                  </a:lnTo>
                  <a:lnTo>
                    <a:pt x="0" y="318846"/>
                  </a:lnTo>
                  <a:lnTo>
                    <a:pt x="789" y="323992"/>
                  </a:lnTo>
                  <a:lnTo>
                    <a:pt x="37838" y="354805"/>
                  </a:lnTo>
                  <a:lnTo>
                    <a:pt x="76369" y="370115"/>
                  </a:lnTo>
                  <a:lnTo>
                    <a:pt x="127624" y="385317"/>
                  </a:lnTo>
                  <a:lnTo>
                    <a:pt x="168635" y="395376"/>
                  </a:lnTo>
                  <a:lnTo>
                    <a:pt x="214960" y="405364"/>
                  </a:lnTo>
                  <a:lnTo>
                    <a:pt x="266463" y="415271"/>
                  </a:lnTo>
                  <a:lnTo>
                    <a:pt x="323007" y="425087"/>
                  </a:lnTo>
                  <a:lnTo>
                    <a:pt x="384456" y="434803"/>
                  </a:lnTo>
                  <a:lnTo>
                    <a:pt x="450673" y="444410"/>
                  </a:lnTo>
                  <a:lnTo>
                    <a:pt x="521523" y="453897"/>
                  </a:lnTo>
                  <a:lnTo>
                    <a:pt x="596868" y="463255"/>
                  </a:lnTo>
                  <a:lnTo>
                    <a:pt x="636184" y="467883"/>
                  </a:lnTo>
                  <a:lnTo>
                    <a:pt x="676573" y="472475"/>
                  </a:lnTo>
                  <a:lnTo>
                    <a:pt x="718017" y="477030"/>
                  </a:lnTo>
                  <a:lnTo>
                    <a:pt x="760500" y="481547"/>
                  </a:lnTo>
                  <a:lnTo>
                    <a:pt x="804005" y="486025"/>
                  </a:lnTo>
                  <a:lnTo>
                    <a:pt x="848515" y="490462"/>
                  </a:lnTo>
                  <a:lnTo>
                    <a:pt x="894011" y="494858"/>
                  </a:lnTo>
                  <a:lnTo>
                    <a:pt x="940479" y="499210"/>
                  </a:lnTo>
                  <a:lnTo>
                    <a:pt x="987900" y="503519"/>
                  </a:lnTo>
                  <a:lnTo>
                    <a:pt x="1036257" y="507782"/>
                  </a:lnTo>
                  <a:lnTo>
                    <a:pt x="1085534" y="511998"/>
                  </a:lnTo>
                  <a:lnTo>
                    <a:pt x="1135713" y="516167"/>
                  </a:lnTo>
                  <a:lnTo>
                    <a:pt x="1186777" y="520288"/>
                  </a:lnTo>
                  <a:lnTo>
                    <a:pt x="1238710" y="524358"/>
                  </a:lnTo>
                  <a:lnTo>
                    <a:pt x="1291493" y="528376"/>
                  </a:lnTo>
                  <a:lnTo>
                    <a:pt x="1345111" y="532343"/>
                  </a:lnTo>
                  <a:lnTo>
                    <a:pt x="1399546" y="536255"/>
                  </a:lnTo>
                  <a:lnTo>
                    <a:pt x="1454781" y="540113"/>
                  </a:lnTo>
                  <a:lnTo>
                    <a:pt x="1510799" y="543915"/>
                  </a:lnTo>
                  <a:lnTo>
                    <a:pt x="1567582" y="547660"/>
                  </a:lnTo>
                  <a:lnTo>
                    <a:pt x="1625115" y="551346"/>
                  </a:lnTo>
                  <a:lnTo>
                    <a:pt x="1683380" y="554973"/>
                  </a:lnTo>
                  <a:lnTo>
                    <a:pt x="1742359" y="558538"/>
                  </a:lnTo>
                  <a:lnTo>
                    <a:pt x="1802036" y="562042"/>
                  </a:lnTo>
                  <a:lnTo>
                    <a:pt x="1862394" y="565483"/>
                  </a:lnTo>
                  <a:lnTo>
                    <a:pt x="1923415" y="568859"/>
                  </a:lnTo>
                  <a:lnTo>
                    <a:pt x="1985083" y="572170"/>
                  </a:lnTo>
                  <a:lnTo>
                    <a:pt x="2047381" y="575414"/>
                  </a:lnTo>
                  <a:lnTo>
                    <a:pt x="2110291" y="578590"/>
                  </a:lnTo>
                  <a:lnTo>
                    <a:pt x="2173796" y="581697"/>
                  </a:lnTo>
                  <a:lnTo>
                    <a:pt x="2237880" y="584734"/>
                  </a:lnTo>
                  <a:lnTo>
                    <a:pt x="2302525" y="587699"/>
                  </a:lnTo>
                  <a:lnTo>
                    <a:pt x="2367715" y="590591"/>
                  </a:lnTo>
                  <a:lnTo>
                    <a:pt x="2433432" y="593409"/>
                  </a:lnTo>
                  <a:lnTo>
                    <a:pt x="2499659" y="596153"/>
                  </a:lnTo>
                  <a:lnTo>
                    <a:pt x="2566379" y="598820"/>
                  </a:lnTo>
                  <a:lnTo>
                    <a:pt x="2633575" y="601409"/>
                  </a:lnTo>
                  <a:lnTo>
                    <a:pt x="2701231" y="603920"/>
                  </a:lnTo>
                  <a:lnTo>
                    <a:pt x="2769328" y="606352"/>
                  </a:lnTo>
                  <a:lnTo>
                    <a:pt x="2837851" y="608702"/>
                  </a:lnTo>
                  <a:lnTo>
                    <a:pt x="2906781" y="610969"/>
                  </a:lnTo>
                  <a:lnTo>
                    <a:pt x="2976102" y="613154"/>
                  </a:lnTo>
                  <a:lnTo>
                    <a:pt x="3045797" y="615253"/>
                  </a:lnTo>
                  <a:lnTo>
                    <a:pt x="3115849" y="617267"/>
                  </a:lnTo>
                  <a:lnTo>
                    <a:pt x="3186241" y="619194"/>
                  </a:lnTo>
                  <a:lnTo>
                    <a:pt x="3256955" y="621033"/>
                  </a:lnTo>
                  <a:lnTo>
                    <a:pt x="3327975" y="622782"/>
                  </a:lnTo>
                  <a:lnTo>
                    <a:pt x="3399284" y="624441"/>
                  </a:lnTo>
                  <a:lnTo>
                    <a:pt x="3470864" y="626008"/>
                  </a:lnTo>
                  <a:lnTo>
                    <a:pt x="3542698" y="627482"/>
                  </a:lnTo>
                  <a:lnTo>
                    <a:pt x="3614770" y="628862"/>
                  </a:lnTo>
                  <a:lnTo>
                    <a:pt x="3687063" y="630146"/>
                  </a:lnTo>
                  <a:lnTo>
                    <a:pt x="3759559" y="631334"/>
                  </a:lnTo>
                  <a:lnTo>
                    <a:pt x="3832241" y="632424"/>
                  </a:lnTo>
                  <a:lnTo>
                    <a:pt x="3905092" y="633416"/>
                  </a:lnTo>
                  <a:lnTo>
                    <a:pt x="3978096" y="634307"/>
                  </a:lnTo>
                  <a:lnTo>
                    <a:pt x="4051235" y="635096"/>
                  </a:lnTo>
                  <a:lnTo>
                    <a:pt x="4124492" y="635784"/>
                  </a:lnTo>
                  <a:lnTo>
                    <a:pt x="4197850" y="636367"/>
                  </a:lnTo>
                  <a:lnTo>
                    <a:pt x="4271292" y="636846"/>
                  </a:lnTo>
                  <a:lnTo>
                    <a:pt x="4344801" y="637219"/>
                  </a:lnTo>
                  <a:lnTo>
                    <a:pt x="4418360" y="637484"/>
                  </a:lnTo>
                  <a:lnTo>
                    <a:pt x="4491951" y="637641"/>
                  </a:lnTo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928800" y="4765844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5" h="76200">
                  <a:moveTo>
                    <a:pt x="50" y="0"/>
                  </a:moveTo>
                  <a:lnTo>
                    <a:pt x="0" y="76200"/>
                  </a:lnTo>
                  <a:lnTo>
                    <a:pt x="76225" y="38150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13216" y="3936273"/>
              <a:ext cx="4392295" cy="1214120"/>
            </a:xfrm>
            <a:custGeom>
              <a:avLst/>
              <a:gdLst/>
              <a:ahLst/>
              <a:cxnLst/>
              <a:rect l="l" t="t" r="r" b="b"/>
              <a:pathLst>
                <a:path w="4392295" h="1214120">
                  <a:moveTo>
                    <a:pt x="1114691" y="0"/>
                  </a:moveTo>
                  <a:lnTo>
                    <a:pt x="1057058" y="1070"/>
                  </a:lnTo>
                  <a:lnTo>
                    <a:pt x="999562" y="4230"/>
                  </a:lnTo>
                  <a:lnTo>
                    <a:pt x="942340" y="9406"/>
                  </a:lnTo>
                  <a:lnTo>
                    <a:pt x="885530" y="16523"/>
                  </a:lnTo>
                  <a:lnTo>
                    <a:pt x="829268" y="25506"/>
                  </a:lnTo>
                  <a:lnTo>
                    <a:pt x="773691" y="36281"/>
                  </a:lnTo>
                  <a:lnTo>
                    <a:pt x="718937" y="48773"/>
                  </a:lnTo>
                  <a:lnTo>
                    <a:pt x="665143" y="62907"/>
                  </a:lnTo>
                  <a:lnTo>
                    <a:pt x="612445" y="78610"/>
                  </a:lnTo>
                  <a:lnTo>
                    <a:pt x="560982" y="95805"/>
                  </a:lnTo>
                  <a:lnTo>
                    <a:pt x="510889" y="114418"/>
                  </a:lnTo>
                  <a:lnTo>
                    <a:pt x="462305" y="134376"/>
                  </a:lnTo>
                  <a:lnTo>
                    <a:pt x="415366" y="155602"/>
                  </a:lnTo>
                  <a:lnTo>
                    <a:pt x="370210" y="178023"/>
                  </a:lnTo>
                  <a:lnTo>
                    <a:pt x="326973" y="201564"/>
                  </a:lnTo>
                  <a:lnTo>
                    <a:pt x="285793" y="226150"/>
                  </a:lnTo>
                  <a:lnTo>
                    <a:pt x="246807" y="251706"/>
                  </a:lnTo>
                  <a:lnTo>
                    <a:pt x="210151" y="278158"/>
                  </a:lnTo>
                  <a:lnTo>
                    <a:pt x="175964" y="305432"/>
                  </a:lnTo>
                  <a:lnTo>
                    <a:pt x="144382" y="333452"/>
                  </a:lnTo>
                  <a:lnTo>
                    <a:pt x="115542" y="362143"/>
                  </a:lnTo>
                  <a:lnTo>
                    <a:pt x="89582" y="391432"/>
                  </a:lnTo>
                  <a:lnTo>
                    <a:pt x="46847" y="451504"/>
                  </a:lnTo>
                  <a:lnTo>
                    <a:pt x="17276" y="513068"/>
                  </a:lnTo>
                  <a:lnTo>
                    <a:pt x="1965" y="575528"/>
                  </a:lnTo>
                  <a:lnTo>
                    <a:pt x="0" y="606907"/>
                  </a:lnTo>
                  <a:lnTo>
                    <a:pt x="755" y="616598"/>
                  </a:lnTo>
                  <a:lnTo>
                    <a:pt x="18611" y="655316"/>
                  </a:lnTo>
                  <a:lnTo>
                    <a:pt x="47128" y="684247"/>
                  </a:lnTo>
                  <a:lnTo>
                    <a:pt x="88126" y="713020"/>
                  </a:lnTo>
                  <a:lnTo>
                    <a:pt x="122177" y="732085"/>
                  </a:lnTo>
                  <a:lnTo>
                    <a:pt x="161451" y="751035"/>
                  </a:lnTo>
                  <a:lnTo>
                    <a:pt x="205821" y="769854"/>
                  </a:lnTo>
                  <a:lnTo>
                    <a:pt x="255156" y="788524"/>
                  </a:lnTo>
                  <a:lnTo>
                    <a:pt x="309329" y="807026"/>
                  </a:lnTo>
                  <a:lnTo>
                    <a:pt x="368209" y="825344"/>
                  </a:lnTo>
                  <a:lnTo>
                    <a:pt x="431668" y="843461"/>
                  </a:lnTo>
                  <a:lnTo>
                    <a:pt x="499576" y="861357"/>
                  </a:lnTo>
                  <a:lnTo>
                    <a:pt x="571805" y="879016"/>
                  </a:lnTo>
                  <a:lnTo>
                    <a:pt x="609500" y="887751"/>
                  </a:lnTo>
                  <a:lnTo>
                    <a:pt x="648226" y="896421"/>
                  </a:lnTo>
                  <a:lnTo>
                    <a:pt x="687968" y="905022"/>
                  </a:lnTo>
                  <a:lnTo>
                    <a:pt x="728709" y="913553"/>
                  </a:lnTo>
                  <a:lnTo>
                    <a:pt x="770433" y="922011"/>
                  </a:lnTo>
                  <a:lnTo>
                    <a:pt x="813125" y="930395"/>
                  </a:lnTo>
                  <a:lnTo>
                    <a:pt x="856767" y="938702"/>
                  </a:lnTo>
                  <a:lnTo>
                    <a:pt x="901345" y="946929"/>
                  </a:lnTo>
                  <a:lnTo>
                    <a:pt x="946841" y="955076"/>
                  </a:lnTo>
                  <a:lnTo>
                    <a:pt x="993240" y="963139"/>
                  </a:lnTo>
                  <a:lnTo>
                    <a:pt x="1040526" y="971117"/>
                  </a:lnTo>
                  <a:lnTo>
                    <a:pt x="1088682" y="979006"/>
                  </a:lnTo>
                  <a:lnTo>
                    <a:pt x="1137692" y="986806"/>
                  </a:lnTo>
                  <a:lnTo>
                    <a:pt x="1187540" y="994513"/>
                  </a:lnTo>
                  <a:lnTo>
                    <a:pt x="1238210" y="1002126"/>
                  </a:lnTo>
                  <a:lnTo>
                    <a:pt x="1289686" y="1009642"/>
                  </a:lnTo>
                  <a:lnTo>
                    <a:pt x="1341951" y="1017059"/>
                  </a:lnTo>
                  <a:lnTo>
                    <a:pt x="1394991" y="1024376"/>
                  </a:lnTo>
                  <a:lnTo>
                    <a:pt x="1448787" y="1031589"/>
                  </a:lnTo>
                  <a:lnTo>
                    <a:pt x="1503325" y="1038696"/>
                  </a:lnTo>
                  <a:lnTo>
                    <a:pt x="1558588" y="1045697"/>
                  </a:lnTo>
                  <a:lnTo>
                    <a:pt x="1614560" y="1052587"/>
                  </a:lnTo>
                  <a:lnTo>
                    <a:pt x="1671225" y="1059365"/>
                  </a:lnTo>
                  <a:lnTo>
                    <a:pt x="1728566" y="1066029"/>
                  </a:lnTo>
                  <a:lnTo>
                    <a:pt x="1786568" y="1072577"/>
                  </a:lnTo>
                  <a:lnTo>
                    <a:pt x="1845215" y="1079006"/>
                  </a:lnTo>
                  <a:lnTo>
                    <a:pt x="1904490" y="1085314"/>
                  </a:lnTo>
                  <a:lnTo>
                    <a:pt x="1964377" y="1091499"/>
                  </a:lnTo>
                  <a:lnTo>
                    <a:pt x="2024860" y="1097559"/>
                  </a:lnTo>
                  <a:lnTo>
                    <a:pt x="2085923" y="1103492"/>
                  </a:lnTo>
                  <a:lnTo>
                    <a:pt x="2147550" y="1109295"/>
                  </a:lnTo>
                  <a:lnTo>
                    <a:pt x="2209724" y="1114966"/>
                  </a:lnTo>
                  <a:lnTo>
                    <a:pt x="2272430" y="1120504"/>
                  </a:lnTo>
                  <a:lnTo>
                    <a:pt x="2335652" y="1125905"/>
                  </a:lnTo>
                  <a:lnTo>
                    <a:pt x="2399372" y="1131168"/>
                  </a:lnTo>
                  <a:lnTo>
                    <a:pt x="2463576" y="1136290"/>
                  </a:lnTo>
                  <a:lnTo>
                    <a:pt x="2528246" y="1141269"/>
                  </a:lnTo>
                  <a:lnTo>
                    <a:pt x="2593368" y="1146104"/>
                  </a:lnTo>
                  <a:lnTo>
                    <a:pt x="2658924" y="1150791"/>
                  </a:lnTo>
                  <a:lnTo>
                    <a:pt x="2724899" y="1155329"/>
                  </a:lnTo>
                  <a:lnTo>
                    <a:pt x="2791276" y="1159715"/>
                  </a:lnTo>
                  <a:lnTo>
                    <a:pt x="2858039" y="1163948"/>
                  </a:lnTo>
                  <a:lnTo>
                    <a:pt x="2925172" y="1168025"/>
                  </a:lnTo>
                  <a:lnTo>
                    <a:pt x="2992660" y="1171944"/>
                  </a:lnTo>
                  <a:lnTo>
                    <a:pt x="3060485" y="1175702"/>
                  </a:lnTo>
                  <a:lnTo>
                    <a:pt x="3128632" y="1179298"/>
                  </a:lnTo>
                  <a:lnTo>
                    <a:pt x="3197085" y="1182729"/>
                  </a:lnTo>
                  <a:lnTo>
                    <a:pt x="3265827" y="1185993"/>
                  </a:lnTo>
                  <a:lnTo>
                    <a:pt x="3334843" y="1189088"/>
                  </a:lnTo>
                  <a:lnTo>
                    <a:pt x="3404115" y="1192012"/>
                  </a:lnTo>
                  <a:lnTo>
                    <a:pt x="3473629" y="1194762"/>
                  </a:lnTo>
                  <a:lnTo>
                    <a:pt x="3543368" y="1197336"/>
                  </a:lnTo>
                  <a:lnTo>
                    <a:pt x="3613315" y="1199733"/>
                  </a:lnTo>
                  <a:lnTo>
                    <a:pt x="3683455" y="1201949"/>
                  </a:lnTo>
                  <a:lnTo>
                    <a:pt x="3753772" y="1203984"/>
                  </a:lnTo>
                  <a:lnTo>
                    <a:pt x="3824249" y="1205833"/>
                  </a:lnTo>
                  <a:lnTo>
                    <a:pt x="3894870" y="1207496"/>
                  </a:lnTo>
                  <a:lnTo>
                    <a:pt x="3965619" y="1208970"/>
                  </a:lnTo>
                  <a:lnTo>
                    <a:pt x="4036480" y="1210254"/>
                  </a:lnTo>
                  <a:lnTo>
                    <a:pt x="4107437" y="1211343"/>
                  </a:lnTo>
                  <a:lnTo>
                    <a:pt x="4178474" y="1212238"/>
                  </a:lnTo>
                  <a:lnTo>
                    <a:pt x="4249574" y="1212934"/>
                  </a:lnTo>
                  <a:lnTo>
                    <a:pt x="4320722" y="1213431"/>
                  </a:lnTo>
                  <a:lnTo>
                    <a:pt x="4391901" y="1213726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495751" y="5111878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5" h="76200">
                  <a:moveTo>
                    <a:pt x="101" y="0"/>
                  </a:moveTo>
                  <a:lnTo>
                    <a:pt x="0" y="76200"/>
                  </a:lnTo>
                  <a:lnTo>
                    <a:pt x="76250" y="38201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31225" y="6576728"/>
            <a:ext cx="241007" cy="16977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13435" y="537946"/>
            <a:ext cx="5630545" cy="4762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1626"/>
            <a:ext cx="3130550" cy="391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08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SMPS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–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Motor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Driver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53528" y="3747147"/>
            <a:ext cx="1543685" cy="1727835"/>
            <a:chOff x="1153528" y="3747147"/>
            <a:chExt cx="1543685" cy="172783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3528" y="3747147"/>
              <a:ext cx="1537271" cy="172728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077431" y="3967187"/>
              <a:ext cx="377825" cy="399415"/>
            </a:xfrm>
            <a:custGeom>
              <a:avLst/>
              <a:gdLst/>
              <a:ahLst/>
              <a:cxnLst/>
              <a:rect l="l" t="t" r="r" b="b"/>
              <a:pathLst>
                <a:path w="377825" h="399414">
                  <a:moveTo>
                    <a:pt x="377723" y="0"/>
                  </a:moveTo>
                  <a:lnTo>
                    <a:pt x="278015" y="0"/>
                  </a:lnTo>
                  <a:lnTo>
                    <a:pt x="242774" y="4461"/>
                  </a:lnTo>
                  <a:lnTo>
                    <a:pt x="177075" y="38424"/>
                  </a:lnTo>
                  <a:lnTo>
                    <a:pt x="147494" y="66773"/>
                  </a:lnTo>
                  <a:lnTo>
                    <a:pt x="120678" y="101932"/>
                  </a:lnTo>
                  <a:lnTo>
                    <a:pt x="97067" y="143325"/>
                  </a:lnTo>
                  <a:lnTo>
                    <a:pt x="77098" y="190376"/>
                  </a:lnTo>
                  <a:lnTo>
                    <a:pt x="61212" y="242509"/>
                  </a:lnTo>
                  <a:lnTo>
                    <a:pt x="49847" y="299148"/>
                  </a:lnTo>
                  <a:lnTo>
                    <a:pt x="0" y="299148"/>
                  </a:lnTo>
                  <a:lnTo>
                    <a:pt x="92227" y="398868"/>
                  </a:lnTo>
                  <a:lnTo>
                    <a:pt x="199428" y="299148"/>
                  </a:lnTo>
                  <a:lnTo>
                    <a:pt x="149567" y="299148"/>
                  </a:lnTo>
                  <a:lnTo>
                    <a:pt x="160929" y="242509"/>
                  </a:lnTo>
                  <a:lnTo>
                    <a:pt x="176813" y="190376"/>
                  </a:lnTo>
                  <a:lnTo>
                    <a:pt x="196781" y="143325"/>
                  </a:lnTo>
                  <a:lnTo>
                    <a:pt x="220392" y="101932"/>
                  </a:lnTo>
                  <a:lnTo>
                    <a:pt x="247208" y="66773"/>
                  </a:lnTo>
                  <a:lnTo>
                    <a:pt x="276788" y="38424"/>
                  </a:lnTo>
                  <a:lnTo>
                    <a:pt x="308694" y="17461"/>
                  </a:lnTo>
                  <a:lnTo>
                    <a:pt x="342485" y="4461"/>
                  </a:lnTo>
                  <a:lnTo>
                    <a:pt x="37772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405301" y="3967192"/>
              <a:ext cx="285750" cy="399415"/>
            </a:xfrm>
            <a:custGeom>
              <a:avLst/>
              <a:gdLst/>
              <a:ahLst/>
              <a:cxnLst/>
              <a:rect l="l" t="t" r="r" b="b"/>
              <a:pathLst>
                <a:path w="285750" h="399414">
                  <a:moveTo>
                    <a:pt x="49860" y="0"/>
                  </a:moveTo>
                  <a:lnTo>
                    <a:pt x="37301" y="566"/>
                  </a:lnTo>
                  <a:lnTo>
                    <a:pt x="24787" y="2262"/>
                  </a:lnTo>
                  <a:lnTo>
                    <a:pt x="12344" y="5084"/>
                  </a:lnTo>
                  <a:lnTo>
                    <a:pt x="0" y="9029"/>
                  </a:lnTo>
                  <a:lnTo>
                    <a:pt x="31548" y="24528"/>
                  </a:lnTo>
                  <a:lnTo>
                    <a:pt x="60955" y="46801"/>
                  </a:lnTo>
                  <a:lnTo>
                    <a:pt x="87943" y="75265"/>
                  </a:lnTo>
                  <a:lnTo>
                    <a:pt x="112234" y="109336"/>
                  </a:lnTo>
                  <a:lnTo>
                    <a:pt x="133551" y="148432"/>
                  </a:lnTo>
                  <a:lnTo>
                    <a:pt x="151615" y="191970"/>
                  </a:lnTo>
                  <a:lnTo>
                    <a:pt x="166149" y="239365"/>
                  </a:lnTo>
                  <a:lnTo>
                    <a:pt x="176874" y="290035"/>
                  </a:lnTo>
                  <a:lnTo>
                    <a:pt x="183513" y="343398"/>
                  </a:lnTo>
                  <a:lnTo>
                    <a:pt x="185788" y="398868"/>
                  </a:lnTo>
                  <a:lnTo>
                    <a:pt x="285496" y="398868"/>
                  </a:lnTo>
                  <a:lnTo>
                    <a:pt x="282941" y="339925"/>
                  </a:lnTo>
                  <a:lnTo>
                    <a:pt x="275519" y="283668"/>
                  </a:lnTo>
                  <a:lnTo>
                    <a:pt x="263595" y="230713"/>
                  </a:lnTo>
                  <a:lnTo>
                    <a:pt x="247533" y="181678"/>
                  </a:lnTo>
                  <a:lnTo>
                    <a:pt x="227698" y="137179"/>
                  </a:lnTo>
                  <a:lnTo>
                    <a:pt x="204454" y="97834"/>
                  </a:lnTo>
                  <a:lnTo>
                    <a:pt x="178165" y="64258"/>
                  </a:lnTo>
                  <a:lnTo>
                    <a:pt x="149197" y="37071"/>
                  </a:lnTo>
                  <a:lnTo>
                    <a:pt x="84680" y="4324"/>
                  </a:lnTo>
                  <a:lnTo>
                    <a:pt x="49860" y="0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077425" y="3967192"/>
              <a:ext cx="613410" cy="399415"/>
            </a:xfrm>
            <a:custGeom>
              <a:avLst/>
              <a:gdLst/>
              <a:ahLst/>
              <a:cxnLst/>
              <a:rect l="l" t="t" r="r" b="b"/>
              <a:pathLst>
                <a:path w="613410" h="399414">
                  <a:moveTo>
                    <a:pt x="327875" y="9029"/>
                  </a:moveTo>
                  <a:lnTo>
                    <a:pt x="388831" y="46801"/>
                  </a:lnTo>
                  <a:lnTo>
                    <a:pt x="415819" y="75265"/>
                  </a:lnTo>
                  <a:lnTo>
                    <a:pt x="440110" y="109336"/>
                  </a:lnTo>
                  <a:lnTo>
                    <a:pt x="461427" y="148432"/>
                  </a:lnTo>
                  <a:lnTo>
                    <a:pt x="479491" y="191970"/>
                  </a:lnTo>
                  <a:lnTo>
                    <a:pt x="494025" y="239365"/>
                  </a:lnTo>
                  <a:lnTo>
                    <a:pt x="504750" y="290035"/>
                  </a:lnTo>
                  <a:lnTo>
                    <a:pt x="511389" y="343398"/>
                  </a:lnTo>
                  <a:lnTo>
                    <a:pt x="513664" y="398868"/>
                  </a:lnTo>
                  <a:lnTo>
                    <a:pt x="613371" y="398868"/>
                  </a:lnTo>
                  <a:lnTo>
                    <a:pt x="610816" y="339925"/>
                  </a:lnTo>
                  <a:lnTo>
                    <a:pt x="603395" y="283668"/>
                  </a:lnTo>
                  <a:lnTo>
                    <a:pt x="591471" y="230713"/>
                  </a:lnTo>
                  <a:lnTo>
                    <a:pt x="575409" y="181678"/>
                  </a:lnTo>
                  <a:lnTo>
                    <a:pt x="555574" y="137179"/>
                  </a:lnTo>
                  <a:lnTo>
                    <a:pt x="532330" y="97834"/>
                  </a:lnTo>
                  <a:lnTo>
                    <a:pt x="506041" y="64258"/>
                  </a:lnTo>
                  <a:lnTo>
                    <a:pt x="477073" y="37071"/>
                  </a:lnTo>
                  <a:lnTo>
                    <a:pt x="412556" y="4324"/>
                  </a:lnTo>
                  <a:lnTo>
                    <a:pt x="377736" y="0"/>
                  </a:lnTo>
                  <a:lnTo>
                    <a:pt x="278015" y="0"/>
                  </a:lnTo>
                  <a:lnTo>
                    <a:pt x="208981" y="17460"/>
                  </a:lnTo>
                  <a:lnTo>
                    <a:pt x="177075" y="38421"/>
                  </a:lnTo>
                  <a:lnTo>
                    <a:pt x="147495" y="66768"/>
                  </a:lnTo>
                  <a:lnTo>
                    <a:pt x="120680" y="101927"/>
                  </a:lnTo>
                  <a:lnTo>
                    <a:pt x="97070" y="143319"/>
                  </a:lnTo>
                  <a:lnTo>
                    <a:pt x="77104" y="190371"/>
                  </a:lnTo>
                  <a:lnTo>
                    <a:pt x="61221" y="242506"/>
                  </a:lnTo>
                  <a:lnTo>
                    <a:pt x="49860" y="299148"/>
                  </a:lnTo>
                  <a:lnTo>
                    <a:pt x="0" y="299148"/>
                  </a:lnTo>
                  <a:lnTo>
                    <a:pt x="92227" y="398868"/>
                  </a:lnTo>
                  <a:lnTo>
                    <a:pt x="199428" y="299148"/>
                  </a:lnTo>
                  <a:lnTo>
                    <a:pt x="149580" y="299148"/>
                  </a:lnTo>
                  <a:lnTo>
                    <a:pt x="160941" y="242506"/>
                  </a:lnTo>
                  <a:lnTo>
                    <a:pt x="176824" y="190371"/>
                  </a:lnTo>
                  <a:lnTo>
                    <a:pt x="196791" y="143319"/>
                  </a:lnTo>
                  <a:lnTo>
                    <a:pt x="220401" y="101927"/>
                  </a:lnTo>
                  <a:lnTo>
                    <a:pt x="247215" y="66768"/>
                  </a:lnTo>
                  <a:lnTo>
                    <a:pt x="276796" y="38421"/>
                  </a:lnTo>
                  <a:lnTo>
                    <a:pt x="308702" y="17460"/>
                  </a:lnTo>
                  <a:lnTo>
                    <a:pt x="342495" y="4460"/>
                  </a:lnTo>
                  <a:lnTo>
                    <a:pt x="377736" y="0"/>
                  </a:lnTo>
                </a:path>
              </a:pathLst>
            </a:custGeom>
            <a:ln w="12700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429639" y="3967187"/>
              <a:ext cx="377825" cy="399415"/>
            </a:xfrm>
            <a:custGeom>
              <a:avLst/>
              <a:gdLst/>
              <a:ahLst/>
              <a:cxnLst/>
              <a:rect l="l" t="t" r="r" b="b"/>
              <a:pathLst>
                <a:path w="377825" h="399414">
                  <a:moveTo>
                    <a:pt x="377723" y="0"/>
                  </a:moveTo>
                  <a:lnTo>
                    <a:pt x="278015" y="0"/>
                  </a:lnTo>
                  <a:lnTo>
                    <a:pt x="242774" y="4461"/>
                  </a:lnTo>
                  <a:lnTo>
                    <a:pt x="177075" y="38424"/>
                  </a:lnTo>
                  <a:lnTo>
                    <a:pt x="147494" y="66773"/>
                  </a:lnTo>
                  <a:lnTo>
                    <a:pt x="120678" y="101932"/>
                  </a:lnTo>
                  <a:lnTo>
                    <a:pt x="97067" y="143325"/>
                  </a:lnTo>
                  <a:lnTo>
                    <a:pt x="77098" y="190376"/>
                  </a:lnTo>
                  <a:lnTo>
                    <a:pt x="61212" y="242509"/>
                  </a:lnTo>
                  <a:lnTo>
                    <a:pt x="49847" y="299148"/>
                  </a:lnTo>
                  <a:lnTo>
                    <a:pt x="0" y="299148"/>
                  </a:lnTo>
                  <a:lnTo>
                    <a:pt x="92227" y="398868"/>
                  </a:lnTo>
                  <a:lnTo>
                    <a:pt x="199428" y="299148"/>
                  </a:lnTo>
                  <a:lnTo>
                    <a:pt x="149567" y="299148"/>
                  </a:lnTo>
                  <a:lnTo>
                    <a:pt x="160929" y="242509"/>
                  </a:lnTo>
                  <a:lnTo>
                    <a:pt x="176813" y="190376"/>
                  </a:lnTo>
                  <a:lnTo>
                    <a:pt x="196781" y="143325"/>
                  </a:lnTo>
                  <a:lnTo>
                    <a:pt x="220392" y="101932"/>
                  </a:lnTo>
                  <a:lnTo>
                    <a:pt x="247208" y="66773"/>
                  </a:lnTo>
                  <a:lnTo>
                    <a:pt x="276788" y="38424"/>
                  </a:lnTo>
                  <a:lnTo>
                    <a:pt x="308694" y="17461"/>
                  </a:lnTo>
                  <a:lnTo>
                    <a:pt x="342485" y="4461"/>
                  </a:lnTo>
                  <a:lnTo>
                    <a:pt x="37772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757509" y="3967192"/>
              <a:ext cx="285750" cy="399415"/>
            </a:xfrm>
            <a:custGeom>
              <a:avLst/>
              <a:gdLst/>
              <a:ahLst/>
              <a:cxnLst/>
              <a:rect l="l" t="t" r="r" b="b"/>
              <a:pathLst>
                <a:path w="285750" h="399414">
                  <a:moveTo>
                    <a:pt x="49860" y="0"/>
                  </a:moveTo>
                  <a:lnTo>
                    <a:pt x="37301" y="566"/>
                  </a:lnTo>
                  <a:lnTo>
                    <a:pt x="24787" y="2262"/>
                  </a:lnTo>
                  <a:lnTo>
                    <a:pt x="12344" y="5084"/>
                  </a:lnTo>
                  <a:lnTo>
                    <a:pt x="0" y="9029"/>
                  </a:lnTo>
                  <a:lnTo>
                    <a:pt x="31548" y="24528"/>
                  </a:lnTo>
                  <a:lnTo>
                    <a:pt x="60955" y="46801"/>
                  </a:lnTo>
                  <a:lnTo>
                    <a:pt x="87943" y="75265"/>
                  </a:lnTo>
                  <a:lnTo>
                    <a:pt x="112234" y="109336"/>
                  </a:lnTo>
                  <a:lnTo>
                    <a:pt x="133551" y="148432"/>
                  </a:lnTo>
                  <a:lnTo>
                    <a:pt x="151615" y="191970"/>
                  </a:lnTo>
                  <a:lnTo>
                    <a:pt x="166149" y="239365"/>
                  </a:lnTo>
                  <a:lnTo>
                    <a:pt x="176874" y="290035"/>
                  </a:lnTo>
                  <a:lnTo>
                    <a:pt x="183513" y="343398"/>
                  </a:lnTo>
                  <a:lnTo>
                    <a:pt x="185788" y="398868"/>
                  </a:lnTo>
                  <a:lnTo>
                    <a:pt x="285496" y="398868"/>
                  </a:lnTo>
                  <a:lnTo>
                    <a:pt x="282941" y="339925"/>
                  </a:lnTo>
                  <a:lnTo>
                    <a:pt x="275519" y="283668"/>
                  </a:lnTo>
                  <a:lnTo>
                    <a:pt x="263595" y="230713"/>
                  </a:lnTo>
                  <a:lnTo>
                    <a:pt x="247533" y="181678"/>
                  </a:lnTo>
                  <a:lnTo>
                    <a:pt x="227698" y="137179"/>
                  </a:lnTo>
                  <a:lnTo>
                    <a:pt x="204454" y="97834"/>
                  </a:lnTo>
                  <a:lnTo>
                    <a:pt x="178165" y="64258"/>
                  </a:lnTo>
                  <a:lnTo>
                    <a:pt x="149197" y="37071"/>
                  </a:lnTo>
                  <a:lnTo>
                    <a:pt x="84680" y="4324"/>
                  </a:lnTo>
                  <a:lnTo>
                    <a:pt x="49860" y="0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429633" y="3967192"/>
              <a:ext cx="613410" cy="399415"/>
            </a:xfrm>
            <a:custGeom>
              <a:avLst/>
              <a:gdLst/>
              <a:ahLst/>
              <a:cxnLst/>
              <a:rect l="l" t="t" r="r" b="b"/>
              <a:pathLst>
                <a:path w="613410" h="399414">
                  <a:moveTo>
                    <a:pt x="327875" y="9029"/>
                  </a:moveTo>
                  <a:lnTo>
                    <a:pt x="388831" y="46801"/>
                  </a:lnTo>
                  <a:lnTo>
                    <a:pt x="415819" y="75265"/>
                  </a:lnTo>
                  <a:lnTo>
                    <a:pt x="440110" y="109336"/>
                  </a:lnTo>
                  <a:lnTo>
                    <a:pt x="461427" y="148432"/>
                  </a:lnTo>
                  <a:lnTo>
                    <a:pt x="479491" y="191970"/>
                  </a:lnTo>
                  <a:lnTo>
                    <a:pt x="494025" y="239365"/>
                  </a:lnTo>
                  <a:lnTo>
                    <a:pt x="504750" y="290035"/>
                  </a:lnTo>
                  <a:lnTo>
                    <a:pt x="511389" y="343398"/>
                  </a:lnTo>
                  <a:lnTo>
                    <a:pt x="513664" y="398868"/>
                  </a:lnTo>
                  <a:lnTo>
                    <a:pt x="613371" y="398868"/>
                  </a:lnTo>
                  <a:lnTo>
                    <a:pt x="610816" y="339925"/>
                  </a:lnTo>
                  <a:lnTo>
                    <a:pt x="603395" y="283668"/>
                  </a:lnTo>
                  <a:lnTo>
                    <a:pt x="591471" y="230713"/>
                  </a:lnTo>
                  <a:lnTo>
                    <a:pt x="575409" y="181678"/>
                  </a:lnTo>
                  <a:lnTo>
                    <a:pt x="555574" y="137179"/>
                  </a:lnTo>
                  <a:lnTo>
                    <a:pt x="532330" y="97834"/>
                  </a:lnTo>
                  <a:lnTo>
                    <a:pt x="506041" y="64258"/>
                  </a:lnTo>
                  <a:lnTo>
                    <a:pt x="477073" y="37071"/>
                  </a:lnTo>
                  <a:lnTo>
                    <a:pt x="412556" y="4324"/>
                  </a:lnTo>
                  <a:lnTo>
                    <a:pt x="377736" y="0"/>
                  </a:lnTo>
                  <a:lnTo>
                    <a:pt x="278015" y="0"/>
                  </a:lnTo>
                  <a:lnTo>
                    <a:pt x="208981" y="17460"/>
                  </a:lnTo>
                  <a:lnTo>
                    <a:pt x="177075" y="38421"/>
                  </a:lnTo>
                  <a:lnTo>
                    <a:pt x="147495" y="66768"/>
                  </a:lnTo>
                  <a:lnTo>
                    <a:pt x="120680" y="101927"/>
                  </a:lnTo>
                  <a:lnTo>
                    <a:pt x="97070" y="143319"/>
                  </a:lnTo>
                  <a:lnTo>
                    <a:pt x="77104" y="190371"/>
                  </a:lnTo>
                  <a:lnTo>
                    <a:pt x="61221" y="242506"/>
                  </a:lnTo>
                  <a:lnTo>
                    <a:pt x="49860" y="299148"/>
                  </a:lnTo>
                  <a:lnTo>
                    <a:pt x="0" y="299148"/>
                  </a:lnTo>
                  <a:lnTo>
                    <a:pt x="92227" y="398868"/>
                  </a:lnTo>
                  <a:lnTo>
                    <a:pt x="199428" y="299148"/>
                  </a:lnTo>
                  <a:lnTo>
                    <a:pt x="149580" y="299148"/>
                  </a:lnTo>
                  <a:lnTo>
                    <a:pt x="160941" y="242506"/>
                  </a:lnTo>
                  <a:lnTo>
                    <a:pt x="176824" y="190371"/>
                  </a:lnTo>
                  <a:lnTo>
                    <a:pt x="196791" y="143319"/>
                  </a:lnTo>
                  <a:lnTo>
                    <a:pt x="220401" y="101927"/>
                  </a:lnTo>
                  <a:lnTo>
                    <a:pt x="247215" y="66768"/>
                  </a:lnTo>
                  <a:lnTo>
                    <a:pt x="276796" y="38421"/>
                  </a:lnTo>
                  <a:lnTo>
                    <a:pt x="308702" y="17460"/>
                  </a:lnTo>
                  <a:lnTo>
                    <a:pt x="342495" y="4460"/>
                  </a:lnTo>
                  <a:lnTo>
                    <a:pt x="377736" y="0"/>
                  </a:lnTo>
                </a:path>
              </a:pathLst>
            </a:custGeom>
            <a:ln w="12700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219589" y="2573740"/>
            <a:ext cx="175895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0000"/>
                </a:solidFill>
                <a:latin typeface="Arial"/>
                <a:cs typeface="Arial"/>
              </a:rPr>
              <a:t>Rotate counterclockwise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using</a:t>
            </a:r>
            <a:r>
              <a:rPr dirty="0" sz="1800" spc="-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18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Arial"/>
                <a:cs typeface="Arial"/>
              </a:rPr>
              <a:t>flathead screwdriver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760382" y="2698613"/>
            <a:ext cx="2961005" cy="2855595"/>
            <a:chOff x="4760382" y="2698613"/>
            <a:chExt cx="2961005" cy="2855595"/>
          </a:xfrm>
        </p:grpSpPr>
        <p:sp>
          <p:nvSpPr>
            <p:cNvPr id="18" name="object 18"/>
            <p:cNvSpPr/>
            <p:nvPr/>
          </p:nvSpPr>
          <p:spPr>
            <a:xfrm>
              <a:off x="5907121" y="4249412"/>
              <a:ext cx="271145" cy="327025"/>
            </a:xfrm>
            <a:custGeom>
              <a:avLst/>
              <a:gdLst/>
              <a:ahLst/>
              <a:cxnLst/>
              <a:rect l="l" t="t" r="r" b="b"/>
              <a:pathLst>
                <a:path w="271145" h="327025">
                  <a:moveTo>
                    <a:pt x="0" y="326555"/>
                  </a:moveTo>
                  <a:lnTo>
                    <a:pt x="27103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122013" y="4176120"/>
              <a:ext cx="117475" cy="124460"/>
            </a:xfrm>
            <a:custGeom>
              <a:avLst/>
              <a:gdLst/>
              <a:ahLst/>
              <a:cxnLst/>
              <a:rect l="l" t="t" r="r" b="b"/>
              <a:pathLst>
                <a:path w="117475" h="124460">
                  <a:moveTo>
                    <a:pt x="116979" y="0"/>
                  </a:moveTo>
                  <a:lnTo>
                    <a:pt x="0" y="51447"/>
                  </a:lnTo>
                  <a:lnTo>
                    <a:pt x="87960" y="124447"/>
                  </a:lnTo>
                  <a:lnTo>
                    <a:pt x="11697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60382" y="4254068"/>
              <a:ext cx="1631286" cy="129980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19813" y="2698613"/>
              <a:ext cx="2000973" cy="200638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839122" y="4129868"/>
            <a:ext cx="10147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Insert</a:t>
            </a:r>
            <a:r>
              <a:rPr dirty="0" sz="18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0000"/>
                </a:solidFill>
                <a:latin typeface="Arial"/>
                <a:cs typeface="Arial"/>
              </a:rPr>
              <a:t>line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437441" y="2413154"/>
            <a:ext cx="3362325" cy="3699510"/>
            <a:chOff x="8437441" y="2413154"/>
            <a:chExt cx="3362325" cy="3699510"/>
          </a:xfrm>
        </p:grpSpPr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37441" y="2413154"/>
              <a:ext cx="3361976" cy="369893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0475784" y="3796170"/>
              <a:ext cx="238125" cy="436880"/>
            </a:xfrm>
            <a:custGeom>
              <a:avLst/>
              <a:gdLst/>
              <a:ahLst/>
              <a:cxnLst/>
              <a:rect l="l" t="t" r="r" b="b"/>
              <a:pathLst>
                <a:path w="238125" h="436879">
                  <a:moveTo>
                    <a:pt x="150253" y="0"/>
                  </a:moveTo>
                  <a:lnTo>
                    <a:pt x="165422" y="25650"/>
                  </a:lnTo>
                  <a:lnTo>
                    <a:pt x="171632" y="57346"/>
                  </a:lnTo>
                  <a:lnTo>
                    <a:pt x="169193" y="94197"/>
                  </a:lnTo>
                  <a:lnTo>
                    <a:pt x="158410" y="135313"/>
                  </a:lnTo>
                  <a:lnTo>
                    <a:pt x="139591" y="179804"/>
                  </a:lnTo>
                  <a:lnTo>
                    <a:pt x="113045" y="226780"/>
                  </a:lnTo>
                  <a:lnTo>
                    <a:pt x="79078" y="275350"/>
                  </a:lnTo>
                  <a:lnTo>
                    <a:pt x="37998" y="324624"/>
                  </a:lnTo>
                  <a:lnTo>
                    <a:pt x="4965" y="287273"/>
                  </a:lnTo>
                  <a:lnTo>
                    <a:pt x="0" y="432180"/>
                  </a:lnTo>
                  <a:lnTo>
                    <a:pt x="137083" y="436664"/>
                  </a:lnTo>
                  <a:lnTo>
                    <a:pt x="104063" y="399326"/>
                  </a:lnTo>
                  <a:lnTo>
                    <a:pt x="145140" y="350047"/>
                  </a:lnTo>
                  <a:lnTo>
                    <a:pt x="179105" y="301476"/>
                  </a:lnTo>
                  <a:lnTo>
                    <a:pt x="205651" y="254500"/>
                  </a:lnTo>
                  <a:lnTo>
                    <a:pt x="224470" y="210010"/>
                  </a:lnTo>
                  <a:lnTo>
                    <a:pt x="235255" y="168895"/>
                  </a:lnTo>
                  <a:lnTo>
                    <a:pt x="237696" y="132046"/>
                  </a:lnTo>
                  <a:lnTo>
                    <a:pt x="231487" y="100351"/>
                  </a:lnTo>
                  <a:lnTo>
                    <a:pt x="216319" y="74701"/>
                  </a:lnTo>
                  <a:lnTo>
                    <a:pt x="15025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0211770" y="3765648"/>
              <a:ext cx="434975" cy="239395"/>
            </a:xfrm>
            <a:custGeom>
              <a:avLst/>
              <a:gdLst/>
              <a:ahLst/>
              <a:cxnLst/>
              <a:rect l="l" t="t" r="r" b="b"/>
              <a:pathLst>
                <a:path w="434975" h="239395">
                  <a:moveTo>
                    <a:pt x="327845" y="0"/>
                  </a:moveTo>
                  <a:lnTo>
                    <a:pt x="288414" y="4376"/>
                  </a:lnTo>
                  <a:lnTo>
                    <a:pt x="245094" y="15570"/>
                  </a:lnTo>
                  <a:lnTo>
                    <a:pt x="198737" y="33305"/>
                  </a:lnTo>
                  <a:lnTo>
                    <a:pt x="150196" y="57307"/>
                  </a:lnTo>
                  <a:lnTo>
                    <a:pt x="100324" y="87301"/>
                  </a:lnTo>
                  <a:lnTo>
                    <a:pt x="49974" y="123011"/>
                  </a:lnTo>
                  <a:lnTo>
                    <a:pt x="0" y="164163"/>
                  </a:lnTo>
                  <a:lnTo>
                    <a:pt x="66052" y="238865"/>
                  </a:lnTo>
                  <a:lnTo>
                    <a:pt x="116270" y="197550"/>
                  </a:lnTo>
                  <a:lnTo>
                    <a:pt x="167210" y="161502"/>
                  </a:lnTo>
                  <a:lnTo>
                    <a:pt x="217923" y="131133"/>
                  </a:lnTo>
                  <a:lnTo>
                    <a:pt x="267458" y="106856"/>
                  </a:lnTo>
                  <a:lnTo>
                    <a:pt x="314866" y="89082"/>
                  </a:lnTo>
                  <a:lnTo>
                    <a:pt x="359196" y="78225"/>
                  </a:lnTo>
                  <a:lnTo>
                    <a:pt x="399498" y="74696"/>
                  </a:lnTo>
                  <a:lnTo>
                    <a:pt x="434822" y="78908"/>
                  </a:lnTo>
                  <a:lnTo>
                    <a:pt x="432156" y="64924"/>
                  </a:lnTo>
                  <a:lnTo>
                    <a:pt x="414274" y="30521"/>
                  </a:lnTo>
                  <a:lnTo>
                    <a:pt x="362534" y="2715"/>
                  </a:lnTo>
                  <a:lnTo>
                    <a:pt x="327845" y="0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0211770" y="3765648"/>
              <a:ext cx="502284" cy="467359"/>
            </a:xfrm>
            <a:custGeom>
              <a:avLst/>
              <a:gdLst/>
              <a:ahLst/>
              <a:cxnLst/>
              <a:rect l="l" t="t" r="r" b="b"/>
              <a:pathLst>
                <a:path w="502284" h="467360">
                  <a:moveTo>
                    <a:pt x="434822" y="78908"/>
                  </a:moveTo>
                  <a:lnTo>
                    <a:pt x="399498" y="74696"/>
                  </a:lnTo>
                  <a:lnTo>
                    <a:pt x="359196" y="78225"/>
                  </a:lnTo>
                  <a:lnTo>
                    <a:pt x="314866" y="89082"/>
                  </a:lnTo>
                  <a:lnTo>
                    <a:pt x="267458" y="106856"/>
                  </a:lnTo>
                  <a:lnTo>
                    <a:pt x="217923" y="131133"/>
                  </a:lnTo>
                  <a:lnTo>
                    <a:pt x="167210" y="161502"/>
                  </a:lnTo>
                  <a:lnTo>
                    <a:pt x="116270" y="197550"/>
                  </a:lnTo>
                  <a:lnTo>
                    <a:pt x="66052" y="238865"/>
                  </a:lnTo>
                  <a:lnTo>
                    <a:pt x="0" y="164163"/>
                  </a:lnTo>
                  <a:lnTo>
                    <a:pt x="49974" y="123011"/>
                  </a:lnTo>
                  <a:lnTo>
                    <a:pt x="100324" y="87301"/>
                  </a:lnTo>
                  <a:lnTo>
                    <a:pt x="150196" y="57307"/>
                  </a:lnTo>
                  <a:lnTo>
                    <a:pt x="198737" y="33305"/>
                  </a:lnTo>
                  <a:lnTo>
                    <a:pt x="245094" y="15570"/>
                  </a:lnTo>
                  <a:lnTo>
                    <a:pt x="288414" y="4376"/>
                  </a:lnTo>
                  <a:lnTo>
                    <a:pt x="327845" y="0"/>
                  </a:lnTo>
                  <a:lnTo>
                    <a:pt x="362534" y="2715"/>
                  </a:lnTo>
                  <a:lnTo>
                    <a:pt x="414274" y="30521"/>
                  </a:lnTo>
                  <a:lnTo>
                    <a:pt x="480326" y="105222"/>
                  </a:lnTo>
                  <a:lnTo>
                    <a:pt x="501705" y="162567"/>
                  </a:lnTo>
                  <a:lnTo>
                    <a:pt x="499266" y="199417"/>
                  </a:lnTo>
                  <a:lnTo>
                    <a:pt x="488483" y="240531"/>
                  </a:lnTo>
                  <a:lnTo>
                    <a:pt x="469664" y="285021"/>
                  </a:lnTo>
                  <a:lnTo>
                    <a:pt x="443118" y="331997"/>
                  </a:lnTo>
                  <a:lnTo>
                    <a:pt x="409151" y="380569"/>
                  </a:lnTo>
                  <a:lnTo>
                    <a:pt x="368071" y="429847"/>
                  </a:lnTo>
                  <a:lnTo>
                    <a:pt x="401104" y="467198"/>
                  </a:lnTo>
                  <a:lnTo>
                    <a:pt x="264007" y="462702"/>
                  </a:lnTo>
                  <a:lnTo>
                    <a:pt x="268986" y="317795"/>
                  </a:lnTo>
                  <a:lnTo>
                    <a:pt x="302006" y="355146"/>
                  </a:lnTo>
                  <a:lnTo>
                    <a:pt x="343086" y="305871"/>
                  </a:lnTo>
                  <a:lnTo>
                    <a:pt x="377055" y="257301"/>
                  </a:lnTo>
                  <a:lnTo>
                    <a:pt x="403603" y="210326"/>
                  </a:lnTo>
                  <a:lnTo>
                    <a:pt x="422424" y="165835"/>
                  </a:lnTo>
                  <a:lnTo>
                    <a:pt x="433209" y="124719"/>
                  </a:lnTo>
                  <a:lnTo>
                    <a:pt x="435651" y="87868"/>
                  </a:lnTo>
                  <a:lnTo>
                    <a:pt x="429442" y="56172"/>
                  </a:lnTo>
                  <a:lnTo>
                    <a:pt x="414274" y="30521"/>
                  </a:lnTo>
                </a:path>
              </a:pathLst>
            </a:custGeom>
            <a:ln w="12700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0098840" y="3494043"/>
              <a:ext cx="193040" cy="455930"/>
            </a:xfrm>
            <a:custGeom>
              <a:avLst/>
              <a:gdLst/>
              <a:ahLst/>
              <a:cxnLst/>
              <a:rect l="l" t="t" r="r" b="b"/>
              <a:pathLst>
                <a:path w="193040" h="455929">
                  <a:moveTo>
                    <a:pt x="67970" y="0"/>
                  </a:moveTo>
                  <a:lnTo>
                    <a:pt x="89016" y="20798"/>
                  </a:lnTo>
                  <a:lnTo>
                    <a:pt x="102959" y="49738"/>
                  </a:lnTo>
                  <a:lnTo>
                    <a:pt x="109870" y="85881"/>
                  </a:lnTo>
                  <a:lnTo>
                    <a:pt x="109823" y="128290"/>
                  </a:lnTo>
                  <a:lnTo>
                    <a:pt x="102889" y="176030"/>
                  </a:lnTo>
                  <a:lnTo>
                    <a:pt x="89140" y="228162"/>
                  </a:lnTo>
                  <a:lnTo>
                    <a:pt x="68650" y="283750"/>
                  </a:lnTo>
                  <a:lnTo>
                    <a:pt x="41490" y="341858"/>
                  </a:lnTo>
                  <a:lnTo>
                    <a:pt x="0" y="314210"/>
                  </a:lnTo>
                  <a:lnTo>
                    <a:pt x="32245" y="455536"/>
                  </a:lnTo>
                  <a:lnTo>
                    <a:pt x="165950" y="424815"/>
                  </a:lnTo>
                  <a:lnTo>
                    <a:pt x="124459" y="397167"/>
                  </a:lnTo>
                  <a:lnTo>
                    <a:pt x="151620" y="339058"/>
                  </a:lnTo>
                  <a:lnTo>
                    <a:pt x="172111" y="283469"/>
                  </a:lnTo>
                  <a:lnTo>
                    <a:pt x="185861" y="231335"/>
                  </a:lnTo>
                  <a:lnTo>
                    <a:pt x="192797" y="183594"/>
                  </a:lnTo>
                  <a:lnTo>
                    <a:pt x="192845" y="141183"/>
                  </a:lnTo>
                  <a:lnTo>
                    <a:pt x="185933" y="105041"/>
                  </a:lnTo>
                  <a:lnTo>
                    <a:pt x="171989" y="76103"/>
                  </a:lnTo>
                  <a:lnTo>
                    <a:pt x="150939" y="55308"/>
                  </a:lnTo>
                  <a:lnTo>
                    <a:pt x="6797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9801584" y="3480634"/>
              <a:ext cx="397510" cy="304800"/>
            </a:xfrm>
            <a:custGeom>
              <a:avLst/>
              <a:gdLst/>
              <a:ahLst/>
              <a:cxnLst/>
              <a:rect l="l" t="t" r="r" b="b"/>
              <a:pathLst>
                <a:path w="397509" h="304800">
                  <a:moveTo>
                    <a:pt x="308428" y="0"/>
                  </a:moveTo>
                  <a:lnTo>
                    <a:pt x="237491" y="20769"/>
                  </a:lnTo>
                  <a:lnTo>
                    <a:pt x="198601" y="42759"/>
                  </a:lnTo>
                  <a:lnTo>
                    <a:pt x="158431" y="71838"/>
                  </a:lnTo>
                  <a:lnTo>
                    <a:pt x="117734" y="107521"/>
                  </a:lnTo>
                  <a:lnTo>
                    <a:pt x="77262" y="149321"/>
                  </a:lnTo>
                  <a:lnTo>
                    <a:pt x="37767" y="196753"/>
                  </a:lnTo>
                  <a:lnTo>
                    <a:pt x="0" y="249332"/>
                  </a:lnTo>
                  <a:lnTo>
                    <a:pt x="82981" y="304640"/>
                  </a:lnTo>
                  <a:lnTo>
                    <a:pt x="120868" y="251931"/>
                  </a:lnTo>
                  <a:lnTo>
                    <a:pt x="160770" y="204089"/>
                  </a:lnTo>
                  <a:lnTo>
                    <a:pt x="201881" y="161756"/>
                  </a:lnTo>
                  <a:lnTo>
                    <a:pt x="243395" y="125572"/>
                  </a:lnTo>
                  <a:lnTo>
                    <a:pt x="284504" y="96178"/>
                  </a:lnTo>
                  <a:lnTo>
                    <a:pt x="324401" y="74213"/>
                  </a:lnTo>
                  <a:lnTo>
                    <a:pt x="362279" y="60320"/>
                  </a:lnTo>
                  <a:lnTo>
                    <a:pt x="397332" y="55136"/>
                  </a:lnTo>
                  <a:lnTo>
                    <a:pt x="391236" y="42213"/>
                  </a:lnTo>
                  <a:lnTo>
                    <a:pt x="383832" y="30924"/>
                  </a:lnTo>
                  <a:lnTo>
                    <a:pt x="375150" y="21311"/>
                  </a:lnTo>
                  <a:lnTo>
                    <a:pt x="365226" y="13417"/>
                  </a:lnTo>
                  <a:lnTo>
                    <a:pt x="338970" y="2192"/>
                  </a:lnTo>
                  <a:lnTo>
                    <a:pt x="308428" y="0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9801583" y="3480634"/>
              <a:ext cx="490220" cy="469265"/>
            </a:xfrm>
            <a:custGeom>
              <a:avLst/>
              <a:gdLst/>
              <a:ahLst/>
              <a:cxnLst/>
              <a:rect l="l" t="t" r="r" b="b"/>
              <a:pathLst>
                <a:path w="490220" h="469264">
                  <a:moveTo>
                    <a:pt x="397332" y="55136"/>
                  </a:moveTo>
                  <a:lnTo>
                    <a:pt x="324401" y="74213"/>
                  </a:lnTo>
                  <a:lnTo>
                    <a:pt x="284504" y="96178"/>
                  </a:lnTo>
                  <a:lnTo>
                    <a:pt x="243395" y="125572"/>
                  </a:lnTo>
                  <a:lnTo>
                    <a:pt x="201881" y="161756"/>
                  </a:lnTo>
                  <a:lnTo>
                    <a:pt x="160770" y="204089"/>
                  </a:lnTo>
                  <a:lnTo>
                    <a:pt x="120868" y="251931"/>
                  </a:lnTo>
                  <a:lnTo>
                    <a:pt x="82981" y="304640"/>
                  </a:lnTo>
                  <a:lnTo>
                    <a:pt x="0" y="249332"/>
                  </a:lnTo>
                  <a:lnTo>
                    <a:pt x="37767" y="196753"/>
                  </a:lnTo>
                  <a:lnTo>
                    <a:pt x="77262" y="149321"/>
                  </a:lnTo>
                  <a:lnTo>
                    <a:pt x="117734" y="107521"/>
                  </a:lnTo>
                  <a:lnTo>
                    <a:pt x="158431" y="71838"/>
                  </a:lnTo>
                  <a:lnTo>
                    <a:pt x="198601" y="42759"/>
                  </a:lnTo>
                  <a:lnTo>
                    <a:pt x="237491" y="20769"/>
                  </a:lnTo>
                  <a:lnTo>
                    <a:pt x="274351" y="6354"/>
                  </a:lnTo>
                  <a:lnTo>
                    <a:pt x="308428" y="0"/>
                  </a:lnTo>
                  <a:lnTo>
                    <a:pt x="338970" y="2192"/>
                  </a:lnTo>
                  <a:lnTo>
                    <a:pt x="448195" y="68713"/>
                  </a:lnTo>
                  <a:lnTo>
                    <a:pt x="483189" y="118445"/>
                  </a:lnTo>
                  <a:lnTo>
                    <a:pt x="490101" y="154588"/>
                  </a:lnTo>
                  <a:lnTo>
                    <a:pt x="490053" y="196998"/>
                  </a:lnTo>
                  <a:lnTo>
                    <a:pt x="483117" y="244739"/>
                  </a:lnTo>
                  <a:lnTo>
                    <a:pt x="469367" y="296873"/>
                  </a:lnTo>
                  <a:lnTo>
                    <a:pt x="448876" y="352463"/>
                  </a:lnTo>
                  <a:lnTo>
                    <a:pt x="421716" y="410571"/>
                  </a:lnTo>
                  <a:lnTo>
                    <a:pt x="463207" y="438219"/>
                  </a:lnTo>
                  <a:lnTo>
                    <a:pt x="329501" y="468940"/>
                  </a:lnTo>
                  <a:lnTo>
                    <a:pt x="297256" y="327615"/>
                  </a:lnTo>
                  <a:lnTo>
                    <a:pt x="338747" y="355275"/>
                  </a:lnTo>
                  <a:lnTo>
                    <a:pt x="365906" y="297164"/>
                  </a:lnTo>
                  <a:lnTo>
                    <a:pt x="386397" y="241572"/>
                  </a:lnTo>
                  <a:lnTo>
                    <a:pt x="400145" y="189438"/>
                  </a:lnTo>
                  <a:lnTo>
                    <a:pt x="407079" y="141698"/>
                  </a:lnTo>
                  <a:lnTo>
                    <a:pt x="407126" y="99289"/>
                  </a:lnTo>
                  <a:lnTo>
                    <a:pt x="400215" y="63148"/>
                  </a:lnTo>
                  <a:lnTo>
                    <a:pt x="386272" y="34211"/>
                  </a:lnTo>
                  <a:lnTo>
                    <a:pt x="365226" y="13417"/>
                  </a:lnTo>
                </a:path>
              </a:pathLst>
            </a:custGeom>
            <a:ln w="12700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9932989" y="4695097"/>
            <a:ext cx="219583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Rotate</a:t>
            </a:r>
            <a:r>
              <a:rPr dirty="0" sz="1800" spc="-4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Arial"/>
                <a:cs typeface="Arial"/>
              </a:rPr>
              <a:t>clockwise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using</a:t>
            </a:r>
            <a:r>
              <a:rPr dirty="0" sz="1800" spc="-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18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Arial"/>
                <a:cs typeface="Arial"/>
              </a:rPr>
              <a:t>flathead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screwdriver</a:t>
            </a:r>
            <a:r>
              <a:rPr dirty="0" sz="18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1800" spc="-6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Arial"/>
                <a:cs typeface="Arial"/>
              </a:rPr>
              <a:t>secure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31225" y="6576728"/>
            <a:ext cx="239001" cy="16977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13435" y="537946"/>
            <a:ext cx="5630545" cy="4762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1626"/>
            <a:ext cx="2351405" cy="391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08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Battery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-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SMPS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25171" y="2068055"/>
            <a:ext cx="9710420" cy="3261995"/>
            <a:chOff x="1125171" y="2068055"/>
            <a:chExt cx="9710420" cy="326199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8814" y="2068055"/>
              <a:ext cx="9426748" cy="326163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3746" y="2540725"/>
              <a:ext cx="1815678" cy="163066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53746" y="2160916"/>
              <a:ext cx="4739640" cy="2755900"/>
            </a:xfrm>
            <a:custGeom>
              <a:avLst/>
              <a:gdLst/>
              <a:ahLst/>
              <a:cxnLst/>
              <a:rect l="l" t="t" r="r" b="b"/>
              <a:pathLst>
                <a:path w="4739640" h="2755900">
                  <a:moveTo>
                    <a:pt x="0" y="1377772"/>
                  </a:moveTo>
                  <a:lnTo>
                    <a:pt x="2989" y="1307956"/>
                  </a:lnTo>
                  <a:lnTo>
                    <a:pt x="11864" y="1239041"/>
                  </a:lnTo>
                  <a:lnTo>
                    <a:pt x="26481" y="1171110"/>
                  </a:lnTo>
                  <a:lnTo>
                    <a:pt x="46699" y="1104245"/>
                  </a:lnTo>
                  <a:lnTo>
                    <a:pt x="72375" y="1038529"/>
                  </a:lnTo>
                  <a:lnTo>
                    <a:pt x="103367" y="974044"/>
                  </a:lnTo>
                  <a:lnTo>
                    <a:pt x="139533" y="910874"/>
                  </a:lnTo>
                  <a:lnTo>
                    <a:pt x="180732" y="849101"/>
                  </a:lnTo>
                  <a:lnTo>
                    <a:pt x="226820" y="788807"/>
                  </a:lnTo>
                  <a:lnTo>
                    <a:pt x="251653" y="759240"/>
                  </a:lnTo>
                  <a:lnTo>
                    <a:pt x="277656" y="730075"/>
                  </a:lnTo>
                  <a:lnTo>
                    <a:pt x="304810" y="701321"/>
                  </a:lnTo>
                  <a:lnTo>
                    <a:pt x="333097" y="672988"/>
                  </a:lnTo>
                  <a:lnTo>
                    <a:pt x="362501" y="645087"/>
                  </a:lnTo>
                  <a:lnTo>
                    <a:pt x="393002" y="617628"/>
                  </a:lnTo>
                  <a:lnTo>
                    <a:pt x="424584" y="590622"/>
                  </a:lnTo>
                  <a:lnTo>
                    <a:pt x="457229" y="564078"/>
                  </a:lnTo>
                  <a:lnTo>
                    <a:pt x="490918" y="538008"/>
                  </a:lnTo>
                  <a:lnTo>
                    <a:pt x="525634" y="512421"/>
                  </a:lnTo>
                  <a:lnTo>
                    <a:pt x="561360" y="487328"/>
                  </a:lnTo>
                  <a:lnTo>
                    <a:pt x="598077" y="462739"/>
                  </a:lnTo>
                  <a:lnTo>
                    <a:pt x="635768" y="438665"/>
                  </a:lnTo>
                  <a:lnTo>
                    <a:pt x="674415" y="415115"/>
                  </a:lnTo>
                  <a:lnTo>
                    <a:pt x="714000" y="392101"/>
                  </a:lnTo>
                  <a:lnTo>
                    <a:pt x="754505" y="369632"/>
                  </a:lnTo>
                  <a:lnTo>
                    <a:pt x="795913" y="347719"/>
                  </a:lnTo>
                  <a:lnTo>
                    <a:pt x="838206" y="326371"/>
                  </a:lnTo>
                  <a:lnTo>
                    <a:pt x="881366" y="305601"/>
                  </a:lnTo>
                  <a:lnTo>
                    <a:pt x="925376" y="285417"/>
                  </a:lnTo>
                  <a:lnTo>
                    <a:pt x="970217" y="265830"/>
                  </a:lnTo>
                  <a:lnTo>
                    <a:pt x="1015872" y="246851"/>
                  </a:lnTo>
                  <a:lnTo>
                    <a:pt x="1062323" y="228489"/>
                  </a:lnTo>
                  <a:lnTo>
                    <a:pt x="1109553" y="210756"/>
                  </a:lnTo>
                  <a:lnTo>
                    <a:pt x="1157543" y="193661"/>
                  </a:lnTo>
                  <a:lnTo>
                    <a:pt x="1206275" y="177215"/>
                  </a:lnTo>
                  <a:lnTo>
                    <a:pt x="1255733" y="161428"/>
                  </a:lnTo>
                  <a:lnTo>
                    <a:pt x="1305898" y="146310"/>
                  </a:lnTo>
                  <a:lnTo>
                    <a:pt x="1356753" y="131872"/>
                  </a:lnTo>
                  <a:lnTo>
                    <a:pt x="1408279" y="118124"/>
                  </a:lnTo>
                  <a:lnTo>
                    <a:pt x="1460459" y="105076"/>
                  </a:lnTo>
                  <a:lnTo>
                    <a:pt x="1513275" y="92740"/>
                  </a:lnTo>
                  <a:lnTo>
                    <a:pt x="1566710" y="81124"/>
                  </a:lnTo>
                  <a:lnTo>
                    <a:pt x="1620745" y="70239"/>
                  </a:lnTo>
                  <a:lnTo>
                    <a:pt x="1675364" y="60097"/>
                  </a:lnTo>
                  <a:lnTo>
                    <a:pt x="1730547" y="50706"/>
                  </a:lnTo>
                  <a:lnTo>
                    <a:pt x="1786278" y="42078"/>
                  </a:lnTo>
                  <a:lnTo>
                    <a:pt x="1842538" y="34223"/>
                  </a:lnTo>
                  <a:lnTo>
                    <a:pt x="1899310" y="27150"/>
                  </a:lnTo>
                  <a:lnTo>
                    <a:pt x="1956577" y="20871"/>
                  </a:lnTo>
                  <a:lnTo>
                    <a:pt x="2014319" y="15396"/>
                  </a:lnTo>
                  <a:lnTo>
                    <a:pt x="2072520" y="10734"/>
                  </a:lnTo>
                  <a:lnTo>
                    <a:pt x="2131162" y="6897"/>
                  </a:lnTo>
                  <a:lnTo>
                    <a:pt x="2190227" y="3895"/>
                  </a:lnTo>
                  <a:lnTo>
                    <a:pt x="2249697" y="1738"/>
                  </a:lnTo>
                  <a:lnTo>
                    <a:pt x="2309554" y="436"/>
                  </a:lnTo>
                  <a:lnTo>
                    <a:pt x="2369781" y="0"/>
                  </a:lnTo>
                  <a:lnTo>
                    <a:pt x="2430009" y="436"/>
                  </a:lnTo>
                  <a:lnTo>
                    <a:pt x="2489866" y="1738"/>
                  </a:lnTo>
                  <a:lnTo>
                    <a:pt x="2549336" y="3895"/>
                  </a:lnTo>
                  <a:lnTo>
                    <a:pt x="2608401" y="6897"/>
                  </a:lnTo>
                  <a:lnTo>
                    <a:pt x="2667043" y="10734"/>
                  </a:lnTo>
                  <a:lnTo>
                    <a:pt x="2725244" y="15396"/>
                  </a:lnTo>
                  <a:lnTo>
                    <a:pt x="2782987" y="20871"/>
                  </a:lnTo>
                  <a:lnTo>
                    <a:pt x="2840253" y="27150"/>
                  </a:lnTo>
                  <a:lnTo>
                    <a:pt x="2897025" y="34223"/>
                  </a:lnTo>
                  <a:lnTo>
                    <a:pt x="2953286" y="42078"/>
                  </a:lnTo>
                  <a:lnTo>
                    <a:pt x="3009017" y="50706"/>
                  </a:lnTo>
                  <a:lnTo>
                    <a:pt x="3064200" y="60097"/>
                  </a:lnTo>
                  <a:lnTo>
                    <a:pt x="3118819" y="70239"/>
                  </a:lnTo>
                  <a:lnTo>
                    <a:pt x="3172854" y="81124"/>
                  </a:lnTo>
                  <a:lnTo>
                    <a:pt x="3226289" y="92740"/>
                  </a:lnTo>
                  <a:lnTo>
                    <a:pt x="3279106" y="105076"/>
                  </a:lnTo>
                  <a:lnTo>
                    <a:pt x="3331286" y="118124"/>
                  </a:lnTo>
                  <a:lnTo>
                    <a:pt x="3382813" y="131872"/>
                  </a:lnTo>
                  <a:lnTo>
                    <a:pt x="3433667" y="146310"/>
                  </a:lnTo>
                  <a:lnTo>
                    <a:pt x="3483832" y="161428"/>
                  </a:lnTo>
                  <a:lnTo>
                    <a:pt x="3533290" y="177215"/>
                  </a:lnTo>
                  <a:lnTo>
                    <a:pt x="3582023" y="193661"/>
                  </a:lnTo>
                  <a:lnTo>
                    <a:pt x="3630014" y="210756"/>
                  </a:lnTo>
                  <a:lnTo>
                    <a:pt x="3677243" y="228489"/>
                  </a:lnTo>
                  <a:lnTo>
                    <a:pt x="3723695" y="246851"/>
                  </a:lnTo>
                  <a:lnTo>
                    <a:pt x="3769350" y="265830"/>
                  </a:lnTo>
                  <a:lnTo>
                    <a:pt x="3814192" y="285417"/>
                  </a:lnTo>
                  <a:lnTo>
                    <a:pt x="3858201" y="305601"/>
                  </a:lnTo>
                  <a:lnTo>
                    <a:pt x="3901362" y="326371"/>
                  </a:lnTo>
                  <a:lnTo>
                    <a:pt x="3943655" y="347719"/>
                  </a:lnTo>
                  <a:lnTo>
                    <a:pt x="3985064" y="369632"/>
                  </a:lnTo>
                  <a:lnTo>
                    <a:pt x="4025569" y="392101"/>
                  </a:lnTo>
                  <a:lnTo>
                    <a:pt x="4065155" y="415115"/>
                  </a:lnTo>
                  <a:lnTo>
                    <a:pt x="4103802" y="438665"/>
                  </a:lnTo>
                  <a:lnTo>
                    <a:pt x="4141493" y="462739"/>
                  </a:lnTo>
                  <a:lnTo>
                    <a:pt x="4178210" y="487328"/>
                  </a:lnTo>
                  <a:lnTo>
                    <a:pt x="4213936" y="512421"/>
                  </a:lnTo>
                  <a:lnTo>
                    <a:pt x="4248653" y="538008"/>
                  </a:lnTo>
                  <a:lnTo>
                    <a:pt x="4282342" y="564078"/>
                  </a:lnTo>
                  <a:lnTo>
                    <a:pt x="4314987" y="590622"/>
                  </a:lnTo>
                  <a:lnTo>
                    <a:pt x="4346569" y="617628"/>
                  </a:lnTo>
                  <a:lnTo>
                    <a:pt x="4377071" y="645087"/>
                  </a:lnTo>
                  <a:lnTo>
                    <a:pt x="4406475" y="672988"/>
                  </a:lnTo>
                  <a:lnTo>
                    <a:pt x="4434763" y="701321"/>
                  </a:lnTo>
                  <a:lnTo>
                    <a:pt x="4461917" y="730075"/>
                  </a:lnTo>
                  <a:lnTo>
                    <a:pt x="4487920" y="759240"/>
                  </a:lnTo>
                  <a:lnTo>
                    <a:pt x="4512753" y="788807"/>
                  </a:lnTo>
                  <a:lnTo>
                    <a:pt x="4536400" y="818764"/>
                  </a:lnTo>
                  <a:lnTo>
                    <a:pt x="4580061" y="879808"/>
                  </a:lnTo>
                  <a:lnTo>
                    <a:pt x="4618762" y="942290"/>
                  </a:lnTo>
                  <a:lnTo>
                    <a:pt x="4652359" y="1006128"/>
                  </a:lnTo>
                  <a:lnTo>
                    <a:pt x="4680712" y="1071238"/>
                  </a:lnTo>
                  <a:lnTo>
                    <a:pt x="4703677" y="1137539"/>
                  </a:lnTo>
                  <a:lnTo>
                    <a:pt x="4721112" y="1204947"/>
                  </a:lnTo>
                  <a:lnTo>
                    <a:pt x="4732876" y="1273381"/>
                  </a:lnTo>
                  <a:lnTo>
                    <a:pt x="4738826" y="1342756"/>
                  </a:lnTo>
                  <a:lnTo>
                    <a:pt x="4739576" y="1377772"/>
                  </a:lnTo>
                  <a:lnTo>
                    <a:pt x="4738826" y="1412787"/>
                  </a:lnTo>
                  <a:lnTo>
                    <a:pt x="4732876" y="1482163"/>
                  </a:lnTo>
                  <a:lnTo>
                    <a:pt x="4721112" y="1550596"/>
                  </a:lnTo>
                  <a:lnTo>
                    <a:pt x="4703677" y="1618004"/>
                  </a:lnTo>
                  <a:lnTo>
                    <a:pt x="4680712" y="1684305"/>
                  </a:lnTo>
                  <a:lnTo>
                    <a:pt x="4652359" y="1749416"/>
                  </a:lnTo>
                  <a:lnTo>
                    <a:pt x="4618762" y="1813253"/>
                  </a:lnTo>
                  <a:lnTo>
                    <a:pt x="4580061" y="1875736"/>
                  </a:lnTo>
                  <a:lnTo>
                    <a:pt x="4536400" y="1936780"/>
                  </a:lnTo>
                  <a:lnTo>
                    <a:pt x="4512753" y="1966737"/>
                  </a:lnTo>
                  <a:lnTo>
                    <a:pt x="4487920" y="1996303"/>
                  </a:lnTo>
                  <a:lnTo>
                    <a:pt x="4461917" y="2025468"/>
                  </a:lnTo>
                  <a:lnTo>
                    <a:pt x="4434763" y="2054223"/>
                  </a:lnTo>
                  <a:lnTo>
                    <a:pt x="4406475" y="2082556"/>
                  </a:lnTo>
                  <a:lnTo>
                    <a:pt x="4377071" y="2110457"/>
                  </a:lnTo>
                  <a:lnTo>
                    <a:pt x="4346569" y="2137915"/>
                  </a:lnTo>
                  <a:lnTo>
                    <a:pt x="4314987" y="2164922"/>
                  </a:lnTo>
                  <a:lnTo>
                    <a:pt x="4282342" y="2191465"/>
                  </a:lnTo>
                  <a:lnTo>
                    <a:pt x="4248653" y="2217535"/>
                  </a:lnTo>
                  <a:lnTo>
                    <a:pt x="4213936" y="2243122"/>
                  </a:lnTo>
                  <a:lnTo>
                    <a:pt x="4178210" y="2268215"/>
                  </a:lnTo>
                  <a:lnTo>
                    <a:pt x="4141493" y="2292804"/>
                  </a:lnTo>
                  <a:lnTo>
                    <a:pt x="4103802" y="2316879"/>
                  </a:lnTo>
                  <a:lnTo>
                    <a:pt x="4065155" y="2340428"/>
                  </a:lnTo>
                  <a:lnTo>
                    <a:pt x="4025569" y="2363443"/>
                  </a:lnTo>
                  <a:lnTo>
                    <a:pt x="3985064" y="2385912"/>
                  </a:lnTo>
                  <a:lnTo>
                    <a:pt x="3943655" y="2407825"/>
                  </a:lnTo>
                  <a:lnTo>
                    <a:pt x="3901362" y="2429172"/>
                  </a:lnTo>
                  <a:lnTo>
                    <a:pt x="3858201" y="2449943"/>
                  </a:lnTo>
                  <a:lnTo>
                    <a:pt x="3814192" y="2470126"/>
                  </a:lnTo>
                  <a:lnTo>
                    <a:pt x="3769350" y="2489713"/>
                  </a:lnTo>
                  <a:lnTo>
                    <a:pt x="3723695" y="2508692"/>
                  </a:lnTo>
                  <a:lnTo>
                    <a:pt x="3677243" y="2527054"/>
                  </a:lnTo>
                  <a:lnTo>
                    <a:pt x="3630014" y="2544787"/>
                  </a:lnTo>
                  <a:lnTo>
                    <a:pt x="3582023" y="2561882"/>
                  </a:lnTo>
                  <a:lnTo>
                    <a:pt x="3533290" y="2578329"/>
                  </a:lnTo>
                  <a:lnTo>
                    <a:pt x="3483832" y="2594116"/>
                  </a:lnTo>
                  <a:lnTo>
                    <a:pt x="3433667" y="2609234"/>
                  </a:lnTo>
                  <a:lnTo>
                    <a:pt x="3382813" y="2623672"/>
                  </a:lnTo>
                  <a:lnTo>
                    <a:pt x="3331286" y="2637420"/>
                  </a:lnTo>
                  <a:lnTo>
                    <a:pt x="3279106" y="2650467"/>
                  </a:lnTo>
                  <a:lnTo>
                    <a:pt x="3226289" y="2662804"/>
                  </a:lnTo>
                  <a:lnTo>
                    <a:pt x="3172854" y="2674420"/>
                  </a:lnTo>
                  <a:lnTo>
                    <a:pt x="3118819" y="2685304"/>
                  </a:lnTo>
                  <a:lnTo>
                    <a:pt x="3064200" y="2695447"/>
                  </a:lnTo>
                  <a:lnTo>
                    <a:pt x="3009017" y="2704837"/>
                  </a:lnTo>
                  <a:lnTo>
                    <a:pt x="2953286" y="2713465"/>
                  </a:lnTo>
                  <a:lnTo>
                    <a:pt x="2897025" y="2721321"/>
                  </a:lnTo>
                  <a:lnTo>
                    <a:pt x="2840253" y="2728393"/>
                  </a:lnTo>
                  <a:lnTo>
                    <a:pt x="2782987" y="2734672"/>
                  </a:lnTo>
                  <a:lnTo>
                    <a:pt x="2725244" y="2740148"/>
                  </a:lnTo>
                  <a:lnTo>
                    <a:pt x="2667043" y="2744809"/>
                  </a:lnTo>
                  <a:lnTo>
                    <a:pt x="2608401" y="2748646"/>
                  </a:lnTo>
                  <a:lnTo>
                    <a:pt x="2549336" y="2751648"/>
                  </a:lnTo>
                  <a:lnTo>
                    <a:pt x="2489866" y="2753806"/>
                  </a:lnTo>
                  <a:lnTo>
                    <a:pt x="2430009" y="2755108"/>
                  </a:lnTo>
                  <a:lnTo>
                    <a:pt x="2369781" y="2755544"/>
                  </a:lnTo>
                  <a:lnTo>
                    <a:pt x="2309554" y="2755108"/>
                  </a:lnTo>
                  <a:lnTo>
                    <a:pt x="2249697" y="2753806"/>
                  </a:lnTo>
                  <a:lnTo>
                    <a:pt x="2190227" y="2751648"/>
                  </a:lnTo>
                  <a:lnTo>
                    <a:pt x="2131162" y="2748646"/>
                  </a:lnTo>
                  <a:lnTo>
                    <a:pt x="2072520" y="2744809"/>
                  </a:lnTo>
                  <a:lnTo>
                    <a:pt x="2014319" y="2740148"/>
                  </a:lnTo>
                  <a:lnTo>
                    <a:pt x="1956577" y="2734672"/>
                  </a:lnTo>
                  <a:lnTo>
                    <a:pt x="1899310" y="2728393"/>
                  </a:lnTo>
                  <a:lnTo>
                    <a:pt x="1842538" y="2721321"/>
                  </a:lnTo>
                  <a:lnTo>
                    <a:pt x="1786278" y="2713465"/>
                  </a:lnTo>
                  <a:lnTo>
                    <a:pt x="1730547" y="2704837"/>
                  </a:lnTo>
                  <a:lnTo>
                    <a:pt x="1675364" y="2695447"/>
                  </a:lnTo>
                  <a:lnTo>
                    <a:pt x="1620745" y="2685304"/>
                  </a:lnTo>
                  <a:lnTo>
                    <a:pt x="1566710" y="2674420"/>
                  </a:lnTo>
                  <a:lnTo>
                    <a:pt x="1513275" y="2662804"/>
                  </a:lnTo>
                  <a:lnTo>
                    <a:pt x="1460459" y="2650467"/>
                  </a:lnTo>
                  <a:lnTo>
                    <a:pt x="1408279" y="2637420"/>
                  </a:lnTo>
                  <a:lnTo>
                    <a:pt x="1356753" y="2623672"/>
                  </a:lnTo>
                  <a:lnTo>
                    <a:pt x="1305898" y="2609234"/>
                  </a:lnTo>
                  <a:lnTo>
                    <a:pt x="1255733" y="2594116"/>
                  </a:lnTo>
                  <a:lnTo>
                    <a:pt x="1206275" y="2578329"/>
                  </a:lnTo>
                  <a:lnTo>
                    <a:pt x="1157543" y="2561882"/>
                  </a:lnTo>
                  <a:lnTo>
                    <a:pt x="1109553" y="2544787"/>
                  </a:lnTo>
                  <a:lnTo>
                    <a:pt x="1062323" y="2527054"/>
                  </a:lnTo>
                  <a:lnTo>
                    <a:pt x="1015872" y="2508692"/>
                  </a:lnTo>
                  <a:lnTo>
                    <a:pt x="970217" y="2489713"/>
                  </a:lnTo>
                  <a:lnTo>
                    <a:pt x="925376" y="2470126"/>
                  </a:lnTo>
                  <a:lnTo>
                    <a:pt x="881366" y="2449943"/>
                  </a:lnTo>
                  <a:lnTo>
                    <a:pt x="838206" y="2429172"/>
                  </a:lnTo>
                  <a:lnTo>
                    <a:pt x="795913" y="2407825"/>
                  </a:lnTo>
                  <a:lnTo>
                    <a:pt x="754505" y="2385912"/>
                  </a:lnTo>
                  <a:lnTo>
                    <a:pt x="714000" y="2363443"/>
                  </a:lnTo>
                  <a:lnTo>
                    <a:pt x="674415" y="2340428"/>
                  </a:lnTo>
                  <a:lnTo>
                    <a:pt x="635768" y="2316879"/>
                  </a:lnTo>
                  <a:lnTo>
                    <a:pt x="598077" y="2292804"/>
                  </a:lnTo>
                  <a:lnTo>
                    <a:pt x="561360" y="2268215"/>
                  </a:lnTo>
                  <a:lnTo>
                    <a:pt x="525634" y="2243122"/>
                  </a:lnTo>
                  <a:lnTo>
                    <a:pt x="490918" y="2217535"/>
                  </a:lnTo>
                  <a:lnTo>
                    <a:pt x="457229" y="2191465"/>
                  </a:lnTo>
                  <a:lnTo>
                    <a:pt x="424584" y="2164922"/>
                  </a:lnTo>
                  <a:lnTo>
                    <a:pt x="393002" y="2137915"/>
                  </a:lnTo>
                  <a:lnTo>
                    <a:pt x="362501" y="2110457"/>
                  </a:lnTo>
                  <a:lnTo>
                    <a:pt x="333097" y="2082556"/>
                  </a:lnTo>
                  <a:lnTo>
                    <a:pt x="304810" y="2054223"/>
                  </a:lnTo>
                  <a:lnTo>
                    <a:pt x="277656" y="2025468"/>
                  </a:lnTo>
                  <a:lnTo>
                    <a:pt x="251653" y="1996303"/>
                  </a:lnTo>
                  <a:lnTo>
                    <a:pt x="226820" y="1966737"/>
                  </a:lnTo>
                  <a:lnTo>
                    <a:pt x="203173" y="1936780"/>
                  </a:lnTo>
                  <a:lnTo>
                    <a:pt x="159512" y="1875736"/>
                  </a:lnTo>
                  <a:lnTo>
                    <a:pt x="120812" y="1813253"/>
                  </a:lnTo>
                  <a:lnTo>
                    <a:pt x="87215" y="1749416"/>
                  </a:lnTo>
                  <a:lnTo>
                    <a:pt x="58863" y="1684305"/>
                  </a:lnTo>
                  <a:lnTo>
                    <a:pt x="35899" y="1618004"/>
                  </a:lnTo>
                  <a:lnTo>
                    <a:pt x="18463" y="1550596"/>
                  </a:lnTo>
                  <a:lnTo>
                    <a:pt x="6700" y="1482163"/>
                  </a:lnTo>
                  <a:lnTo>
                    <a:pt x="750" y="1412787"/>
                  </a:lnTo>
                  <a:lnTo>
                    <a:pt x="0" y="1377772"/>
                  </a:lnTo>
                  <a:close/>
                </a:path>
              </a:pathLst>
            </a:custGeom>
            <a:ln w="5715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7852" y="6576731"/>
            <a:ext cx="224269" cy="16977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3197" y="6571215"/>
            <a:ext cx="10668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b="1" i="1">
                <a:solidFill>
                  <a:srgbClr val="404040"/>
                </a:solidFill>
                <a:latin typeface="Arial"/>
                <a:cs typeface="Arial"/>
              </a:rPr>
              <a:t>Automation</a:t>
            </a:r>
            <a:r>
              <a:rPr dirty="0" sz="1050" spc="-45" b="1" i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050" spc="-20" b="1" i="1">
                <a:solidFill>
                  <a:srgbClr val="404040"/>
                </a:solidFill>
                <a:latin typeface="Arial"/>
                <a:cs typeface="Arial"/>
              </a:rPr>
              <a:t>L</a:t>
            </a:r>
            <a:r>
              <a:rPr dirty="0" sz="1000" spc="-20" b="1" i="1">
                <a:solidFill>
                  <a:srgbClr val="404040"/>
                </a:solidFill>
                <a:latin typeface="Arial"/>
                <a:cs typeface="Arial"/>
              </a:rPr>
              <a:t>ab.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0" y="544153"/>
            <a:ext cx="2093531" cy="36921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13435" y="537946"/>
            <a:ext cx="5630545" cy="4762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61013" y="1301626"/>
            <a:ext cx="2351405" cy="391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08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Battery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-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SMPS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443689" y="4423955"/>
            <a:ext cx="5143500" cy="2382520"/>
            <a:chOff x="5443689" y="4423955"/>
            <a:chExt cx="5143500" cy="238252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43689" y="4423955"/>
              <a:ext cx="5143490" cy="168945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789759" y="5374995"/>
              <a:ext cx="248285" cy="340995"/>
            </a:xfrm>
            <a:custGeom>
              <a:avLst/>
              <a:gdLst/>
              <a:ahLst/>
              <a:cxnLst/>
              <a:rect l="l" t="t" r="r" b="b"/>
              <a:pathLst>
                <a:path w="248284" h="340995">
                  <a:moveTo>
                    <a:pt x="248018" y="0"/>
                  </a:moveTo>
                  <a:lnTo>
                    <a:pt x="162928" y="0"/>
                  </a:lnTo>
                  <a:lnTo>
                    <a:pt x="135310" y="8473"/>
                  </a:lnTo>
                  <a:lnTo>
                    <a:pt x="86793" y="71288"/>
                  </a:lnTo>
                  <a:lnTo>
                    <a:pt x="67460" y="122311"/>
                  </a:lnTo>
                  <a:lnTo>
                    <a:pt x="52453" y="184199"/>
                  </a:lnTo>
                  <a:lnTo>
                    <a:pt x="42557" y="255295"/>
                  </a:lnTo>
                  <a:lnTo>
                    <a:pt x="0" y="255295"/>
                  </a:lnTo>
                  <a:lnTo>
                    <a:pt x="81152" y="340398"/>
                  </a:lnTo>
                  <a:lnTo>
                    <a:pt x="170192" y="255295"/>
                  </a:lnTo>
                  <a:lnTo>
                    <a:pt x="127647" y="255295"/>
                  </a:lnTo>
                  <a:lnTo>
                    <a:pt x="137549" y="184199"/>
                  </a:lnTo>
                  <a:lnTo>
                    <a:pt x="152558" y="122311"/>
                  </a:lnTo>
                  <a:lnTo>
                    <a:pt x="171892" y="71288"/>
                  </a:lnTo>
                  <a:lnTo>
                    <a:pt x="194769" y="32789"/>
                  </a:lnTo>
                  <a:lnTo>
                    <a:pt x="220405" y="8473"/>
                  </a:lnTo>
                  <a:lnTo>
                    <a:pt x="24801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995233" y="5374995"/>
              <a:ext cx="167005" cy="340995"/>
            </a:xfrm>
            <a:custGeom>
              <a:avLst/>
              <a:gdLst/>
              <a:ahLst/>
              <a:cxnLst/>
              <a:rect l="l" t="t" r="r" b="b"/>
              <a:pathLst>
                <a:path w="167004" h="340995">
                  <a:moveTo>
                    <a:pt x="42545" y="0"/>
                  </a:moveTo>
                  <a:lnTo>
                    <a:pt x="31696" y="1299"/>
                  </a:lnTo>
                  <a:lnTo>
                    <a:pt x="20948" y="5180"/>
                  </a:lnTo>
                  <a:lnTo>
                    <a:pt x="10362" y="11610"/>
                  </a:lnTo>
                  <a:lnTo>
                    <a:pt x="0" y="20561"/>
                  </a:lnTo>
                  <a:lnTo>
                    <a:pt x="19989" y="46189"/>
                  </a:lnTo>
                  <a:lnTo>
                    <a:pt x="37683" y="80359"/>
                  </a:lnTo>
                  <a:lnTo>
                    <a:pt x="52798" y="121957"/>
                  </a:lnTo>
                  <a:lnTo>
                    <a:pt x="65049" y="169871"/>
                  </a:lnTo>
                  <a:lnTo>
                    <a:pt x="74151" y="222991"/>
                  </a:lnTo>
                  <a:lnTo>
                    <a:pt x="79822" y="280204"/>
                  </a:lnTo>
                  <a:lnTo>
                    <a:pt x="81775" y="340398"/>
                  </a:lnTo>
                  <a:lnTo>
                    <a:pt x="166865" y="340398"/>
                  </a:lnTo>
                  <a:lnTo>
                    <a:pt x="164339" y="271795"/>
                  </a:lnTo>
                  <a:lnTo>
                    <a:pt x="157096" y="207899"/>
                  </a:lnTo>
                  <a:lnTo>
                    <a:pt x="145635" y="150077"/>
                  </a:lnTo>
                  <a:lnTo>
                    <a:pt x="130455" y="99699"/>
                  </a:lnTo>
                  <a:lnTo>
                    <a:pt x="112057" y="58134"/>
                  </a:lnTo>
                  <a:lnTo>
                    <a:pt x="67602" y="6915"/>
                  </a:lnTo>
                  <a:lnTo>
                    <a:pt x="42545" y="0"/>
                  </a:lnTo>
                  <a:close/>
                </a:path>
              </a:pathLst>
            </a:custGeom>
            <a:solidFill>
              <a:srgbClr val="00CD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789759" y="5374995"/>
              <a:ext cx="372745" cy="340995"/>
            </a:xfrm>
            <a:custGeom>
              <a:avLst/>
              <a:gdLst/>
              <a:ahLst/>
              <a:cxnLst/>
              <a:rect l="l" t="t" r="r" b="b"/>
              <a:pathLst>
                <a:path w="372745" h="340995">
                  <a:moveTo>
                    <a:pt x="205473" y="20561"/>
                  </a:moveTo>
                  <a:lnTo>
                    <a:pt x="243156" y="80359"/>
                  </a:lnTo>
                  <a:lnTo>
                    <a:pt x="258271" y="121957"/>
                  </a:lnTo>
                  <a:lnTo>
                    <a:pt x="270522" y="169871"/>
                  </a:lnTo>
                  <a:lnTo>
                    <a:pt x="279625" y="222991"/>
                  </a:lnTo>
                  <a:lnTo>
                    <a:pt x="285295" y="280204"/>
                  </a:lnTo>
                  <a:lnTo>
                    <a:pt x="287248" y="340398"/>
                  </a:lnTo>
                  <a:lnTo>
                    <a:pt x="372338" y="340398"/>
                  </a:lnTo>
                  <a:lnTo>
                    <a:pt x="369813" y="271795"/>
                  </a:lnTo>
                  <a:lnTo>
                    <a:pt x="362570" y="207899"/>
                  </a:lnTo>
                  <a:lnTo>
                    <a:pt x="351108" y="150077"/>
                  </a:lnTo>
                  <a:lnTo>
                    <a:pt x="335929" y="99699"/>
                  </a:lnTo>
                  <a:lnTo>
                    <a:pt x="317530" y="58134"/>
                  </a:lnTo>
                  <a:lnTo>
                    <a:pt x="273075" y="6915"/>
                  </a:lnTo>
                  <a:lnTo>
                    <a:pt x="248018" y="0"/>
                  </a:lnTo>
                  <a:lnTo>
                    <a:pt x="162928" y="0"/>
                  </a:lnTo>
                  <a:lnTo>
                    <a:pt x="109671" y="32789"/>
                  </a:lnTo>
                  <a:lnTo>
                    <a:pt x="86793" y="71288"/>
                  </a:lnTo>
                  <a:lnTo>
                    <a:pt x="67460" y="122311"/>
                  </a:lnTo>
                  <a:lnTo>
                    <a:pt x="52453" y="184199"/>
                  </a:lnTo>
                  <a:lnTo>
                    <a:pt x="42557" y="255295"/>
                  </a:lnTo>
                  <a:lnTo>
                    <a:pt x="0" y="255295"/>
                  </a:lnTo>
                  <a:lnTo>
                    <a:pt x="81152" y="340398"/>
                  </a:lnTo>
                  <a:lnTo>
                    <a:pt x="170205" y="255295"/>
                  </a:lnTo>
                  <a:lnTo>
                    <a:pt x="127647" y="255295"/>
                  </a:lnTo>
                  <a:lnTo>
                    <a:pt x="137549" y="184199"/>
                  </a:lnTo>
                  <a:lnTo>
                    <a:pt x="152558" y="122311"/>
                  </a:lnTo>
                  <a:lnTo>
                    <a:pt x="171892" y="71288"/>
                  </a:lnTo>
                  <a:lnTo>
                    <a:pt x="194769" y="32789"/>
                  </a:lnTo>
                  <a:lnTo>
                    <a:pt x="220405" y="8473"/>
                  </a:lnTo>
                  <a:lnTo>
                    <a:pt x="248018" y="0"/>
                  </a:lnTo>
                </a:path>
              </a:pathLst>
            </a:custGeom>
            <a:ln w="12700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166048" y="5374995"/>
              <a:ext cx="248285" cy="340995"/>
            </a:xfrm>
            <a:custGeom>
              <a:avLst/>
              <a:gdLst/>
              <a:ahLst/>
              <a:cxnLst/>
              <a:rect l="l" t="t" r="r" b="b"/>
              <a:pathLst>
                <a:path w="248284" h="340995">
                  <a:moveTo>
                    <a:pt x="248018" y="0"/>
                  </a:moveTo>
                  <a:lnTo>
                    <a:pt x="162928" y="0"/>
                  </a:lnTo>
                  <a:lnTo>
                    <a:pt x="135310" y="8473"/>
                  </a:lnTo>
                  <a:lnTo>
                    <a:pt x="86793" y="71288"/>
                  </a:lnTo>
                  <a:lnTo>
                    <a:pt x="67460" y="122311"/>
                  </a:lnTo>
                  <a:lnTo>
                    <a:pt x="52453" y="184199"/>
                  </a:lnTo>
                  <a:lnTo>
                    <a:pt x="42557" y="255295"/>
                  </a:lnTo>
                  <a:lnTo>
                    <a:pt x="0" y="255295"/>
                  </a:lnTo>
                  <a:lnTo>
                    <a:pt x="81152" y="340398"/>
                  </a:lnTo>
                  <a:lnTo>
                    <a:pt x="170192" y="255295"/>
                  </a:lnTo>
                  <a:lnTo>
                    <a:pt x="127647" y="255295"/>
                  </a:lnTo>
                  <a:lnTo>
                    <a:pt x="137549" y="184199"/>
                  </a:lnTo>
                  <a:lnTo>
                    <a:pt x="152558" y="122311"/>
                  </a:lnTo>
                  <a:lnTo>
                    <a:pt x="171892" y="71288"/>
                  </a:lnTo>
                  <a:lnTo>
                    <a:pt x="194769" y="32789"/>
                  </a:lnTo>
                  <a:lnTo>
                    <a:pt x="220405" y="8473"/>
                  </a:lnTo>
                  <a:lnTo>
                    <a:pt x="24801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9371520" y="5374995"/>
              <a:ext cx="167005" cy="340995"/>
            </a:xfrm>
            <a:custGeom>
              <a:avLst/>
              <a:gdLst/>
              <a:ahLst/>
              <a:cxnLst/>
              <a:rect l="l" t="t" r="r" b="b"/>
              <a:pathLst>
                <a:path w="167004" h="340995">
                  <a:moveTo>
                    <a:pt x="42545" y="0"/>
                  </a:moveTo>
                  <a:lnTo>
                    <a:pt x="31696" y="1299"/>
                  </a:lnTo>
                  <a:lnTo>
                    <a:pt x="20948" y="5180"/>
                  </a:lnTo>
                  <a:lnTo>
                    <a:pt x="10362" y="11610"/>
                  </a:lnTo>
                  <a:lnTo>
                    <a:pt x="0" y="20561"/>
                  </a:lnTo>
                  <a:lnTo>
                    <a:pt x="19989" y="46189"/>
                  </a:lnTo>
                  <a:lnTo>
                    <a:pt x="37683" y="80359"/>
                  </a:lnTo>
                  <a:lnTo>
                    <a:pt x="52798" y="121957"/>
                  </a:lnTo>
                  <a:lnTo>
                    <a:pt x="65049" y="169871"/>
                  </a:lnTo>
                  <a:lnTo>
                    <a:pt x="74151" y="222991"/>
                  </a:lnTo>
                  <a:lnTo>
                    <a:pt x="79822" y="280204"/>
                  </a:lnTo>
                  <a:lnTo>
                    <a:pt x="81775" y="340398"/>
                  </a:lnTo>
                  <a:lnTo>
                    <a:pt x="166865" y="340398"/>
                  </a:lnTo>
                  <a:lnTo>
                    <a:pt x="164339" y="271795"/>
                  </a:lnTo>
                  <a:lnTo>
                    <a:pt x="157096" y="207899"/>
                  </a:lnTo>
                  <a:lnTo>
                    <a:pt x="145635" y="150077"/>
                  </a:lnTo>
                  <a:lnTo>
                    <a:pt x="130455" y="99699"/>
                  </a:lnTo>
                  <a:lnTo>
                    <a:pt x="112057" y="58134"/>
                  </a:lnTo>
                  <a:lnTo>
                    <a:pt x="67602" y="6915"/>
                  </a:lnTo>
                  <a:lnTo>
                    <a:pt x="42545" y="0"/>
                  </a:lnTo>
                  <a:close/>
                </a:path>
              </a:pathLst>
            </a:custGeom>
            <a:solidFill>
              <a:srgbClr val="00CD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9166045" y="5374995"/>
              <a:ext cx="372745" cy="340995"/>
            </a:xfrm>
            <a:custGeom>
              <a:avLst/>
              <a:gdLst/>
              <a:ahLst/>
              <a:cxnLst/>
              <a:rect l="l" t="t" r="r" b="b"/>
              <a:pathLst>
                <a:path w="372745" h="340995">
                  <a:moveTo>
                    <a:pt x="205473" y="20561"/>
                  </a:moveTo>
                  <a:lnTo>
                    <a:pt x="243156" y="80359"/>
                  </a:lnTo>
                  <a:lnTo>
                    <a:pt x="258271" y="121957"/>
                  </a:lnTo>
                  <a:lnTo>
                    <a:pt x="270522" y="169871"/>
                  </a:lnTo>
                  <a:lnTo>
                    <a:pt x="279625" y="222991"/>
                  </a:lnTo>
                  <a:lnTo>
                    <a:pt x="285295" y="280204"/>
                  </a:lnTo>
                  <a:lnTo>
                    <a:pt x="287248" y="340398"/>
                  </a:lnTo>
                  <a:lnTo>
                    <a:pt x="372338" y="340398"/>
                  </a:lnTo>
                  <a:lnTo>
                    <a:pt x="369813" y="271795"/>
                  </a:lnTo>
                  <a:lnTo>
                    <a:pt x="362570" y="207899"/>
                  </a:lnTo>
                  <a:lnTo>
                    <a:pt x="351108" y="150077"/>
                  </a:lnTo>
                  <a:lnTo>
                    <a:pt x="335929" y="99699"/>
                  </a:lnTo>
                  <a:lnTo>
                    <a:pt x="317530" y="58134"/>
                  </a:lnTo>
                  <a:lnTo>
                    <a:pt x="273075" y="6915"/>
                  </a:lnTo>
                  <a:lnTo>
                    <a:pt x="248018" y="0"/>
                  </a:lnTo>
                  <a:lnTo>
                    <a:pt x="162928" y="0"/>
                  </a:lnTo>
                  <a:lnTo>
                    <a:pt x="109671" y="32789"/>
                  </a:lnTo>
                  <a:lnTo>
                    <a:pt x="86793" y="71288"/>
                  </a:lnTo>
                  <a:lnTo>
                    <a:pt x="67460" y="122311"/>
                  </a:lnTo>
                  <a:lnTo>
                    <a:pt x="52453" y="184199"/>
                  </a:lnTo>
                  <a:lnTo>
                    <a:pt x="42557" y="255295"/>
                  </a:lnTo>
                  <a:lnTo>
                    <a:pt x="0" y="255295"/>
                  </a:lnTo>
                  <a:lnTo>
                    <a:pt x="81152" y="340398"/>
                  </a:lnTo>
                  <a:lnTo>
                    <a:pt x="170205" y="255295"/>
                  </a:lnTo>
                  <a:lnTo>
                    <a:pt x="127647" y="255295"/>
                  </a:lnTo>
                  <a:lnTo>
                    <a:pt x="137549" y="184199"/>
                  </a:lnTo>
                  <a:lnTo>
                    <a:pt x="152558" y="122311"/>
                  </a:lnTo>
                  <a:lnTo>
                    <a:pt x="171892" y="71288"/>
                  </a:lnTo>
                  <a:lnTo>
                    <a:pt x="194769" y="32789"/>
                  </a:lnTo>
                  <a:lnTo>
                    <a:pt x="220405" y="8473"/>
                  </a:lnTo>
                  <a:lnTo>
                    <a:pt x="248018" y="0"/>
                  </a:lnTo>
                </a:path>
              </a:pathLst>
            </a:custGeom>
            <a:ln w="12700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542336" y="5374995"/>
              <a:ext cx="248285" cy="340995"/>
            </a:xfrm>
            <a:custGeom>
              <a:avLst/>
              <a:gdLst/>
              <a:ahLst/>
              <a:cxnLst/>
              <a:rect l="l" t="t" r="r" b="b"/>
              <a:pathLst>
                <a:path w="248284" h="340995">
                  <a:moveTo>
                    <a:pt x="248018" y="0"/>
                  </a:moveTo>
                  <a:lnTo>
                    <a:pt x="162928" y="0"/>
                  </a:lnTo>
                  <a:lnTo>
                    <a:pt x="135310" y="8473"/>
                  </a:lnTo>
                  <a:lnTo>
                    <a:pt x="86793" y="71288"/>
                  </a:lnTo>
                  <a:lnTo>
                    <a:pt x="67460" y="122311"/>
                  </a:lnTo>
                  <a:lnTo>
                    <a:pt x="52453" y="184199"/>
                  </a:lnTo>
                  <a:lnTo>
                    <a:pt x="42557" y="255295"/>
                  </a:lnTo>
                  <a:lnTo>
                    <a:pt x="0" y="255295"/>
                  </a:lnTo>
                  <a:lnTo>
                    <a:pt x="81152" y="340398"/>
                  </a:lnTo>
                  <a:lnTo>
                    <a:pt x="170192" y="255295"/>
                  </a:lnTo>
                  <a:lnTo>
                    <a:pt x="127647" y="255295"/>
                  </a:lnTo>
                  <a:lnTo>
                    <a:pt x="137549" y="184199"/>
                  </a:lnTo>
                  <a:lnTo>
                    <a:pt x="152558" y="122311"/>
                  </a:lnTo>
                  <a:lnTo>
                    <a:pt x="171892" y="71288"/>
                  </a:lnTo>
                  <a:lnTo>
                    <a:pt x="194769" y="32789"/>
                  </a:lnTo>
                  <a:lnTo>
                    <a:pt x="220405" y="8473"/>
                  </a:lnTo>
                  <a:lnTo>
                    <a:pt x="24801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747810" y="5374995"/>
              <a:ext cx="167005" cy="340995"/>
            </a:xfrm>
            <a:custGeom>
              <a:avLst/>
              <a:gdLst/>
              <a:ahLst/>
              <a:cxnLst/>
              <a:rect l="l" t="t" r="r" b="b"/>
              <a:pathLst>
                <a:path w="167004" h="340995">
                  <a:moveTo>
                    <a:pt x="42545" y="0"/>
                  </a:moveTo>
                  <a:lnTo>
                    <a:pt x="31696" y="1299"/>
                  </a:lnTo>
                  <a:lnTo>
                    <a:pt x="20948" y="5180"/>
                  </a:lnTo>
                  <a:lnTo>
                    <a:pt x="10362" y="11610"/>
                  </a:lnTo>
                  <a:lnTo>
                    <a:pt x="0" y="20561"/>
                  </a:lnTo>
                  <a:lnTo>
                    <a:pt x="19989" y="46189"/>
                  </a:lnTo>
                  <a:lnTo>
                    <a:pt x="37683" y="80359"/>
                  </a:lnTo>
                  <a:lnTo>
                    <a:pt x="52798" y="121957"/>
                  </a:lnTo>
                  <a:lnTo>
                    <a:pt x="65049" y="169871"/>
                  </a:lnTo>
                  <a:lnTo>
                    <a:pt x="74151" y="222991"/>
                  </a:lnTo>
                  <a:lnTo>
                    <a:pt x="79822" y="280204"/>
                  </a:lnTo>
                  <a:lnTo>
                    <a:pt x="81775" y="340398"/>
                  </a:lnTo>
                  <a:lnTo>
                    <a:pt x="166865" y="340398"/>
                  </a:lnTo>
                  <a:lnTo>
                    <a:pt x="164339" y="271795"/>
                  </a:lnTo>
                  <a:lnTo>
                    <a:pt x="157096" y="207899"/>
                  </a:lnTo>
                  <a:lnTo>
                    <a:pt x="145635" y="150077"/>
                  </a:lnTo>
                  <a:lnTo>
                    <a:pt x="130455" y="99699"/>
                  </a:lnTo>
                  <a:lnTo>
                    <a:pt x="112057" y="58134"/>
                  </a:lnTo>
                  <a:lnTo>
                    <a:pt x="67602" y="6915"/>
                  </a:lnTo>
                  <a:lnTo>
                    <a:pt x="42545" y="0"/>
                  </a:lnTo>
                  <a:close/>
                </a:path>
              </a:pathLst>
            </a:custGeom>
            <a:solidFill>
              <a:srgbClr val="00CD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9542336" y="5374995"/>
              <a:ext cx="372745" cy="340995"/>
            </a:xfrm>
            <a:custGeom>
              <a:avLst/>
              <a:gdLst/>
              <a:ahLst/>
              <a:cxnLst/>
              <a:rect l="l" t="t" r="r" b="b"/>
              <a:pathLst>
                <a:path w="372745" h="340995">
                  <a:moveTo>
                    <a:pt x="205473" y="20561"/>
                  </a:moveTo>
                  <a:lnTo>
                    <a:pt x="243156" y="80359"/>
                  </a:lnTo>
                  <a:lnTo>
                    <a:pt x="258271" y="121957"/>
                  </a:lnTo>
                  <a:lnTo>
                    <a:pt x="270522" y="169871"/>
                  </a:lnTo>
                  <a:lnTo>
                    <a:pt x="279625" y="222991"/>
                  </a:lnTo>
                  <a:lnTo>
                    <a:pt x="285295" y="280204"/>
                  </a:lnTo>
                  <a:lnTo>
                    <a:pt x="287248" y="340398"/>
                  </a:lnTo>
                  <a:lnTo>
                    <a:pt x="372338" y="340398"/>
                  </a:lnTo>
                  <a:lnTo>
                    <a:pt x="369813" y="271795"/>
                  </a:lnTo>
                  <a:lnTo>
                    <a:pt x="362570" y="207899"/>
                  </a:lnTo>
                  <a:lnTo>
                    <a:pt x="351108" y="150077"/>
                  </a:lnTo>
                  <a:lnTo>
                    <a:pt x="335929" y="99699"/>
                  </a:lnTo>
                  <a:lnTo>
                    <a:pt x="317530" y="58134"/>
                  </a:lnTo>
                  <a:lnTo>
                    <a:pt x="273075" y="6915"/>
                  </a:lnTo>
                  <a:lnTo>
                    <a:pt x="248018" y="0"/>
                  </a:lnTo>
                  <a:lnTo>
                    <a:pt x="162928" y="0"/>
                  </a:lnTo>
                  <a:lnTo>
                    <a:pt x="109671" y="32789"/>
                  </a:lnTo>
                  <a:lnTo>
                    <a:pt x="86793" y="71288"/>
                  </a:lnTo>
                  <a:lnTo>
                    <a:pt x="67460" y="122311"/>
                  </a:lnTo>
                  <a:lnTo>
                    <a:pt x="52453" y="184199"/>
                  </a:lnTo>
                  <a:lnTo>
                    <a:pt x="42557" y="255295"/>
                  </a:lnTo>
                  <a:lnTo>
                    <a:pt x="0" y="255295"/>
                  </a:lnTo>
                  <a:lnTo>
                    <a:pt x="81152" y="340398"/>
                  </a:lnTo>
                  <a:lnTo>
                    <a:pt x="170205" y="255295"/>
                  </a:lnTo>
                  <a:lnTo>
                    <a:pt x="127647" y="255295"/>
                  </a:lnTo>
                  <a:lnTo>
                    <a:pt x="137549" y="184199"/>
                  </a:lnTo>
                  <a:lnTo>
                    <a:pt x="152558" y="122311"/>
                  </a:lnTo>
                  <a:lnTo>
                    <a:pt x="171892" y="71288"/>
                  </a:lnTo>
                  <a:lnTo>
                    <a:pt x="194769" y="32789"/>
                  </a:lnTo>
                  <a:lnTo>
                    <a:pt x="220405" y="8473"/>
                  </a:lnTo>
                  <a:lnTo>
                    <a:pt x="248018" y="0"/>
                  </a:lnTo>
                </a:path>
              </a:pathLst>
            </a:custGeom>
            <a:ln w="12700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05499" y="5573267"/>
              <a:ext cx="2296667" cy="25755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916421" y="5582957"/>
              <a:ext cx="2266315" cy="227329"/>
            </a:xfrm>
            <a:custGeom>
              <a:avLst/>
              <a:gdLst/>
              <a:ahLst/>
              <a:cxnLst/>
              <a:rect l="l" t="t" r="r" b="b"/>
              <a:pathLst>
                <a:path w="2266315" h="227329">
                  <a:moveTo>
                    <a:pt x="2266187" y="0"/>
                  </a:moveTo>
                  <a:lnTo>
                    <a:pt x="0" y="0"/>
                  </a:lnTo>
                  <a:lnTo>
                    <a:pt x="0" y="227075"/>
                  </a:lnTo>
                  <a:lnTo>
                    <a:pt x="2266187" y="227075"/>
                  </a:lnTo>
                  <a:lnTo>
                    <a:pt x="2266187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71688" y="5573267"/>
              <a:ext cx="86867" cy="25755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182609" y="5582957"/>
              <a:ext cx="56515" cy="227329"/>
            </a:xfrm>
            <a:custGeom>
              <a:avLst/>
              <a:gdLst/>
              <a:ahLst/>
              <a:cxnLst/>
              <a:rect l="l" t="t" r="r" b="b"/>
              <a:pathLst>
                <a:path w="56515" h="227329">
                  <a:moveTo>
                    <a:pt x="56388" y="0"/>
                  </a:moveTo>
                  <a:lnTo>
                    <a:pt x="0" y="0"/>
                  </a:lnTo>
                  <a:lnTo>
                    <a:pt x="0" y="227075"/>
                  </a:lnTo>
                  <a:lnTo>
                    <a:pt x="56388" y="227075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05500" y="5817107"/>
              <a:ext cx="2567939" cy="25755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916421" y="5826797"/>
              <a:ext cx="2537460" cy="227329"/>
            </a:xfrm>
            <a:custGeom>
              <a:avLst/>
              <a:gdLst/>
              <a:ahLst/>
              <a:cxnLst/>
              <a:rect l="l" t="t" r="r" b="b"/>
              <a:pathLst>
                <a:path w="2537459" h="227329">
                  <a:moveTo>
                    <a:pt x="2537460" y="0"/>
                  </a:moveTo>
                  <a:lnTo>
                    <a:pt x="0" y="0"/>
                  </a:lnTo>
                  <a:lnTo>
                    <a:pt x="0" y="227075"/>
                  </a:lnTo>
                  <a:lnTo>
                    <a:pt x="2537460" y="227075"/>
                  </a:lnTo>
                  <a:lnTo>
                    <a:pt x="253746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42959" y="5817107"/>
              <a:ext cx="86867" cy="25755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453881" y="5826797"/>
              <a:ext cx="56515" cy="227329"/>
            </a:xfrm>
            <a:custGeom>
              <a:avLst/>
              <a:gdLst/>
              <a:ahLst/>
              <a:cxnLst/>
              <a:rect l="l" t="t" r="r" b="b"/>
              <a:pathLst>
                <a:path w="56515" h="227329">
                  <a:moveTo>
                    <a:pt x="56388" y="0"/>
                  </a:moveTo>
                  <a:lnTo>
                    <a:pt x="0" y="0"/>
                  </a:lnTo>
                  <a:lnTo>
                    <a:pt x="0" y="227075"/>
                  </a:lnTo>
                  <a:lnTo>
                    <a:pt x="56388" y="227075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05500" y="6060947"/>
              <a:ext cx="2514599" cy="25755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916421" y="6070637"/>
              <a:ext cx="2484120" cy="227329"/>
            </a:xfrm>
            <a:custGeom>
              <a:avLst/>
              <a:gdLst/>
              <a:ahLst/>
              <a:cxnLst/>
              <a:rect l="l" t="t" r="r" b="b"/>
              <a:pathLst>
                <a:path w="2484120" h="227329">
                  <a:moveTo>
                    <a:pt x="2484120" y="0"/>
                  </a:moveTo>
                  <a:lnTo>
                    <a:pt x="0" y="0"/>
                  </a:lnTo>
                  <a:lnTo>
                    <a:pt x="0" y="227076"/>
                  </a:lnTo>
                  <a:lnTo>
                    <a:pt x="2484120" y="227076"/>
                  </a:lnTo>
                  <a:lnTo>
                    <a:pt x="248412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05500" y="6304787"/>
              <a:ext cx="2810255" cy="25755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916421" y="6314477"/>
              <a:ext cx="2780030" cy="227329"/>
            </a:xfrm>
            <a:custGeom>
              <a:avLst/>
              <a:gdLst/>
              <a:ahLst/>
              <a:cxnLst/>
              <a:rect l="l" t="t" r="r" b="b"/>
              <a:pathLst>
                <a:path w="2780029" h="227329">
                  <a:moveTo>
                    <a:pt x="2779776" y="0"/>
                  </a:moveTo>
                  <a:lnTo>
                    <a:pt x="0" y="0"/>
                  </a:lnTo>
                  <a:lnTo>
                    <a:pt x="0" y="227076"/>
                  </a:lnTo>
                  <a:lnTo>
                    <a:pt x="2779776" y="227076"/>
                  </a:lnTo>
                  <a:lnTo>
                    <a:pt x="2779776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05500" y="6548627"/>
              <a:ext cx="1418843" cy="25755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916421" y="6558317"/>
              <a:ext cx="1388745" cy="227329"/>
            </a:xfrm>
            <a:custGeom>
              <a:avLst/>
              <a:gdLst/>
              <a:ahLst/>
              <a:cxnLst/>
              <a:rect l="l" t="t" r="r" b="b"/>
              <a:pathLst>
                <a:path w="1388745" h="227329">
                  <a:moveTo>
                    <a:pt x="1388364" y="0"/>
                  </a:moveTo>
                  <a:lnTo>
                    <a:pt x="0" y="0"/>
                  </a:lnTo>
                  <a:lnTo>
                    <a:pt x="0" y="227075"/>
                  </a:lnTo>
                  <a:lnTo>
                    <a:pt x="1388364" y="227075"/>
                  </a:lnTo>
                  <a:lnTo>
                    <a:pt x="138836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83579" y="5495543"/>
              <a:ext cx="2540507" cy="45719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83579" y="5739383"/>
              <a:ext cx="2811779" cy="45719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83579" y="5983223"/>
              <a:ext cx="2758439" cy="457199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5903719" y="5548926"/>
            <a:ext cx="2506980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"/>
                <a:cs typeface="Arial"/>
              </a:rPr>
              <a:t>AC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INPUT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part</a:t>
            </a:r>
            <a:r>
              <a:rPr dirty="0" sz="1600" spc="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3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screws </a:t>
            </a:r>
            <a:r>
              <a:rPr dirty="0" sz="1600">
                <a:latin typeface="Arial"/>
                <a:cs typeface="Arial"/>
              </a:rPr>
              <a:t>Using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</a:t>
            </a:r>
            <a:r>
              <a:rPr dirty="0" sz="1600" spc="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Phillips</a:t>
            </a:r>
            <a:r>
              <a:rPr dirty="0" sz="1600" spc="-10">
                <a:latin typeface="Arial"/>
                <a:cs typeface="Arial"/>
              </a:rPr>
              <a:t> screwdriver </a:t>
            </a:r>
            <a:r>
              <a:rPr dirty="0" sz="1600">
                <a:latin typeface="Arial"/>
                <a:cs typeface="Arial"/>
              </a:rPr>
              <a:t>Rotate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counterclockwise</a:t>
            </a:r>
            <a:r>
              <a:rPr dirty="0" sz="1600" spc="-85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to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8" name="object 3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783579" y="6227063"/>
            <a:ext cx="3054095" cy="457199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5903719" y="6280445"/>
            <a:ext cx="27508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"/>
                <a:cs typeface="Arial"/>
              </a:rPr>
              <a:t>connect,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then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rotate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clockwise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0" name="object 4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783579" y="6470903"/>
            <a:ext cx="1662683" cy="387096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5903719" y="6524286"/>
            <a:ext cx="14135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"/>
                <a:cs typeface="Arial"/>
              </a:rPr>
              <a:t>again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secure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896827" y="6136494"/>
            <a:ext cx="940435" cy="191770"/>
          </a:xfrm>
          <a:custGeom>
            <a:avLst/>
            <a:gdLst/>
            <a:ahLst/>
            <a:cxnLst/>
            <a:rect l="l" t="t" r="r" b="b"/>
            <a:pathLst>
              <a:path w="940434" h="191770">
                <a:moveTo>
                  <a:pt x="940066" y="0"/>
                </a:moveTo>
                <a:lnTo>
                  <a:pt x="935115" y="37288"/>
                </a:lnTo>
                <a:lnTo>
                  <a:pt x="921613" y="67738"/>
                </a:lnTo>
                <a:lnTo>
                  <a:pt x="901586" y="88268"/>
                </a:lnTo>
                <a:lnTo>
                  <a:pt x="877061" y="95796"/>
                </a:lnTo>
                <a:lnTo>
                  <a:pt x="550544" y="95796"/>
                </a:lnTo>
                <a:lnTo>
                  <a:pt x="526020" y="103324"/>
                </a:lnTo>
                <a:lnTo>
                  <a:pt x="505993" y="123853"/>
                </a:lnTo>
                <a:lnTo>
                  <a:pt x="492491" y="154303"/>
                </a:lnTo>
                <a:lnTo>
                  <a:pt x="487540" y="191592"/>
                </a:lnTo>
                <a:lnTo>
                  <a:pt x="482587" y="154303"/>
                </a:lnTo>
                <a:lnTo>
                  <a:pt x="469080" y="123853"/>
                </a:lnTo>
                <a:lnTo>
                  <a:pt x="449049" y="103324"/>
                </a:lnTo>
                <a:lnTo>
                  <a:pt x="424522" y="95796"/>
                </a:lnTo>
                <a:lnTo>
                  <a:pt x="63004" y="95796"/>
                </a:lnTo>
                <a:lnTo>
                  <a:pt x="38479" y="88268"/>
                </a:lnTo>
                <a:lnTo>
                  <a:pt x="18453" y="67738"/>
                </a:lnTo>
                <a:lnTo>
                  <a:pt x="4951" y="37288"/>
                </a:ln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9059858" y="6319325"/>
            <a:ext cx="7105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84150">
              <a:lnSpc>
                <a:spcPct val="100000"/>
              </a:lnSpc>
              <a:spcBef>
                <a:spcPts val="100"/>
              </a:spcBef>
            </a:pPr>
            <a:r>
              <a:rPr dirty="0" sz="1800" spc="-25" i="1">
                <a:latin typeface="Arial"/>
                <a:cs typeface="Arial"/>
              </a:rPr>
              <a:t>AC</a:t>
            </a:r>
            <a:r>
              <a:rPr dirty="0" sz="1800" spc="-25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INPUT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209482" y="3258807"/>
            <a:ext cx="6953250" cy="2116455"/>
            <a:chOff x="2209482" y="3258807"/>
            <a:chExt cx="6953250" cy="2116455"/>
          </a:xfrm>
        </p:grpSpPr>
        <p:pic>
          <p:nvPicPr>
            <p:cNvPr id="45" name="object 4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209482" y="3258807"/>
              <a:ext cx="2266721" cy="2116201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901440" y="3326673"/>
              <a:ext cx="5219065" cy="1615440"/>
            </a:xfrm>
            <a:custGeom>
              <a:avLst/>
              <a:gdLst/>
              <a:ahLst/>
              <a:cxnLst/>
              <a:rect l="l" t="t" r="r" b="b"/>
              <a:pathLst>
                <a:path w="5219065" h="1615439">
                  <a:moveTo>
                    <a:pt x="0" y="0"/>
                  </a:moveTo>
                  <a:lnTo>
                    <a:pt x="69829" y="102"/>
                  </a:lnTo>
                  <a:lnTo>
                    <a:pt x="139648" y="409"/>
                  </a:lnTo>
                  <a:lnTo>
                    <a:pt x="209443" y="919"/>
                  </a:lnTo>
                  <a:lnTo>
                    <a:pt x="279203" y="1629"/>
                  </a:lnTo>
                  <a:lnTo>
                    <a:pt x="348918" y="2538"/>
                  </a:lnTo>
                  <a:lnTo>
                    <a:pt x="418575" y="3644"/>
                  </a:lnTo>
                  <a:lnTo>
                    <a:pt x="488162" y="4944"/>
                  </a:lnTo>
                  <a:lnTo>
                    <a:pt x="557669" y="6438"/>
                  </a:lnTo>
                  <a:lnTo>
                    <a:pt x="627083" y="8123"/>
                  </a:lnTo>
                  <a:lnTo>
                    <a:pt x="696393" y="9997"/>
                  </a:lnTo>
                  <a:lnTo>
                    <a:pt x="765588" y="12059"/>
                  </a:lnTo>
                  <a:lnTo>
                    <a:pt x="834656" y="14306"/>
                  </a:lnTo>
                  <a:lnTo>
                    <a:pt x="903586" y="16737"/>
                  </a:lnTo>
                  <a:lnTo>
                    <a:pt x="972365" y="19350"/>
                  </a:lnTo>
                  <a:lnTo>
                    <a:pt x="1040983" y="22143"/>
                  </a:lnTo>
                  <a:lnTo>
                    <a:pt x="1109428" y="25113"/>
                  </a:lnTo>
                  <a:lnTo>
                    <a:pt x="1177688" y="28260"/>
                  </a:lnTo>
                  <a:lnTo>
                    <a:pt x="1245752" y="31582"/>
                  </a:lnTo>
                  <a:lnTo>
                    <a:pt x="1313608" y="35076"/>
                  </a:lnTo>
                  <a:lnTo>
                    <a:pt x="1381245" y="38740"/>
                  </a:lnTo>
                  <a:lnTo>
                    <a:pt x="1448651" y="42573"/>
                  </a:lnTo>
                  <a:lnTo>
                    <a:pt x="1515814" y="46573"/>
                  </a:lnTo>
                  <a:lnTo>
                    <a:pt x="1582724" y="50738"/>
                  </a:lnTo>
                  <a:lnTo>
                    <a:pt x="1649368" y="55066"/>
                  </a:lnTo>
                  <a:lnTo>
                    <a:pt x="1715735" y="59555"/>
                  </a:lnTo>
                  <a:lnTo>
                    <a:pt x="1781814" y="64204"/>
                  </a:lnTo>
                  <a:lnTo>
                    <a:pt x="1847592" y="69010"/>
                  </a:lnTo>
                  <a:lnTo>
                    <a:pt x="1913059" y="73971"/>
                  </a:lnTo>
                  <a:lnTo>
                    <a:pt x="1978202" y="79087"/>
                  </a:lnTo>
                  <a:lnTo>
                    <a:pt x="2043011" y="84354"/>
                  </a:lnTo>
                  <a:lnTo>
                    <a:pt x="2107474" y="89771"/>
                  </a:lnTo>
                  <a:lnTo>
                    <a:pt x="2171579" y="95336"/>
                  </a:lnTo>
                  <a:lnTo>
                    <a:pt x="2235314" y="101048"/>
                  </a:lnTo>
                  <a:lnTo>
                    <a:pt x="2298669" y="106903"/>
                  </a:lnTo>
                  <a:lnTo>
                    <a:pt x="2361631" y="112902"/>
                  </a:lnTo>
                  <a:lnTo>
                    <a:pt x="2424189" y="119040"/>
                  </a:lnTo>
                  <a:lnTo>
                    <a:pt x="2486331" y="125318"/>
                  </a:lnTo>
                  <a:lnTo>
                    <a:pt x="2548047" y="131732"/>
                  </a:lnTo>
                  <a:lnTo>
                    <a:pt x="2609324" y="138282"/>
                  </a:lnTo>
                  <a:lnTo>
                    <a:pt x="2670150" y="144964"/>
                  </a:lnTo>
                  <a:lnTo>
                    <a:pt x="2730516" y="151778"/>
                  </a:lnTo>
                  <a:lnTo>
                    <a:pt x="2790407" y="158721"/>
                  </a:lnTo>
                  <a:lnTo>
                    <a:pt x="2849814" y="165791"/>
                  </a:lnTo>
                  <a:lnTo>
                    <a:pt x="2908725" y="172987"/>
                  </a:lnTo>
                  <a:lnTo>
                    <a:pt x="2967128" y="180307"/>
                  </a:lnTo>
                  <a:lnTo>
                    <a:pt x="3025011" y="187749"/>
                  </a:lnTo>
                  <a:lnTo>
                    <a:pt x="3082364" y="195310"/>
                  </a:lnTo>
                  <a:lnTo>
                    <a:pt x="3139174" y="202990"/>
                  </a:lnTo>
                  <a:lnTo>
                    <a:pt x="3195430" y="210786"/>
                  </a:lnTo>
                  <a:lnTo>
                    <a:pt x="3251120" y="218696"/>
                  </a:lnTo>
                  <a:lnTo>
                    <a:pt x="3306233" y="226719"/>
                  </a:lnTo>
                  <a:lnTo>
                    <a:pt x="3360758" y="234852"/>
                  </a:lnTo>
                  <a:lnTo>
                    <a:pt x="3414682" y="243094"/>
                  </a:lnTo>
                  <a:lnTo>
                    <a:pt x="3467995" y="251443"/>
                  </a:lnTo>
                  <a:lnTo>
                    <a:pt x="3520684" y="259897"/>
                  </a:lnTo>
                  <a:lnTo>
                    <a:pt x="3572738" y="268454"/>
                  </a:lnTo>
                  <a:lnTo>
                    <a:pt x="3624147" y="277112"/>
                  </a:lnTo>
                  <a:lnTo>
                    <a:pt x="3674897" y="285870"/>
                  </a:lnTo>
                  <a:lnTo>
                    <a:pt x="3724977" y="294725"/>
                  </a:lnTo>
                  <a:lnTo>
                    <a:pt x="3774377" y="303675"/>
                  </a:lnTo>
                  <a:lnTo>
                    <a:pt x="3823084" y="312720"/>
                  </a:lnTo>
                  <a:lnTo>
                    <a:pt x="3871087" y="321856"/>
                  </a:lnTo>
                  <a:lnTo>
                    <a:pt x="3918375" y="331082"/>
                  </a:lnTo>
                  <a:lnTo>
                    <a:pt x="3964935" y="340396"/>
                  </a:lnTo>
                  <a:lnTo>
                    <a:pt x="4010757" y="349797"/>
                  </a:lnTo>
                  <a:lnTo>
                    <a:pt x="4055828" y="359282"/>
                  </a:lnTo>
                  <a:lnTo>
                    <a:pt x="4100138" y="368849"/>
                  </a:lnTo>
                  <a:lnTo>
                    <a:pt x="4143674" y="378497"/>
                  </a:lnTo>
                  <a:lnTo>
                    <a:pt x="4186425" y="388224"/>
                  </a:lnTo>
                  <a:lnTo>
                    <a:pt x="4228380" y="398027"/>
                  </a:lnTo>
                  <a:lnTo>
                    <a:pt x="4269527" y="407906"/>
                  </a:lnTo>
                  <a:lnTo>
                    <a:pt x="4309854" y="417858"/>
                  </a:lnTo>
                  <a:lnTo>
                    <a:pt x="4349350" y="427880"/>
                  </a:lnTo>
                  <a:lnTo>
                    <a:pt x="4388004" y="437973"/>
                  </a:lnTo>
                  <a:lnTo>
                    <a:pt x="4425804" y="448132"/>
                  </a:lnTo>
                  <a:lnTo>
                    <a:pt x="4462737" y="458358"/>
                  </a:lnTo>
                  <a:lnTo>
                    <a:pt x="4533962" y="478998"/>
                  </a:lnTo>
                  <a:lnTo>
                    <a:pt x="4601585" y="499878"/>
                  </a:lnTo>
                  <a:lnTo>
                    <a:pt x="4665515" y="520982"/>
                  </a:lnTo>
                  <a:lnTo>
                    <a:pt x="4725659" y="542297"/>
                  </a:lnTo>
                  <a:lnTo>
                    <a:pt x="4781924" y="563807"/>
                  </a:lnTo>
                  <a:lnTo>
                    <a:pt x="4834219" y="585497"/>
                  </a:lnTo>
                  <a:lnTo>
                    <a:pt x="4882451" y="607351"/>
                  </a:lnTo>
                  <a:lnTo>
                    <a:pt x="4926528" y="629356"/>
                  </a:lnTo>
                  <a:lnTo>
                    <a:pt x="4966357" y="651496"/>
                  </a:lnTo>
                  <a:lnTo>
                    <a:pt x="5001846" y="673755"/>
                  </a:lnTo>
                  <a:lnTo>
                    <a:pt x="5032903" y="696120"/>
                  </a:lnTo>
                  <a:lnTo>
                    <a:pt x="5070976" y="729831"/>
                  </a:lnTo>
                  <a:lnTo>
                    <a:pt x="5098557" y="763693"/>
                  </a:lnTo>
                  <a:lnTo>
                    <a:pt x="5118471" y="808992"/>
                  </a:lnTo>
                  <a:lnTo>
                    <a:pt x="5121506" y="893761"/>
                  </a:lnTo>
                  <a:lnTo>
                    <a:pt x="5123005" y="955543"/>
                  </a:lnTo>
                  <a:lnTo>
                    <a:pt x="5125441" y="1016707"/>
                  </a:lnTo>
                  <a:lnTo>
                    <a:pt x="5128760" y="1076947"/>
                  </a:lnTo>
                  <a:lnTo>
                    <a:pt x="5132913" y="1135953"/>
                  </a:lnTo>
                  <a:lnTo>
                    <a:pt x="5137845" y="1193417"/>
                  </a:lnTo>
                  <a:lnTo>
                    <a:pt x="5143507" y="1249031"/>
                  </a:lnTo>
                  <a:lnTo>
                    <a:pt x="5149846" y="1302486"/>
                  </a:lnTo>
                  <a:lnTo>
                    <a:pt x="5156811" y="1353474"/>
                  </a:lnTo>
                  <a:lnTo>
                    <a:pt x="5164349" y="1401687"/>
                  </a:lnTo>
                  <a:lnTo>
                    <a:pt x="5172409" y="1446817"/>
                  </a:lnTo>
                  <a:lnTo>
                    <a:pt x="5180938" y="1488554"/>
                  </a:lnTo>
                  <a:lnTo>
                    <a:pt x="5189886" y="1526590"/>
                  </a:lnTo>
                  <a:lnTo>
                    <a:pt x="5208830" y="1590329"/>
                  </a:lnTo>
                  <a:lnTo>
                    <a:pt x="5218722" y="1615414"/>
                  </a:lnTo>
                </a:path>
              </a:pathLst>
            </a:custGeom>
            <a:ln w="127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9083253" y="4907577"/>
              <a:ext cx="79375" cy="82550"/>
            </a:xfrm>
            <a:custGeom>
              <a:avLst/>
              <a:gdLst/>
              <a:ahLst/>
              <a:cxnLst/>
              <a:rect l="l" t="t" r="r" b="b"/>
              <a:pathLst>
                <a:path w="79375" h="82550">
                  <a:moveTo>
                    <a:pt x="57340" y="0"/>
                  </a:moveTo>
                  <a:lnTo>
                    <a:pt x="0" y="50177"/>
                  </a:lnTo>
                  <a:lnTo>
                    <a:pt x="78854" y="82435"/>
                  </a:lnTo>
                  <a:lnTo>
                    <a:pt x="57340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5709411" y="3066234"/>
            <a:ext cx="26428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AF50"/>
                </a:solidFill>
                <a:latin typeface="Arial"/>
                <a:cs typeface="Arial"/>
              </a:rPr>
              <a:t>Connect</a:t>
            </a:r>
            <a:r>
              <a:rPr dirty="0" sz="1800" spc="-2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AF50"/>
                </a:solidFill>
                <a:latin typeface="Arial"/>
                <a:cs typeface="Arial"/>
              </a:rPr>
              <a:t>the</a:t>
            </a:r>
            <a:r>
              <a:rPr dirty="0" sz="1800" spc="-4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AF50"/>
                </a:solidFill>
                <a:latin typeface="Arial"/>
                <a:cs typeface="Arial"/>
              </a:rPr>
              <a:t>green</a:t>
            </a:r>
            <a:r>
              <a:rPr dirty="0" sz="1800" spc="-3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AF50"/>
                </a:solidFill>
                <a:latin typeface="Arial"/>
                <a:cs typeface="Arial"/>
              </a:rPr>
              <a:t>wire</a:t>
            </a:r>
            <a:r>
              <a:rPr dirty="0" sz="1800" spc="5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00AF50"/>
                </a:solidFill>
                <a:latin typeface="Arial"/>
                <a:cs typeface="Arial"/>
              </a:rPr>
              <a:t>to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7499616" y="2888449"/>
            <a:ext cx="1798955" cy="1454785"/>
            <a:chOff x="7499616" y="2888449"/>
            <a:chExt cx="1798955" cy="1454785"/>
          </a:xfrm>
        </p:grpSpPr>
        <p:pic>
          <p:nvPicPr>
            <p:cNvPr id="50" name="object 5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495629" y="2888449"/>
              <a:ext cx="802370" cy="651979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499616" y="4038964"/>
              <a:ext cx="1031631" cy="303889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4113420" y="4037884"/>
            <a:ext cx="31756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B9BD4"/>
                </a:solidFill>
                <a:latin typeface="Arial"/>
                <a:cs typeface="Arial"/>
              </a:rPr>
              <a:t>Connect</a:t>
            </a:r>
            <a:r>
              <a:rPr dirty="0" sz="1800" spc="-40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B9BD4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B9BD4"/>
                </a:solidFill>
                <a:latin typeface="Arial"/>
                <a:cs typeface="Arial"/>
              </a:rPr>
              <a:t>brown/blue</a:t>
            </a:r>
            <a:r>
              <a:rPr dirty="0" sz="1800" spc="-5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B9BD4"/>
                </a:solidFill>
                <a:latin typeface="Arial"/>
                <a:cs typeface="Arial"/>
              </a:rPr>
              <a:t>wire</a:t>
            </a:r>
            <a:r>
              <a:rPr dirty="0" sz="1800" spc="-10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B9BD4"/>
                </a:solidFill>
                <a:latin typeface="Arial"/>
                <a:cs typeface="Arial"/>
              </a:rPr>
              <a:t>to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7850" y="6575837"/>
            <a:ext cx="187782" cy="17066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9566" y="537946"/>
            <a:ext cx="5193309" cy="3756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1626"/>
            <a:ext cx="3999865" cy="391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08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Connecting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Control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Unit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277167" y="1907882"/>
            <a:ext cx="6377940" cy="3966210"/>
            <a:chOff x="2277167" y="1907882"/>
            <a:chExt cx="6377940" cy="396621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16691" y="3040291"/>
              <a:ext cx="1818474" cy="975156"/>
            </a:xfrm>
            <a:prstGeom prst="rect">
              <a:avLst/>
            </a:prstGeom>
          </p:spPr>
        </p:pic>
        <p:pic>
          <p:nvPicPr>
            <p:cNvPr id="10" name="object 10" descr="삼성전자 노트북 플러스2 NT550XDA-KC35W (SSD 256GB) : 다나와 가격비교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77167" y="2650676"/>
              <a:ext cx="1299761" cy="11773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98265" y="1907882"/>
              <a:ext cx="1161318" cy="1147572"/>
            </a:xfrm>
            <a:prstGeom prst="rect">
              <a:avLst/>
            </a:prstGeom>
          </p:spPr>
        </p:pic>
        <p:pic>
          <p:nvPicPr>
            <p:cNvPr id="12" name="object 12" descr="텍스트, 전자기기, 회로이(가) 표시된 사진  자동 생성된 설명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10526" y="3123158"/>
              <a:ext cx="1329009" cy="809421"/>
            </a:xfrm>
            <a:prstGeom prst="rect">
              <a:avLst/>
            </a:prstGeom>
          </p:spPr>
        </p:pic>
        <p:pic>
          <p:nvPicPr>
            <p:cNvPr id="13" name="object 13" descr="텍스트, 전자기기, 회로이(가) 표시된 사진  자동 생성된 설명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10526" y="4023715"/>
              <a:ext cx="1329009" cy="809409"/>
            </a:xfrm>
            <a:prstGeom prst="rect">
              <a:avLst/>
            </a:prstGeom>
          </p:spPr>
        </p:pic>
        <p:pic>
          <p:nvPicPr>
            <p:cNvPr id="14" name="object 14" descr="텍스트, 전자기기, 회로이(가) 표시된 사진  자동 생성된 설명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25640" y="5064405"/>
              <a:ext cx="1329013" cy="80942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509535" y="3348216"/>
              <a:ext cx="1207135" cy="0"/>
            </a:xfrm>
            <a:custGeom>
              <a:avLst/>
              <a:gdLst/>
              <a:ahLst/>
              <a:cxnLst/>
              <a:rect l="l" t="t" r="r" b="b"/>
              <a:pathLst>
                <a:path w="1207135" h="0">
                  <a:moveTo>
                    <a:pt x="1206842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386708" y="3644996"/>
              <a:ext cx="1207135" cy="0"/>
            </a:xfrm>
            <a:custGeom>
              <a:avLst/>
              <a:gdLst/>
              <a:ahLst/>
              <a:cxnLst/>
              <a:rect l="l" t="t" r="r" b="b"/>
              <a:pathLst>
                <a:path w="1207134" h="0">
                  <a:moveTo>
                    <a:pt x="1206842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014443" y="5492127"/>
              <a:ext cx="579120" cy="0"/>
            </a:xfrm>
            <a:custGeom>
              <a:avLst/>
              <a:gdLst/>
              <a:ahLst/>
              <a:cxnLst/>
              <a:rect l="l" t="t" r="r" b="b"/>
              <a:pathLst>
                <a:path w="579120" h="0">
                  <a:moveTo>
                    <a:pt x="579107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030363" y="4568562"/>
              <a:ext cx="535940" cy="0"/>
            </a:xfrm>
            <a:custGeom>
              <a:avLst/>
              <a:gdLst/>
              <a:ahLst/>
              <a:cxnLst/>
              <a:rect l="l" t="t" r="r" b="b"/>
              <a:pathLst>
                <a:path w="535940" h="0">
                  <a:moveTo>
                    <a:pt x="535813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057738" y="2466496"/>
              <a:ext cx="535940" cy="0"/>
            </a:xfrm>
            <a:custGeom>
              <a:avLst/>
              <a:gdLst/>
              <a:ahLst/>
              <a:cxnLst/>
              <a:rect l="l" t="t" r="r" b="b"/>
              <a:pathLst>
                <a:path w="535940" h="0">
                  <a:moveTo>
                    <a:pt x="535813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057731" y="2466492"/>
              <a:ext cx="0" cy="3025775"/>
            </a:xfrm>
            <a:custGeom>
              <a:avLst/>
              <a:gdLst/>
              <a:ahLst/>
              <a:cxnLst/>
              <a:rect l="l" t="t" r="r" b="b"/>
              <a:pathLst>
                <a:path w="0" h="3025775">
                  <a:moveTo>
                    <a:pt x="0" y="3025635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7289049" y="5933492"/>
            <a:ext cx="15119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맑은 고딕"/>
                <a:cs typeface="맑은 고딕"/>
              </a:rPr>
              <a:t>Motor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Driver</a:t>
            </a:r>
            <a:endParaRPr sz="2000">
              <a:latin typeface="맑은 고딕"/>
              <a:cs typeface="맑은 고딕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  <p:sp>
        <p:nvSpPr>
          <p:cNvPr id="22" name="object 22"/>
          <p:cNvSpPr txBox="1"/>
          <p:nvPr/>
        </p:nvSpPr>
        <p:spPr>
          <a:xfrm>
            <a:off x="8207568" y="1996253"/>
            <a:ext cx="215201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latin typeface="맑은 고딕"/>
                <a:cs typeface="맑은 고딕"/>
              </a:rPr>
              <a:t>Variable</a:t>
            </a:r>
            <a:r>
              <a:rPr dirty="0" sz="2000" spc="-140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resistance</a:t>
            </a:r>
            <a:endParaRPr sz="20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7850" y="6576726"/>
            <a:ext cx="219367" cy="16977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9566" y="537946"/>
            <a:ext cx="5193309" cy="3756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1626"/>
            <a:ext cx="2680970" cy="391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08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맑은 고딕"/>
                <a:cs typeface="맑은 고딕"/>
              </a:rPr>
              <a:t>Laptop</a:t>
            </a:r>
            <a:r>
              <a:rPr dirty="0" sz="2400" spc="-35">
                <a:latin typeface="맑은 고딕"/>
                <a:cs typeface="맑은 고딕"/>
              </a:rPr>
              <a:t> </a:t>
            </a:r>
            <a:r>
              <a:rPr dirty="0" sz="2400">
                <a:latin typeface="맑은 고딕"/>
                <a:cs typeface="맑은 고딕"/>
              </a:rPr>
              <a:t>–</a:t>
            </a:r>
            <a:r>
              <a:rPr dirty="0" sz="2400" spc="-15">
                <a:latin typeface="맑은 고딕"/>
                <a:cs typeface="맑은 고딕"/>
              </a:rPr>
              <a:t> </a:t>
            </a:r>
            <a:r>
              <a:rPr dirty="0" sz="2400" spc="-10">
                <a:latin typeface="맑은 고딕"/>
                <a:cs typeface="맑은 고딕"/>
              </a:rPr>
              <a:t>Arduino</a:t>
            </a:r>
            <a:endParaRPr sz="2400">
              <a:latin typeface="맑은 고딕"/>
              <a:cs typeface="맑은 고딕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277167" y="1907882"/>
            <a:ext cx="6377940" cy="3966210"/>
            <a:chOff x="2277167" y="1907882"/>
            <a:chExt cx="6377940" cy="396621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16691" y="3040291"/>
              <a:ext cx="1818474" cy="975156"/>
            </a:xfrm>
            <a:prstGeom prst="rect">
              <a:avLst/>
            </a:prstGeom>
          </p:spPr>
        </p:pic>
        <p:pic>
          <p:nvPicPr>
            <p:cNvPr id="10" name="object 10" descr="삼성전자 노트북 플러스2 NT550XDA-KC35W (SSD 256GB) : 다나와 가격비교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77167" y="2650676"/>
              <a:ext cx="1299761" cy="11773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98265" y="1907882"/>
              <a:ext cx="1161318" cy="1147572"/>
            </a:xfrm>
            <a:prstGeom prst="rect">
              <a:avLst/>
            </a:prstGeom>
          </p:spPr>
        </p:pic>
        <p:pic>
          <p:nvPicPr>
            <p:cNvPr id="12" name="object 12" descr="텍스트, 전자기기, 회로이(가) 표시된 사진  자동 생성된 설명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10526" y="3123158"/>
              <a:ext cx="1329009" cy="809421"/>
            </a:xfrm>
            <a:prstGeom prst="rect">
              <a:avLst/>
            </a:prstGeom>
          </p:spPr>
        </p:pic>
        <p:pic>
          <p:nvPicPr>
            <p:cNvPr id="13" name="object 13" descr="텍스트, 전자기기, 회로이(가) 표시된 사진  자동 생성된 설명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10526" y="4023715"/>
              <a:ext cx="1329009" cy="809409"/>
            </a:xfrm>
            <a:prstGeom prst="rect">
              <a:avLst/>
            </a:prstGeom>
          </p:spPr>
        </p:pic>
        <p:pic>
          <p:nvPicPr>
            <p:cNvPr id="14" name="object 14" descr="텍스트, 전자기기, 회로이(가) 표시된 사진  자동 생성된 설명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25640" y="5064405"/>
              <a:ext cx="1329013" cy="80942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509535" y="3348216"/>
              <a:ext cx="1207135" cy="0"/>
            </a:xfrm>
            <a:custGeom>
              <a:avLst/>
              <a:gdLst/>
              <a:ahLst/>
              <a:cxnLst/>
              <a:rect l="l" t="t" r="r" b="b"/>
              <a:pathLst>
                <a:path w="1207135" h="0">
                  <a:moveTo>
                    <a:pt x="1206842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386708" y="3644996"/>
              <a:ext cx="1207135" cy="0"/>
            </a:xfrm>
            <a:custGeom>
              <a:avLst/>
              <a:gdLst/>
              <a:ahLst/>
              <a:cxnLst/>
              <a:rect l="l" t="t" r="r" b="b"/>
              <a:pathLst>
                <a:path w="1207134" h="0">
                  <a:moveTo>
                    <a:pt x="1206842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014443" y="5492127"/>
              <a:ext cx="579120" cy="0"/>
            </a:xfrm>
            <a:custGeom>
              <a:avLst/>
              <a:gdLst/>
              <a:ahLst/>
              <a:cxnLst/>
              <a:rect l="l" t="t" r="r" b="b"/>
              <a:pathLst>
                <a:path w="579120" h="0">
                  <a:moveTo>
                    <a:pt x="579107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030363" y="4568562"/>
              <a:ext cx="535940" cy="0"/>
            </a:xfrm>
            <a:custGeom>
              <a:avLst/>
              <a:gdLst/>
              <a:ahLst/>
              <a:cxnLst/>
              <a:rect l="l" t="t" r="r" b="b"/>
              <a:pathLst>
                <a:path w="535940" h="0">
                  <a:moveTo>
                    <a:pt x="535813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057738" y="2466496"/>
              <a:ext cx="535940" cy="0"/>
            </a:xfrm>
            <a:custGeom>
              <a:avLst/>
              <a:gdLst/>
              <a:ahLst/>
              <a:cxnLst/>
              <a:rect l="l" t="t" r="r" b="b"/>
              <a:pathLst>
                <a:path w="535940" h="0">
                  <a:moveTo>
                    <a:pt x="535813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057731" y="2466492"/>
              <a:ext cx="0" cy="3025775"/>
            </a:xfrm>
            <a:custGeom>
              <a:avLst/>
              <a:gdLst/>
              <a:ahLst/>
              <a:cxnLst/>
              <a:rect l="l" t="t" r="r" b="b"/>
              <a:pathLst>
                <a:path w="0" h="3025775">
                  <a:moveTo>
                    <a:pt x="0" y="3025635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7289049" y="5933492"/>
            <a:ext cx="15119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맑은 고딕"/>
                <a:cs typeface="맑은 고딕"/>
              </a:rPr>
              <a:t>Motor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Driver</a:t>
            </a:r>
            <a:endParaRPr sz="2000">
              <a:latin typeface="맑은 고딕"/>
              <a:cs typeface="맑은 고딕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07568" y="1996253"/>
            <a:ext cx="215201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latin typeface="맑은 고딕"/>
                <a:cs typeface="맑은 고딕"/>
              </a:rPr>
              <a:t>Variable</a:t>
            </a:r>
            <a:r>
              <a:rPr dirty="0" sz="2000" spc="-140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resistance</a:t>
            </a:r>
            <a:endParaRPr sz="2000">
              <a:latin typeface="맑은 고딕"/>
              <a:cs typeface="맑은 고딕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736902" y="1798595"/>
            <a:ext cx="4739640" cy="2956560"/>
          </a:xfrm>
          <a:custGeom>
            <a:avLst/>
            <a:gdLst/>
            <a:ahLst/>
            <a:cxnLst/>
            <a:rect l="l" t="t" r="r" b="b"/>
            <a:pathLst>
              <a:path w="4739640" h="2956560">
                <a:moveTo>
                  <a:pt x="0" y="1478140"/>
                </a:moveTo>
                <a:lnTo>
                  <a:pt x="2900" y="1404366"/>
                </a:lnTo>
                <a:lnTo>
                  <a:pt x="11510" y="1331528"/>
                </a:lnTo>
                <a:lnTo>
                  <a:pt x="25694" y="1259711"/>
                </a:lnTo>
                <a:lnTo>
                  <a:pt x="45316" y="1188999"/>
                </a:lnTo>
                <a:lnTo>
                  <a:pt x="70242" y="1119479"/>
                </a:lnTo>
                <a:lnTo>
                  <a:pt x="100333" y="1051233"/>
                </a:lnTo>
                <a:lnTo>
                  <a:pt x="135456" y="984347"/>
                </a:lnTo>
                <a:lnTo>
                  <a:pt x="154862" y="951440"/>
                </a:lnTo>
                <a:lnTo>
                  <a:pt x="175475" y="918905"/>
                </a:lnTo>
                <a:lnTo>
                  <a:pt x="197277" y="886752"/>
                </a:lnTo>
                <a:lnTo>
                  <a:pt x="220252" y="854992"/>
                </a:lnTo>
                <a:lnTo>
                  <a:pt x="244384" y="823636"/>
                </a:lnTo>
                <a:lnTo>
                  <a:pt x="269654" y="792694"/>
                </a:lnTo>
                <a:lnTo>
                  <a:pt x="296046" y="762176"/>
                </a:lnTo>
                <a:lnTo>
                  <a:pt x="323543" y="732093"/>
                </a:lnTo>
                <a:lnTo>
                  <a:pt x="352129" y="702457"/>
                </a:lnTo>
                <a:lnTo>
                  <a:pt x="381785" y="673276"/>
                </a:lnTo>
                <a:lnTo>
                  <a:pt x="412495" y="644563"/>
                </a:lnTo>
                <a:lnTo>
                  <a:pt x="444243" y="616327"/>
                </a:lnTo>
                <a:lnTo>
                  <a:pt x="477011" y="588579"/>
                </a:lnTo>
                <a:lnTo>
                  <a:pt x="510782" y="561330"/>
                </a:lnTo>
                <a:lnTo>
                  <a:pt x="545539" y="534590"/>
                </a:lnTo>
                <a:lnTo>
                  <a:pt x="581266" y="508371"/>
                </a:lnTo>
                <a:lnTo>
                  <a:pt x="617944" y="482681"/>
                </a:lnTo>
                <a:lnTo>
                  <a:pt x="655559" y="457533"/>
                </a:lnTo>
                <a:lnTo>
                  <a:pt x="694091" y="432936"/>
                </a:lnTo>
                <a:lnTo>
                  <a:pt x="733525" y="408902"/>
                </a:lnTo>
                <a:lnTo>
                  <a:pt x="773843" y="385440"/>
                </a:lnTo>
                <a:lnTo>
                  <a:pt x="815029" y="362562"/>
                </a:lnTo>
                <a:lnTo>
                  <a:pt x="857065" y="340278"/>
                </a:lnTo>
                <a:lnTo>
                  <a:pt x="899935" y="318598"/>
                </a:lnTo>
                <a:lnTo>
                  <a:pt x="943621" y="297533"/>
                </a:lnTo>
                <a:lnTo>
                  <a:pt x="988106" y="277095"/>
                </a:lnTo>
                <a:lnTo>
                  <a:pt x="1033375" y="257292"/>
                </a:lnTo>
                <a:lnTo>
                  <a:pt x="1079409" y="238137"/>
                </a:lnTo>
                <a:lnTo>
                  <a:pt x="1126191" y="219639"/>
                </a:lnTo>
                <a:lnTo>
                  <a:pt x="1173705" y="201809"/>
                </a:lnTo>
                <a:lnTo>
                  <a:pt x="1221934" y="184657"/>
                </a:lnTo>
                <a:lnTo>
                  <a:pt x="1270861" y="168195"/>
                </a:lnTo>
                <a:lnTo>
                  <a:pt x="1320468" y="152433"/>
                </a:lnTo>
                <a:lnTo>
                  <a:pt x="1370739" y="137381"/>
                </a:lnTo>
                <a:lnTo>
                  <a:pt x="1421657" y="123051"/>
                </a:lnTo>
                <a:lnTo>
                  <a:pt x="1473205" y="109451"/>
                </a:lnTo>
                <a:lnTo>
                  <a:pt x="1525366" y="96594"/>
                </a:lnTo>
                <a:lnTo>
                  <a:pt x="1578123" y="84490"/>
                </a:lnTo>
                <a:lnTo>
                  <a:pt x="1631458" y="73149"/>
                </a:lnTo>
                <a:lnTo>
                  <a:pt x="1685356" y="62582"/>
                </a:lnTo>
                <a:lnTo>
                  <a:pt x="1739798" y="52800"/>
                </a:lnTo>
                <a:lnTo>
                  <a:pt x="1794769" y="43813"/>
                </a:lnTo>
                <a:lnTo>
                  <a:pt x="1850250" y="35631"/>
                </a:lnTo>
                <a:lnTo>
                  <a:pt x="1906226" y="28266"/>
                </a:lnTo>
                <a:lnTo>
                  <a:pt x="1962679" y="21727"/>
                </a:lnTo>
                <a:lnTo>
                  <a:pt x="2019591" y="16026"/>
                </a:lnTo>
                <a:lnTo>
                  <a:pt x="2076948" y="11173"/>
                </a:lnTo>
                <a:lnTo>
                  <a:pt x="2134730" y="7179"/>
                </a:lnTo>
                <a:lnTo>
                  <a:pt x="2192921" y="4054"/>
                </a:lnTo>
                <a:lnTo>
                  <a:pt x="2251505" y="1808"/>
                </a:lnTo>
                <a:lnTo>
                  <a:pt x="2310464" y="454"/>
                </a:lnTo>
                <a:lnTo>
                  <a:pt x="2369781" y="0"/>
                </a:lnTo>
                <a:lnTo>
                  <a:pt x="2429099" y="454"/>
                </a:lnTo>
                <a:lnTo>
                  <a:pt x="2488058" y="1808"/>
                </a:lnTo>
                <a:lnTo>
                  <a:pt x="2546642" y="4054"/>
                </a:lnTo>
                <a:lnTo>
                  <a:pt x="2604833" y="7179"/>
                </a:lnTo>
                <a:lnTo>
                  <a:pt x="2662615" y="11173"/>
                </a:lnTo>
                <a:lnTo>
                  <a:pt x="2719972" y="16026"/>
                </a:lnTo>
                <a:lnTo>
                  <a:pt x="2776885" y="21727"/>
                </a:lnTo>
                <a:lnTo>
                  <a:pt x="2833337" y="28266"/>
                </a:lnTo>
                <a:lnTo>
                  <a:pt x="2889313" y="35631"/>
                </a:lnTo>
                <a:lnTo>
                  <a:pt x="2944795" y="43813"/>
                </a:lnTo>
                <a:lnTo>
                  <a:pt x="2999766" y="52800"/>
                </a:lnTo>
                <a:lnTo>
                  <a:pt x="3054208" y="62582"/>
                </a:lnTo>
                <a:lnTo>
                  <a:pt x="3108106" y="73149"/>
                </a:lnTo>
                <a:lnTo>
                  <a:pt x="3161442" y="84490"/>
                </a:lnTo>
                <a:lnTo>
                  <a:pt x="3214199" y="96594"/>
                </a:lnTo>
                <a:lnTo>
                  <a:pt x="3266359" y="109451"/>
                </a:lnTo>
                <a:lnTo>
                  <a:pt x="3317908" y="123051"/>
                </a:lnTo>
                <a:lnTo>
                  <a:pt x="3368826" y="137381"/>
                </a:lnTo>
                <a:lnTo>
                  <a:pt x="3419097" y="152433"/>
                </a:lnTo>
                <a:lnTo>
                  <a:pt x="3468705" y="168195"/>
                </a:lnTo>
                <a:lnTo>
                  <a:pt x="3517632" y="184657"/>
                </a:lnTo>
                <a:lnTo>
                  <a:pt x="3565861" y="201809"/>
                </a:lnTo>
                <a:lnTo>
                  <a:pt x="3613375" y="219639"/>
                </a:lnTo>
                <a:lnTo>
                  <a:pt x="3660158" y="238137"/>
                </a:lnTo>
                <a:lnTo>
                  <a:pt x="3706192" y="257292"/>
                </a:lnTo>
                <a:lnTo>
                  <a:pt x="3751461" y="277095"/>
                </a:lnTo>
                <a:lnTo>
                  <a:pt x="3795947" y="297533"/>
                </a:lnTo>
                <a:lnTo>
                  <a:pt x="3839633" y="318598"/>
                </a:lnTo>
                <a:lnTo>
                  <a:pt x="3882503" y="340278"/>
                </a:lnTo>
                <a:lnTo>
                  <a:pt x="3924540" y="362562"/>
                </a:lnTo>
                <a:lnTo>
                  <a:pt x="3965725" y="385440"/>
                </a:lnTo>
                <a:lnTo>
                  <a:pt x="4006044" y="408902"/>
                </a:lnTo>
                <a:lnTo>
                  <a:pt x="4045478" y="432936"/>
                </a:lnTo>
                <a:lnTo>
                  <a:pt x="4084011" y="457533"/>
                </a:lnTo>
                <a:lnTo>
                  <a:pt x="4121625" y="482681"/>
                </a:lnTo>
                <a:lnTo>
                  <a:pt x="4158304" y="508371"/>
                </a:lnTo>
                <a:lnTo>
                  <a:pt x="4194031" y="534590"/>
                </a:lnTo>
                <a:lnTo>
                  <a:pt x="4228789" y="561330"/>
                </a:lnTo>
                <a:lnTo>
                  <a:pt x="4262560" y="588579"/>
                </a:lnTo>
                <a:lnTo>
                  <a:pt x="4295328" y="616327"/>
                </a:lnTo>
                <a:lnTo>
                  <a:pt x="4327076" y="644563"/>
                </a:lnTo>
                <a:lnTo>
                  <a:pt x="4357787" y="673276"/>
                </a:lnTo>
                <a:lnTo>
                  <a:pt x="4387443" y="702457"/>
                </a:lnTo>
                <a:lnTo>
                  <a:pt x="4416029" y="732093"/>
                </a:lnTo>
                <a:lnTo>
                  <a:pt x="4443526" y="762176"/>
                </a:lnTo>
                <a:lnTo>
                  <a:pt x="4469919" y="792694"/>
                </a:lnTo>
                <a:lnTo>
                  <a:pt x="4495189" y="823636"/>
                </a:lnTo>
                <a:lnTo>
                  <a:pt x="4519321" y="854992"/>
                </a:lnTo>
                <a:lnTo>
                  <a:pt x="4542296" y="886752"/>
                </a:lnTo>
                <a:lnTo>
                  <a:pt x="4564099" y="918905"/>
                </a:lnTo>
                <a:lnTo>
                  <a:pt x="4584712" y="951440"/>
                </a:lnTo>
                <a:lnTo>
                  <a:pt x="4604118" y="984347"/>
                </a:lnTo>
                <a:lnTo>
                  <a:pt x="4639241" y="1051233"/>
                </a:lnTo>
                <a:lnTo>
                  <a:pt x="4669333" y="1119479"/>
                </a:lnTo>
                <a:lnTo>
                  <a:pt x="4694259" y="1188999"/>
                </a:lnTo>
                <a:lnTo>
                  <a:pt x="4713881" y="1259711"/>
                </a:lnTo>
                <a:lnTo>
                  <a:pt x="4728066" y="1331528"/>
                </a:lnTo>
                <a:lnTo>
                  <a:pt x="4736676" y="1404366"/>
                </a:lnTo>
                <a:lnTo>
                  <a:pt x="4739576" y="1478140"/>
                </a:lnTo>
                <a:lnTo>
                  <a:pt x="4738848" y="1515139"/>
                </a:lnTo>
                <a:lnTo>
                  <a:pt x="4733076" y="1588455"/>
                </a:lnTo>
                <a:lnTo>
                  <a:pt x="4721662" y="1660793"/>
                </a:lnTo>
                <a:lnTo>
                  <a:pt x="4704741" y="1732068"/>
                </a:lnTo>
                <a:lnTo>
                  <a:pt x="4682450" y="1802195"/>
                </a:lnTo>
                <a:lnTo>
                  <a:pt x="4654924" y="1871089"/>
                </a:lnTo>
                <a:lnTo>
                  <a:pt x="4622300" y="1938665"/>
                </a:lnTo>
                <a:lnTo>
                  <a:pt x="4584712" y="2004840"/>
                </a:lnTo>
                <a:lnTo>
                  <a:pt x="4564099" y="2037375"/>
                </a:lnTo>
                <a:lnTo>
                  <a:pt x="4542296" y="2069527"/>
                </a:lnTo>
                <a:lnTo>
                  <a:pt x="4519321" y="2101287"/>
                </a:lnTo>
                <a:lnTo>
                  <a:pt x="4495189" y="2132644"/>
                </a:lnTo>
                <a:lnTo>
                  <a:pt x="4469919" y="2163586"/>
                </a:lnTo>
                <a:lnTo>
                  <a:pt x="4443526" y="2194104"/>
                </a:lnTo>
                <a:lnTo>
                  <a:pt x="4416029" y="2224186"/>
                </a:lnTo>
                <a:lnTo>
                  <a:pt x="4387443" y="2253823"/>
                </a:lnTo>
                <a:lnTo>
                  <a:pt x="4357787" y="2283003"/>
                </a:lnTo>
                <a:lnTo>
                  <a:pt x="4327076" y="2311717"/>
                </a:lnTo>
                <a:lnTo>
                  <a:pt x="4295328" y="2339953"/>
                </a:lnTo>
                <a:lnTo>
                  <a:pt x="4262560" y="2367700"/>
                </a:lnTo>
                <a:lnTo>
                  <a:pt x="4228789" y="2394949"/>
                </a:lnTo>
                <a:lnTo>
                  <a:pt x="4194031" y="2421689"/>
                </a:lnTo>
                <a:lnTo>
                  <a:pt x="4158304" y="2447909"/>
                </a:lnTo>
                <a:lnTo>
                  <a:pt x="4121625" y="2473598"/>
                </a:lnTo>
                <a:lnTo>
                  <a:pt x="4084011" y="2498747"/>
                </a:lnTo>
                <a:lnTo>
                  <a:pt x="4045478" y="2523343"/>
                </a:lnTo>
                <a:lnTo>
                  <a:pt x="4006044" y="2547378"/>
                </a:lnTo>
                <a:lnTo>
                  <a:pt x="3965725" y="2570840"/>
                </a:lnTo>
                <a:lnTo>
                  <a:pt x="3924540" y="2593718"/>
                </a:lnTo>
                <a:lnTo>
                  <a:pt x="3882503" y="2616002"/>
                </a:lnTo>
                <a:lnTo>
                  <a:pt x="3839633" y="2637682"/>
                </a:lnTo>
                <a:lnTo>
                  <a:pt x="3795947" y="2658746"/>
                </a:lnTo>
                <a:lnTo>
                  <a:pt x="3751461" y="2679185"/>
                </a:lnTo>
                <a:lnTo>
                  <a:pt x="3706192" y="2698987"/>
                </a:lnTo>
                <a:lnTo>
                  <a:pt x="3660158" y="2718143"/>
                </a:lnTo>
                <a:lnTo>
                  <a:pt x="3613375" y="2736641"/>
                </a:lnTo>
                <a:lnTo>
                  <a:pt x="3565861" y="2754471"/>
                </a:lnTo>
                <a:lnTo>
                  <a:pt x="3517632" y="2771622"/>
                </a:lnTo>
                <a:lnTo>
                  <a:pt x="3468705" y="2788084"/>
                </a:lnTo>
                <a:lnTo>
                  <a:pt x="3419097" y="2803847"/>
                </a:lnTo>
                <a:lnTo>
                  <a:pt x="3368826" y="2818898"/>
                </a:lnTo>
                <a:lnTo>
                  <a:pt x="3317908" y="2833229"/>
                </a:lnTo>
                <a:lnTo>
                  <a:pt x="3266359" y="2846828"/>
                </a:lnTo>
                <a:lnTo>
                  <a:pt x="3214199" y="2859685"/>
                </a:lnTo>
                <a:lnTo>
                  <a:pt x="3161442" y="2871789"/>
                </a:lnTo>
                <a:lnTo>
                  <a:pt x="3108106" y="2883130"/>
                </a:lnTo>
                <a:lnTo>
                  <a:pt x="3054208" y="2893697"/>
                </a:lnTo>
                <a:lnTo>
                  <a:pt x="2999766" y="2903480"/>
                </a:lnTo>
                <a:lnTo>
                  <a:pt x="2944795" y="2912467"/>
                </a:lnTo>
                <a:lnTo>
                  <a:pt x="2889313" y="2920649"/>
                </a:lnTo>
                <a:lnTo>
                  <a:pt x="2833337" y="2928014"/>
                </a:lnTo>
                <a:lnTo>
                  <a:pt x="2776885" y="2934552"/>
                </a:lnTo>
                <a:lnTo>
                  <a:pt x="2719972" y="2940253"/>
                </a:lnTo>
                <a:lnTo>
                  <a:pt x="2662615" y="2945106"/>
                </a:lnTo>
                <a:lnTo>
                  <a:pt x="2604833" y="2949101"/>
                </a:lnTo>
                <a:lnTo>
                  <a:pt x="2546642" y="2952226"/>
                </a:lnTo>
                <a:lnTo>
                  <a:pt x="2488058" y="2954471"/>
                </a:lnTo>
                <a:lnTo>
                  <a:pt x="2429099" y="2955826"/>
                </a:lnTo>
                <a:lnTo>
                  <a:pt x="2369781" y="2956280"/>
                </a:lnTo>
                <a:lnTo>
                  <a:pt x="2310464" y="2955826"/>
                </a:lnTo>
                <a:lnTo>
                  <a:pt x="2251505" y="2954471"/>
                </a:lnTo>
                <a:lnTo>
                  <a:pt x="2192921" y="2952226"/>
                </a:lnTo>
                <a:lnTo>
                  <a:pt x="2134730" y="2949101"/>
                </a:lnTo>
                <a:lnTo>
                  <a:pt x="2076948" y="2945106"/>
                </a:lnTo>
                <a:lnTo>
                  <a:pt x="2019591" y="2940253"/>
                </a:lnTo>
                <a:lnTo>
                  <a:pt x="1962679" y="2934552"/>
                </a:lnTo>
                <a:lnTo>
                  <a:pt x="1906226" y="2928014"/>
                </a:lnTo>
                <a:lnTo>
                  <a:pt x="1850250" y="2920649"/>
                </a:lnTo>
                <a:lnTo>
                  <a:pt x="1794769" y="2912467"/>
                </a:lnTo>
                <a:lnTo>
                  <a:pt x="1739798" y="2903480"/>
                </a:lnTo>
                <a:lnTo>
                  <a:pt x="1685356" y="2893697"/>
                </a:lnTo>
                <a:lnTo>
                  <a:pt x="1631458" y="2883130"/>
                </a:lnTo>
                <a:lnTo>
                  <a:pt x="1578123" y="2871789"/>
                </a:lnTo>
                <a:lnTo>
                  <a:pt x="1525366" y="2859685"/>
                </a:lnTo>
                <a:lnTo>
                  <a:pt x="1473205" y="2846828"/>
                </a:lnTo>
                <a:lnTo>
                  <a:pt x="1421657" y="2833229"/>
                </a:lnTo>
                <a:lnTo>
                  <a:pt x="1370739" y="2818898"/>
                </a:lnTo>
                <a:lnTo>
                  <a:pt x="1320468" y="2803847"/>
                </a:lnTo>
                <a:lnTo>
                  <a:pt x="1270861" y="2788084"/>
                </a:lnTo>
                <a:lnTo>
                  <a:pt x="1221934" y="2771622"/>
                </a:lnTo>
                <a:lnTo>
                  <a:pt x="1173705" y="2754471"/>
                </a:lnTo>
                <a:lnTo>
                  <a:pt x="1126191" y="2736641"/>
                </a:lnTo>
                <a:lnTo>
                  <a:pt x="1079409" y="2718143"/>
                </a:lnTo>
                <a:lnTo>
                  <a:pt x="1033375" y="2698987"/>
                </a:lnTo>
                <a:lnTo>
                  <a:pt x="988106" y="2679185"/>
                </a:lnTo>
                <a:lnTo>
                  <a:pt x="943621" y="2658746"/>
                </a:lnTo>
                <a:lnTo>
                  <a:pt x="899935" y="2637682"/>
                </a:lnTo>
                <a:lnTo>
                  <a:pt x="857065" y="2616002"/>
                </a:lnTo>
                <a:lnTo>
                  <a:pt x="815029" y="2593718"/>
                </a:lnTo>
                <a:lnTo>
                  <a:pt x="773843" y="2570840"/>
                </a:lnTo>
                <a:lnTo>
                  <a:pt x="733525" y="2547378"/>
                </a:lnTo>
                <a:lnTo>
                  <a:pt x="694091" y="2523343"/>
                </a:lnTo>
                <a:lnTo>
                  <a:pt x="655559" y="2498747"/>
                </a:lnTo>
                <a:lnTo>
                  <a:pt x="617944" y="2473598"/>
                </a:lnTo>
                <a:lnTo>
                  <a:pt x="581266" y="2447909"/>
                </a:lnTo>
                <a:lnTo>
                  <a:pt x="545539" y="2421689"/>
                </a:lnTo>
                <a:lnTo>
                  <a:pt x="510782" y="2394949"/>
                </a:lnTo>
                <a:lnTo>
                  <a:pt x="477011" y="2367700"/>
                </a:lnTo>
                <a:lnTo>
                  <a:pt x="444243" y="2339953"/>
                </a:lnTo>
                <a:lnTo>
                  <a:pt x="412495" y="2311717"/>
                </a:lnTo>
                <a:lnTo>
                  <a:pt x="381785" y="2283003"/>
                </a:lnTo>
                <a:lnTo>
                  <a:pt x="352129" y="2253823"/>
                </a:lnTo>
                <a:lnTo>
                  <a:pt x="323543" y="2224186"/>
                </a:lnTo>
                <a:lnTo>
                  <a:pt x="296046" y="2194104"/>
                </a:lnTo>
                <a:lnTo>
                  <a:pt x="269654" y="2163586"/>
                </a:lnTo>
                <a:lnTo>
                  <a:pt x="244384" y="2132644"/>
                </a:lnTo>
                <a:lnTo>
                  <a:pt x="220252" y="2101287"/>
                </a:lnTo>
                <a:lnTo>
                  <a:pt x="197277" y="2069527"/>
                </a:lnTo>
                <a:lnTo>
                  <a:pt x="175475" y="2037375"/>
                </a:lnTo>
                <a:lnTo>
                  <a:pt x="154862" y="2004840"/>
                </a:lnTo>
                <a:lnTo>
                  <a:pt x="135456" y="1971933"/>
                </a:lnTo>
                <a:lnTo>
                  <a:pt x="100333" y="1905047"/>
                </a:lnTo>
                <a:lnTo>
                  <a:pt x="70242" y="1836801"/>
                </a:lnTo>
                <a:lnTo>
                  <a:pt x="45316" y="1767280"/>
                </a:lnTo>
                <a:lnTo>
                  <a:pt x="25694" y="1696569"/>
                </a:lnTo>
                <a:lnTo>
                  <a:pt x="11510" y="1624752"/>
                </a:lnTo>
                <a:lnTo>
                  <a:pt x="2900" y="1551914"/>
                </a:lnTo>
                <a:lnTo>
                  <a:pt x="0" y="1478140"/>
                </a:lnTo>
                <a:close/>
              </a:path>
            </a:pathLst>
          </a:custGeom>
          <a:ln w="57150">
            <a:solidFill>
              <a:srgbClr val="00AF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223794" y="3860651"/>
            <a:ext cx="11817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맑은 고딕"/>
                <a:cs typeface="맑은 고딕"/>
              </a:rPr>
              <a:t>노트북</a:t>
            </a:r>
            <a:r>
              <a:rPr dirty="0" sz="2000" spc="-20">
                <a:latin typeface="맑은 고딕"/>
                <a:cs typeface="맑은 고딕"/>
              </a:rPr>
              <a:t> </a:t>
            </a:r>
            <a:r>
              <a:rPr dirty="0" sz="2000" spc="-25">
                <a:latin typeface="맑은 고딕"/>
                <a:cs typeface="맑은 고딕"/>
              </a:rPr>
              <a:t>PC</a:t>
            </a:r>
            <a:endParaRPr sz="2000">
              <a:latin typeface="맑은 고딕"/>
              <a:cs typeface="맑은 고딕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  <p:sp>
        <p:nvSpPr>
          <p:cNvPr id="25" name="object 25"/>
          <p:cNvSpPr txBox="1"/>
          <p:nvPr/>
        </p:nvSpPr>
        <p:spPr>
          <a:xfrm>
            <a:off x="4922342" y="4007756"/>
            <a:ext cx="10439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">
                <a:latin typeface="맑은 고딕"/>
                <a:cs typeface="맑은 고딕"/>
              </a:rPr>
              <a:t>아두이노</a:t>
            </a:r>
            <a:endParaRPr sz="20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7850" y="6576726"/>
            <a:ext cx="217360" cy="16977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9566" y="537946"/>
            <a:ext cx="5193309" cy="3756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3150"/>
            <a:ext cx="4521200" cy="7442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12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맑은 고딕"/>
                <a:cs typeface="맑은 고딕"/>
              </a:rPr>
              <a:t>Laptop</a:t>
            </a:r>
            <a:r>
              <a:rPr dirty="0" sz="2400" spc="-35">
                <a:latin typeface="맑은 고딕"/>
                <a:cs typeface="맑은 고딕"/>
              </a:rPr>
              <a:t> </a:t>
            </a:r>
            <a:r>
              <a:rPr dirty="0" sz="2400">
                <a:latin typeface="맑은 고딕"/>
                <a:cs typeface="맑은 고딕"/>
              </a:rPr>
              <a:t>–</a:t>
            </a:r>
            <a:r>
              <a:rPr dirty="0" sz="2400" spc="-15">
                <a:latin typeface="맑은 고딕"/>
                <a:cs typeface="맑은 고딕"/>
              </a:rPr>
              <a:t> </a:t>
            </a:r>
            <a:r>
              <a:rPr dirty="0" sz="2400" spc="-10">
                <a:latin typeface="맑은 고딕"/>
                <a:cs typeface="맑은 고딕"/>
              </a:rPr>
              <a:t>Arduino</a:t>
            </a:r>
            <a:endParaRPr sz="2400">
              <a:latin typeface="맑은 고딕"/>
              <a:cs typeface="맑은 고딕"/>
            </a:endParaRPr>
          </a:p>
          <a:p>
            <a:pPr lvl="1" marL="697865" indent="-228600">
              <a:lnSpc>
                <a:spcPct val="100000"/>
              </a:lnSpc>
              <a:spcBef>
                <a:spcPts val="114"/>
              </a:spcBef>
              <a:buSzPct val="130000"/>
              <a:buFont typeface="Arial"/>
              <a:buChar char="•"/>
              <a:tabLst>
                <a:tab pos="697865" algn="l"/>
              </a:tabLst>
            </a:pPr>
            <a:r>
              <a:rPr dirty="0" sz="2000">
                <a:latin typeface="맑은 고딕"/>
                <a:cs typeface="맑은 고딕"/>
              </a:rPr>
              <a:t>Connect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using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USB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serial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cable</a:t>
            </a:r>
            <a:endParaRPr sz="2000">
              <a:latin typeface="맑은 고딕"/>
              <a:cs typeface="맑은 고딕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77619" y="2486596"/>
            <a:ext cx="7967332" cy="302042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7862" y="6579407"/>
            <a:ext cx="226275" cy="16709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9566" y="537946"/>
            <a:ext cx="5193309" cy="3756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3150"/>
            <a:ext cx="3474085" cy="391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08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맑은 고딕"/>
                <a:cs typeface="맑은 고딕"/>
              </a:rPr>
              <a:t>Arduino</a:t>
            </a:r>
            <a:r>
              <a:rPr dirty="0" sz="2400" spc="-45">
                <a:latin typeface="맑은 고딕"/>
                <a:cs typeface="맑은 고딕"/>
              </a:rPr>
              <a:t> </a:t>
            </a:r>
            <a:r>
              <a:rPr dirty="0" sz="2400">
                <a:latin typeface="맑은 고딕"/>
                <a:cs typeface="맑은 고딕"/>
              </a:rPr>
              <a:t>-</a:t>
            </a:r>
            <a:r>
              <a:rPr dirty="0" sz="2400" spc="-30">
                <a:latin typeface="맑은 고딕"/>
                <a:cs typeface="맑은 고딕"/>
              </a:rPr>
              <a:t> </a:t>
            </a:r>
            <a:r>
              <a:rPr dirty="0" sz="2400">
                <a:latin typeface="맑은 고딕"/>
                <a:cs typeface="맑은 고딕"/>
              </a:rPr>
              <a:t>Motor</a:t>
            </a:r>
            <a:r>
              <a:rPr dirty="0" sz="2400" spc="-25">
                <a:latin typeface="맑은 고딕"/>
                <a:cs typeface="맑은 고딕"/>
              </a:rPr>
              <a:t> </a:t>
            </a:r>
            <a:r>
              <a:rPr dirty="0" sz="2400" spc="-10">
                <a:latin typeface="맑은 고딕"/>
                <a:cs typeface="맑은 고딕"/>
              </a:rPr>
              <a:t>Driver</a:t>
            </a:r>
            <a:endParaRPr sz="2400">
              <a:latin typeface="맑은 고딕"/>
              <a:cs typeface="맑은 고딕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277167" y="1907882"/>
            <a:ext cx="6377940" cy="3966210"/>
            <a:chOff x="2277167" y="1907882"/>
            <a:chExt cx="6377940" cy="396621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16691" y="3040291"/>
              <a:ext cx="1818474" cy="975156"/>
            </a:xfrm>
            <a:prstGeom prst="rect">
              <a:avLst/>
            </a:prstGeom>
          </p:spPr>
        </p:pic>
        <p:pic>
          <p:nvPicPr>
            <p:cNvPr id="10" name="object 10" descr="삼성전자 노트북 플러스2 NT550XDA-KC35W (SSD 256GB) : 다나와 가격비교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77167" y="2650676"/>
              <a:ext cx="1299761" cy="11773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98265" y="1907882"/>
              <a:ext cx="1161318" cy="1147572"/>
            </a:xfrm>
            <a:prstGeom prst="rect">
              <a:avLst/>
            </a:prstGeom>
          </p:spPr>
        </p:pic>
        <p:pic>
          <p:nvPicPr>
            <p:cNvPr id="12" name="object 12" descr="텍스트, 전자기기, 회로이(가) 표시된 사진  자동 생성된 설명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10526" y="3123158"/>
              <a:ext cx="1329009" cy="809421"/>
            </a:xfrm>
            <a:prstGeom prst="rect">
              <a:avLst/>
            </a:prstGeom>
          </p:spPr>
        </p:pic>
        <p:pic>
          <p:nvPicPr>
            <p:cNvPr id="13" name="object 13" descr="텍스트, 전자기기, 회로이(가) 표시된 사진  자동 생성된 설명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10526" y="4023715"/>
              <a:ext cx="1329009" cy="809409"/>
            </a:xfrm>
            <a:prstGeom prst="rect">
              <a:avLst/>
            </a:prstGeom>
          </p:spPr>
        </p:pic>
        <p:pic>
          <p:nvPicPr>
            <p:cNvPr id="14" name="object 14" descr="텍스트, 전자기기, 회로이(가) 표시된 사진  자동 생성된 설명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25640" y="5064405"/>
              <a:ext cx="1329013" cy="80942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509535" y="3348216"/>
              <a:ext cx="1207135" cy="0"/>
            </a:xfrm>
            <a:custGeom>
              <a:avLst/>
              <a:gdLst/>
              <a:ahLst/>
              <a:cxnLst/>
              <a:rect l="l" t="t" r="r" b="b"/>
              <a:pathLst>
                <a:path w="1207135" h="0">
                  <a:moveTo>
                    <a:pt x="1206842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386708" y="3644996"/>
              <a:ext cx="1207135" cy="0"/>
            </a:xfrm>
            <a:custGeom>
              <a:avLst/>
              <a:gdLst/>
              <a:ahLst/>
              <a:cxnLst/>
              <a:rect l="l" t="t" r="r" b="b"/>
              <a:pathLst>
                <a:path w="1207134" h="0">
                  <a:moveTo>
                    <a:pt x="1206842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014443" y="5492127"/>
              <a:ext cx="579120" cy="0"/>
            </a:xfrm>
            <a:custGeom>
              <a:avLst/>
              <a:gdLst/>
              <a:ahLst/>
              <a:cxnLst/>
              <a:rect l="l" t="t" r="r" b="b"/>
              <a:pathLst>
                <a:path w="579120" h="0">
                  <a:moveTo>
                    <a:pt x="579107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030363" y="4568562"/>
              <a:ext cx="535940" cy="0"/>
            </a:xfrm>
            <a:custGeom>
              <a:avLst/>
              <a:gdLst/>
              <a:ahLst/>
              <a:cxnLst/>
              <a:rect l="l" t="t" r="r" b="b"/>
              <a:pathLst>
                <a:path w="535940" h="0">
                  <a:moveTo>
                    <a:pt x="535813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057738" y="2466496"/>
              <a:ext cx="535940" cy="0"/>
            </a:xfrm>
            <a:custGeom>
              <a:avLst/>
              <a:gdLst/>
              <a:ahLst/>
              <a:cxnLst/>
              <a:rect l="l" t="t" r="r" b="b"/>
              <a:pathLst>
                <a:path w="535940" h="0">
                  <a:moveTo>
                    <a:pt x="535813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057731" y="2466492"/>
              <a:ext cx="0" cy="3025775"/>
            </a:xfrm>
            <a:custGeom>
              <a:avLst/>
              <a:gdLst/>
              <a:ahLst/>
              <a:cxnLst/>
              <a:rect l="l" t="t" r="r" b="b"/>
              <a:pathLst>
                <a:path w="0" h="3025775">
                  <a:moveTo>
                    <a:pt x="0" y="3025635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7289049" y="5933492"/>
            <a:ext cx="15119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맑은 고딕"/>
                <a:cs typeface="맑은 고딕"/>
              </a:rPr>
              <a:t>Motor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Driver</a:t>
            </a:r>
            <a:endParaRPr sz="2000">
              <a:latin typeface="맑은 고딕"/>
              <a:cs typeface="맑은 고딕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07568" y="1996253"/>
            <a:ext cx="215201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latin typeface="맑은 고딕"/>
                <a:cs typeface="맑은 고딕"/>
              </a:rPr>
              <a:t>Variable</a:t>
            </a:r>
            <a:r>
              <a:rPr dirty="0" sz="2000" spc="-140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resistance</a:t>
            </a:r>
            <a:endParaRPr sz="2000">
              <a:latin typeface="맑은 고딕"/>
              <a:cs typeface="맑은 고딕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371703" y="2736300"/>
            <a:ext cx="5610225" cy="3866515"/>
          </a:xfrm>
          <a:custGeom>
            <a:avLst/>
            <a:gdLst/>
            <a:ahLst/>
            <a:cxnLst/>
            <a:rect l="l" t="t" r="r" b="b"/>
            <a:pathLst>
              <a:path w="5610225" h="3866515">
                <a:moveTo>
                  <a:pt x="0" y="1933130"/>
                </a:moveTo>
                <a:lnTo>
                  <a:pt x="558" y="1894161"/>
                </a:lnTo>
                <a:lnTo>
                  <a:pt x="2227" y="1855381"/>
                </a:lnTo>
                <a:lnTo>
                  <a:pt x="4995" y="1816794"/>
                </a:lnTo>
                <a:lnTo>
                  <a:pt x="8852" y="1778410"/>
                </a:lnTo>
                <a:lnTo>
                  <a:pt x="13788" y="1740235"/>
                </a:lnTo>
                <a:lnTo>
                  <a:pt x="19793" y="1702277"/>
                </a:lnTo>
                <a:lnTo>
                  <a:pt x="26855" y="1664542"/>
                </a:lnTo>
                <a:lnTo>
                  <a:pt x="34964" y="1627039"/>
                </a:lnTo>
                <a:lnTo>
                  <a:pt x="44110" y="1589773"/>
                </a:lnTo>
                <a:lnTo>
                  <a:pt x="54283" y="1552753"/>
                </a:lnTo>
                <a:lnTo>
                  <a:pt x="65471" y="1515985"/>
                </a:lnTo>
                <a:lnTo>
                  <a:pt x="77664" y="1479477"/>
                </a:lnTo>
                <a:lnTo>
                  <a:pt x="90853" y="1443236"/>
                </a:lnTo>
                <a:lnTo>
                  <a:pt x="105026" y="1407269"/>
                </a:lnTo>
                <a:lnTo>
                  <a:pt x="120172" y="1371584"/>
                </a:lnTo>
                <a:lnTo>
                  <a:pt x="136283" y="1336188"/>
                </a:lnTo>
                <a:lnTo>
                  <a:pt x="153346" y="1301087"/>
                </a:lnTo>
                <a:lnTo>
                  <a:pt x="171352" y="1266289"/>
                </a:lnTo>
                <a:lnTo>
                  <a:pt x="190290" y="1231802"/>
                </a:lnTo>
                <a:lnTo>
                  <a:pt x="210149" y="1197632"/>
                </a:lnTo>
                <a:lnTo>
                  <a:pt x="230920" y="1163787"/>
                </a:lnTo>
                <a:lnTo>
                  <a:pt x="252591" y="1130274"/>
                </a:lnTo>
                <a:lnTo>
                  <a:pt x="275152" y="1097100"/>
                </a:lnTo>
                <a:lnTo>
                  <a:pt x="298593" y="1064273"/>
                </a:lnTo>
                <a:lnTo>
                  <a:pt x="322903" y="1031799"/>
                </a:lnTo>
                <a:lnTo>
                  <a:pt x="348072" y="999686"/>
                </a:lnTo>
                <a:lnTo>
                  <a:pt x="374089" y="967941"/>
                </a:lnTo>
                <a:lnTo>
                  <a:pt x="400944" y="936571"/>
                </a:lnTo>
                <a:lnTo>
                  <a:pt x="428626" y="905584"/>
                </a:lnTo>
                <a:lnTo>
                  <a:pt x="457125" y="874986"/>
                </a:lnTo>
                <a:lnTo>
                  <a:pt x="486431" y="844786"/>
                </a:lnTo>
                <a:lnTo>
                  <a:pt x="516532" y="814990"/>
                </a:lnTo>
                <a:lnTo>
                  <a:pt x="547419" y="785605"/>
                </a:lnTo>
                <a:lnTo>
                  <a:pt x="579081" y="756638"/>
                </a:lnTo>
                <a:lnTo>
                  <a:pt x="611507" y="728098"/>
                </a:lnTo>
                <a:lnTo>
                  <a:pt x="644687" y="699990"/>
                </a:lnTo>
                <a:lnTo>
                  <a:pt x="678610" y="672323"/>
                </a:lnTo>
                <a:lnTo>
                  <a:pt x="713267" y="645103"/>
                </a:lnTo>
                <a:lnTo>
                  <a:pt x="748646" y="618338"/>
                </a:lnTo>
                <a:lnTo>
                  <a:pt x="784738" y="592035"/>
                </a:lnTo>
                <a:lnTo>
                  <a:pt x="821531" y="566200"/>
                </a:lnTo>
                <a:lnTo>
                  <a:pt x="859015" y="540843"/>
                </a:lnTo>
                <a:lnTo>
                  <a:pt x="897180" y="515968"/>
                </a:lnTo>
                <a:lnTo>
                  <a:pt x="936015" y="491585"/>
                </a:lnTo>
                <a:lnTo>
                  <a:pt x="975509" y="467700"/>
                </a:lnTo>
                <a:lnTo>
                  <a:pt x="1015653" y="444319"/>
                </a:lnTo>
                <a:lnTo>
                  <a:pt x="1056436" y="421451"/>
                </a:lnTo>
                <a:lnTo>
                  <a:pt x="1097847" y="399103"/>
                </a:lnTo>
                <a:lnTo>
                  <a:pt x="1139876" y="377282"/>
                </a:lnTo>
                <a:lnTo>
                  <a:pt x="1182512" y="355995"/>
                </a:lnTo>
                <a:lnTo>
                  <a:pt x="1225746" y="335249"/>
                </a:lnTo>
                <a:lnTo>
                  <a:pt x="1269565" y="315052"/>
                </a:lnTo>
                <a:lnTo>
                  <a:pt x="1313961" y="295410"/>
                </a:lnTo>
                <a:lnTo>
                  <a:pt x="1358922" y="276331"/>
                </a:lnTo>
                <a:lnTo>
                  <a:pt x="1404438" y="257823"/>
                </a:lnTo>
                <a:lnTo>
                  <a:pt x="1450498" y="239892"/>
                </a:lnTo>
                <a:lnTo>
                  <a:pt x="1497093" y="222545"/>
                </a:lnTo>
                <a:lnTo>
                  <a:pt x="1544211" y="205791"/>
                </a:lnTo>
                <a:lnTo>
                  <a:pt x="1591842" y="189635"/>
                </a:lnTo>
                <a:lnTo>
                  <a:pt x="1639976" y="174086"/>
                </a:lnTo>
                <a:lnTo>
                  <a:pt x="1688601" y="159150"/>
                </a:lnTo>
                <a:lnTo>
                  <a:pt x="1737709" y="144835"/>
                </a:lnTo>
                <a:lnTo>
                  <a:pt x="1787288" y="131148"/>
                </a:lnTo>
                <a:lnTo>
                  <a:pt x="1837327" y="118096"/>
                </a:lnTo>
                <a:lnTo>
                  <a:pt x="1887817" y="105686"/>
                </a:lnTo>
                <a:lnTo>
                  <a:pt x="1938747" y="93926"/>
                </a:lnTo>
                <a:lnTo>
                  <a:pt x="1990106" y="82823"/>
                </a:lnTo>
                <a:lnTo>
                  <a:pt x="2041883" y="72384"/>
                </a:lnTo>
                <a:lnTo>
                  <a:pt x="2094070" y="62616"/>
                </a:lnTo>
                <a:lnTo>
                  <a:pt x="2146653" y="53526"/>
                </a:lnTo>
                <a:lnTo>
                  <a:pt x="2199625" y="45122"/>
                </a:lnTo>
                <a:lnTo>
                  <a:pt x="2252973" y="37411"/>
                </a:lnTo>
                <a:lnTo>
                  <a:pt x="2306688" y="30401"/>
                </a:lnTo>
                <a:lnTo>
                  <a:pt x="2360759" y="24097"/>
                </a:lnTo>
                <a:lnTo>
                  <a:pt x="2415175" y="18508"/>
                </a:lnTo>
                <a:lnTo>
                  <a:pt x="2469926" y="13641"/>
                </a:lnTo>
                <a:lnTo>
                  <a:pt x="2525002" y="9503"/>
                </a:lnTo>
                <a:lnTo>
                  <a:pt x="2580392" y="6101"/>
                </a:lnTo>
                <a:lnTo>
                  <a:pt x="2636086" y="3442"/>
                </a:lnTo>
                <a:lnTo>
                  <a:pt x="2692072" y="1534"/>
                </a:lnTo>
                <a:lnTo>
                  <a:pt x="2748342" y="384"/>
                </a:lnTo>
                <a:lnTo>
                  <a:pt x="2804883" y="0"/>
                </a:lnTo>
                <a:lnTo>
                  <a:pt x="2861425" y="384"/>
                </a:lnTo>
                <a:lnTo>
                  <a:pt x="2917695" y="1534"/>
                </a:lnTo>
                <a:lnTo>
                  <a:pt x="2973682" y="3442"/>
                </a:lnTo>
                <a:lnTo>
                  <a:pt x="3029377" y="6101"/>
                </a:lnTo>
                <a:lnTo>
                  <a:pt x="3084767" y="9503"/>
                </a:lnTo>
                <a:lnTo>
                  <a:pt x="3139843" y="13641"/>
                </a:lnTo>
                <a:lnTo>
                  <a:pt x="3194595" y="18508"/>
                </a:lnTo>
                <a:lnTo>
                  <a:pt x="3249012" y="24097"/>
                </a:lnTo>
                <a:lnTo>
                  <a:pt x="3303083" y="30401"/>
                </a:lnTo>
                <a:lnTo>
                  <a:pt x="3356798" y="37411"/>
                </a:lnTo>
                <a:lnTo>
                  <a:pt x="3410146" y="45122"/>
                </a:lnTo>
                <a:lnTo>
                  <a:pt x="3463118" y="53526"/>
                </a:lnTo>
                <a:lnTo>
                  <a:pt x="3515702" y="62616"/>
                </a:lnTo>
                <a:lnTo>
                  <a:pt x="3567889" y="72384"/>
                </a:lnTo>
                <a:lnTo>
                  <a:pt x="3619667" y="82823"/>
                </a:lnTo>
                <a:lnTo>
                  <a:pt x="3671026" y="93926"/>
                </a:lnTo>
                <a:lnTo>
                  <a:pt x="3721956" y="105686"/>
                </a:lnTo>
                <a:lnTo>
                  <a:pt x="3772446" y="118096"/>
                </a:lnTo>
                <a:lnTo>
                  <a:pt x="3822486" y="131148"/>
                </a:lnTo>
                <a:lnTo>
                  <a:pt x="3872065" y="144835"/>
                </a:lnTo>
                <a:lnTo>
                  <a:pt x="3921173" y="159150"/>
                </a:lnTo>
                <a:lnTo>
                  <a:pt x="3969799" y="174086"/>
                </a:lnTo>
                <a:lnTo>
                  <a:pt x="4017933" y="189635"/>
                </a:lnTo>
                <a:lnTo>
                  <a:pt x="4065564" y="205791"/>
                </a:lnTo>
                <a:lnTo>
                  <a:pt x="4112683" y="222545"/>
                </a:lnTo>
                <a:lnTo>
                  <a:pt x="4159277" y="239892"/>
                </a:lnTo>
                <a:lnTo>
                  <a:pt x="4205338" y="257823"/>
                </a:lnTo>
                <a:lnTo>
                  <a:pt x="4250854" y="276331"/>
                </a:lnTo>
                <a:lnTo>
                  <a:pt x="4295815" y="295410"/>
                </a:lnTo>
                <a:lnTo>
                  <a:pt x="4340211" y="315052"/>
                </a:lnTo>
                <a:lnTo>
                  <a:pt x="4384031" y="335249"/>
                </a:lnTo>
                <a:lnTo>
                  <a:pt x="4427264" y="355995"/>
                </a:lnTo>
                <a:lnTo>
                  <a:pt x="4469901" y="377282"/>
                </a:lnTo>
                <a:lnTo>
                  <a:pt x="4511930" y="399103"/>
                </a:lnTo>
                <a:lnTo>
                  <a:pt x="4553341" y="421451"/>
                </a:lnTo>
                <a:lnTo>
                  <a:pt x="4594124" y="444319"/>
                </a:lnTo>
                <a:lnTo>
                  <a:pt x="4634268" y="467700"/>
                </a:lnTo>
                <a:lnTo>
                  <a:pt x="4673763" y="491585"/>
                </a:lnTo>
                <a:lnTo>
                  <a:pt x="4712598" y="515968"/>
                </a:lnTo>
                <a:lnTo>
                  <a:pt x="4750763" y="540843"/>
                </a:lnTo>
                <a:lnTo>
                  <a:pt x="4788247" y="566200"/>
                </a:lnTo>
                <a:lnTo>
                  <a:pt x="4825040" y="592035"/>
                </a:lnTo>
                <a:lnTo>
                  <a:pt x="4861132" y="618338"/>
                </a:lnTo>
                <a:lnTo>
                  <a:pt x="4896511" y="645103"/>
                </a:lnTo>
                <a:lnTo>
                  <a:pt x="4931168" y="672323"/>
                </a:lnTo>
                <a:lnTo>
                  <a:pt x="4965092" y="699990"/>
                </a:lnTo>
                <a:lnTo>
                  <a:pt x="4998272" y="728098"/>
                </a:lnTo>
                <a:lnTo>
                  <a:pt x="5030698" y="756638"/>
                </a:lnTo>
                <a:lnTo>
                  <a:pt x="5062360" y="785605"/>
                </a:lnTo>
                <a:lnTo>
                  <a:pt x="5093247" y="814990"/>
                </a:lnTo>
                <a:lnTo>
                  <a:pt x="5123348" y="844786"/>
                </a:lnTo>
                <a:lnTo>
                  <a:pt x="5152653" y="874986"/>
                </a:lnTo>
                <a:lnTo>
                  <a:pt x="5181153" y="905584"/>
                </a:lnTo>
                <a:lnTo>
                  <a:pt x="5208835" y="936571"/>
                </a:lnTo>
                <a:lnTo>
                  <a:pt x="5235690" y="967941"/>
                </a:lnTo>
                <a:lnTo>
                  <a:pt x="5261707" y="999686"/>
                </a:lnTo>
                <a:lnTo>
                  <a:pt x="5286876" y="1031799"/>
                </a:lnTo>
                <a:lnTo>
                  <a:pt x="5311186" y="1064273"/>
                </a:lnTo>
                <a:lnTo>
                  <a:pt x="5334627" y="1097100"/>
                </a:lnTo>
                <a:lnTo>
                  <a:pt x="5357189" y="1130274"/>
                </a:lnTo>
                <a:lnTo>
                  <a:pt x="5378860" y="1163787"/>
                </a:lnTo>
                <a:lnTo>
                  <a:pt x="5399630" y="1197632"/>
                </a:lnTo>
                <a:lnTo>
                  <a:pt x="5419490" y="1231802"/>
                </a:lnTo>
                <a:lnTo>
                  <a:pt x="5438428" y="1266289"/>
                </a:lnTo>
                <a:lnTo>
                  <a:pt x="5456433" y="1301087"/>
                </a:lnTo>
                <a:lnTo>
                  <a:pt x="5473497" y="1336188"/>
                </a:lnTo>
                <a:lnTo>
                  <a:pt x="5489607" y="1371584"/>
                </a:lnTo>
                <a:lnTo>
                  <a:pt x="5504754" y="1407269"/>
                </a:lnTo>
                <a:lnTo>
                  <a:pt x="5518927" y="1443236"/>
                </a:lnTo>
                <a:lnTo>
                  <a:pt x="5532115" y="1479477"/>
                </a:lnTo>
                <a:lnTo>
                  <a:pt x="5544309" y="1515985"/>
                </a:lnTo>
                <a:lnTo>
                  <a:pt x="5555497" y="1552753"/>
                </a:lnTo>
                <a:lnTo>
                  <a:pt x="5565669" y="1589773"/>
                </a:lnTo>
                <a:lnTo>
                  <a:pt x="5574815" y="1627039"/>
                </a:lnTo>
                <a:lnTo>
                  <a:pt x="5582925" y="1664542"/>
                </a:lnTo>
                <a:lnTo>
                  <a:pt x="5589987" y="1702277"/>
                </a:lnTo>
                <a:lnTo>
                  <a:pt x="5595991" y="1740235"/>
                </a:lnTo>
                <a:lnTo>
                  <a:pt x="5600927" y="1778410"/>
                </a:lnTo>
                <a:lnTo>
                  <a:pt x="5604785" y="1816794"/>
                </a:lnTo>
                <a:lnTo>
                  <a:pt x="5607553" y="1855381"/>
                </a:lnTo>
                <a:lnTo>
                  <a:pt x="5609221" y="1894161"/>
                </a:lnTo>
                <a:lnTo>
                  <a:pt x="5609780" y="1933130"/>
                </a:lnTo>
                <a:lnTo>
                  <a:pt x="5609221" y="1972099"/>
                </a:lnTo>
                <a:lnTo>
                  <a:pt x="5607553" y="2010879"/>
                </a:lnTo>
                <a:lnTo>
                  <a:pt x="5604785" y="2049466"/>
                </a:lnTo>
                <a:lnTo>
                  <a:pt x="5600927" y="2087850"/>
                </a:lnTo>
                <a:lnTo>
                  <a:pt x="5595991" y="2126025"/>
                </a:lnTo>
                <a:lnTo>
                  <a:pt x="5589987" y="2163983"/>
                </a:lnTo>
                <a:lnTo>
                  <a:pt x="5582925" y="2201718"/>
                </a:lnTo>
                <a:lnTo>
                  <a:pt x="5574815" y="2239221"/>
                </a:lnTo>
                <a:lnTo>
                  <a:pt x="5565669" y="2276487"/>
                </a:lnTo>
                <a:lnTo>
                  <a:pt x="5555497" y="2313507"/>
                </a:lnTo>
                <a:lnTo>
                  <a:pt x="5544309" y="2350275"/>
                </a:lnTo>
                <a:lnTo>
                  <a:pt x="5532115" y="2386783"/>
                </a:lnTo>
                <a:lnTo>
                  <a:pt x="5518927" y="2423024"/>
                </a:lnTo>
                <a:lnTo>
                  <a:pt x="5504754" y="2458991"/>
                </a:lnTo>
                <a:lnTo>
                  <a:pt x="5489607" y="2494676"/>
                </a:lnTo>
                <a:lnTo>
                  <a:pt x="5473497" y="2530072"/>
                </a:lnTo>
                <a:lnTo>
                  <a:pt x="5456433" y="2565173"/>
                </a:lnTo>
                <a:lnTo>
                  <a:pt x="5438428" y="2599971"/>
                </a:lnTo>
                <a:lnTo>
                  <a:pt x="5419490" y="2634458"/>
                </a:lnTo>
                <a:lnTo>
                  <a:pt x="5399630" y="2668628"/>
                </a:lnTo>
                <a:lnTo>
                  <a:pt x="5378860" y="2702473"/>
                </a:lnTo>
                <a:lnTo>
                  <a:pt x="5357189" y="2735986"/>
                </a:lnTo>
                <a:lnTo>
                  <a:pt x="5334627" y="2769160"/>
                </a:lnTo>
                <a:lnTo>
                  <a:pt x="5311186" y="2801987"/>
                </a:lnTo>
                <a:lnTo>
                  <a:pt x="5286876" y="2834461"/>
                </a:lnTo>
                <a:lnTo>
                  <a:pt x="5261707" y="2866574"/>
                </a:lnTo>
                <a:lnTo>
                  <a:pt x="5235690" y="2898319"/>
                </a:lnTo>
                <a:lnTo>
                  <a:pt x="5208835" y="2929689"/>
                </a:lnTo>
                <a:lnTo>
                  <a:pt x="5181153" y="2960676"/>
                </a:lnTo>
                <a:lnTo>
                  <a:pt x="5152653" y="2991274"/>
                </a:lnTo>
                <a:lnTo>
                  <a:pt x="5123348" y="3021474"/>
                </a:lnTo>
                <a:lnTo>
                  <a:pt x="5093247" y="3051270"/>
                </a:lnTo>
                <a:lnTo>
                  <a:pt x="5062360" y="3080655"/>
                </a:lnTo>
                <a:lnTo>
                  <a:pt x="5030698" y="3109622"/>
                </a:lnTo>
                <a:lnTo>
                  <a:pt x="4998272" y="3138162"/>
                </a:lnTo>
                <a:lnTo>
                  <a:pt x="4965092" y="3166270"/>
                </a:lnTo>
                <a:lnTo>
                  <a:pt x="4931168" y="3193937"/>
                </a:lnTo>
                <a:lnTo>
                  <a:pt x="4896511" y="3221157"/>
                </a:lnTo>
                <a:lnTo>
                  <a:pt x="4861132" y="3247922"/>
                </a:lnTo>
                <a:lnTo>
                  <a:pt x="4825040" y="3274225"/>
                </a:lnTo>
                <a:lnTo>
                  <a:pt x="4788247" y="3300060"/>
                </a:lnTo>
                <a:lnTo>
                  <a:pt x="4750763" y="3325417"/>
                </a:lnTo>
                <a:lnTo>
                  <a:pt x="4712598" y="3350292"/>
                </a:lnTo>
                <a:lnTo>
                  <a:pt x="4673763" y="3374675"/>
                </a:lnTo>
                <a:lnTo>
                  <a:pt x="4634268" y="3398560"/>
                </a:lnTo>
                <a:lnTo>
                  <a:pt x="4594124" y="3421941"/>
                </a:lnTo>
                <a:lnTo>
                  <a:pt x="4553341" y="3444809"/>
                </a:lnTo>
                <a:lnTo>
                  <a:pt x="4511930" y="3467157"/>
                </a:lnTo>
                <a:lnTo>
                  <a:pt x="4469901" y="3488978"/>
                </a:lnTo>
                <a:lnTo>
                  <a:pt x="4427264" y="3510265"/>
                </a:lnTo>
                <a:lnTo>
                  <a:pt x="4384031" y="3531011"/>
                </a:lnTo>
                <a:lnTo>
                  <a:pt x="4340211" y="3551208"/>
                </a:lnTo>
                <a:lnTo>
                  <a:pt x="4295815" y="3570850"/>
                </a:lnTo>
                <a:lnTo>
                  <a:pt x="4250854" y="3589929"/>
                </a:lnTo>
                <a:lnTo>
                  <a:pt x="4205338" y="3608437"/>
                </a:lnTo>
                <a:lnTo>
                  <a:pt x="4159277" y="3626368"/>
                </a:lnTo>
                <a:lnTo>
                  <a:pt x="4112683" y="3643715"/>
                </a:lnTo>
                <a:lnTo>
                  <a:pt x="4065564" y="3660469"/>
                </a:lnTo>
                <a:lnTo>
                  <a:pt x="4017933" y="3676625"/>
                </a:lnTo>
                <a:lnTo>
                  <a:pt x="3969799" y="3692174"/>
                </a:lnTo>
                <a:lnTo>
                  <a:pt x="3921173" y="3707110"/>
                </a:lnTo>
                <a:lnTo>
                  <a:pt x="3872065" y="3721425"/>
                </a:lnTo>
                <a:lnTo>
                  <a:pt x="3822486" y="3735112"/>
                </a:lnTo>
                <a:lnTo>
                  <a:pt x="3772446" y="3748164"/>
                </a:lnTo>
                <a:lnTo>
                  <a:pt x="3721956" y="3760574"/>
                </a:lnTo>
                <a:lnTo>
                  <a:pt x="3671026" y="3772334"/>
                </a:lnTo>
                <a:lnTo>
                  <a:pt x="3619667" y="3783437"/>
                </a:lnTo>
                <a:lnTo>
                  <a:pt x="3567889" y="3793876"/>
                </a:lnTo>
                <a:lnTo>
                  <a:pt x="3515702" y="3803644"/>
                </a:lnTo>
                <a:lnTo>
                  <a:pt x="3463118" y="3812734"/>
                </a:lnTo>
                <a:lnTo>
                  <a:pt x="3410146" y="3821138"/>
                </a:lnTo>
                <a:lnTo>
                  <a:pt x="3356798" y="3828849"/>
                </a:lnTo>
                <a:lnTo>
                  <a:pt x="3303083" y="3835859"/>
                </a:lnTo>
                <a:lnTo>
                  <a:pt x="3249012" y="3842163"/>
                </a:lnTo>
                <a:lnTo>
                  <a:pt x="3194595" y="3847752"/>
                </a:lnTo>
                <a:lnTo>
                  <a:pt x="3139843" y="3852619"/>
                </a:lnTo>
                <a:lnTo>
                  <a:pt x="3084767" y="3856757"/>
                </a:lnTo>
                <a:lnTo>
                  <a:pt x="3029377" y="3860159"/>
                </a:lnTo>
                <a:lnTo>
                  <a:pt x="2973682" y="3862818"/>
                </a:lnTo>
                <a:lnTo>
                  <a:pt x="2917695" y="3864726"/>
                </a:lnTo>
                <a:lnTo>
                  <a:pt x="2861425" y="3865876"/>
                </a:lnTo>
                <a:lnTo>
                  <a:pt x="2804883" y="3866261"/>
                </a:lnTo>
                <a:lnTo>
                  <a:pt x="2748342" y="3865876"/>
                </a:lnTo>
                <a:lnTo>
                  <a:pt x="2692072" y="3864726"/>
                </a:lnTo>
                <a:lnTo>
                  <a:pt x="2636086" y="3862818"/>
                </a:lnTo>
                <a:lnTo>
                  <a:pt x="2580392" y="3860159"/>
                </a:lnTo>
                <a:lnTo>
                  <a:pt x="2525002" y="3856757"/>
                </a:lnTo>
                <a:lnTo>
                  <a:pt x="2469926" y="3852619"/>
                </a:lnTo>
                <a:lnTo>
                  <a:pt x="2415175" y="3847752"/>
                </a:lnTo>
                <a:lnTo>
                  <a:pt x="2360759" y="3842163"/>
                </a:lnTo>
                <a:lnTo>
                  <a:pt x="2306688" y="3835859"/>
                </a:lnTo>
                <a:lnTo>
                  <a:pt x="2252973" y="3828849"/>
                </a:lnTo>
                <a:lnTo>
                  <a:pt x="2199625" y="3821138"/>
                </a:lnTo>
                <a:lnTo>
                  <a:pt x="2146653" y="3812734"/>
                </a:lnTo>
                <a:lnTo>
                  <a:pt x="2094070" y="3803644"/>
                </a:lnTo>
                <a:lnTo>
                  <a:pt x="2041883" y="3793876"/>
                </a:lnTo>
                <a:lnTo>
                  <a:pt x="1990106" y="3783437"/>
                </a:lnTo>
                <a:lnTo>
                  <a:pt x="1938747" y="3772334"/>
                </a:lnTo>
                <a:lnTo>
                  <a:pt x="1887817" y="3760574"/>
                </a:lnTo>
                <a:lnTo>
                  <a:pt x="1837327" y="3748164"/>
                </a:lnTo>
                <a:lnTo>
                  <a:pt x="1787288" y="3735112"/>
                </a:lnTo>
                <a:lnTo>
                  <a:pt x="1737709" y="3721425"/>
                </a:lnTo>
                <a:lnTo>
                  <a:pt x="1688601" y="3707110"/>
                </a:lnTo>
                <a:lnTo>
                  <a:pt x="1639976" y="3692174"/>
                </a:lnTo>
                <a:lnTo>
                  <a:pt x="1591842" y="3676625"/>
                </a:lnTo>
                <a:lnTo>
                  <a:pt x="1544211" y="3660469"/>
                </a:lnTo>
                <a:lnTo>
                  <a:pt x="1497093" y="3643715"/>
                </a:lnTo>
                <a:lnTo>
                  <a:pt x="1450498" y="3626368"/>
                </a:lnTo>
                <a:lnTo>
                  <a:pt x="1404438" y="3608437"/>
                </a:lnTo>
                <a:lnTo>
                  <a:pt x="1358922" y="3589929"/>
                </a:lnTo>
                <a:lnTo>
                  <a:pt x="1313961" y="3570850"/>
                </a:lnTo>
                <a:lnTo>
                  <a:pt x="1269565" y="3551208"/>
                </a:lnTo>
                <a:lnTo>
                  <a:pt x="1225746" y="3531011"/>
                </a:lnTo>
                <a:lnTo>
                  <a:pt x="1182512" y="3510265"/>
                </a:lnTo>
                <a:lnTo>
                  <a:pt x="1139876" y="3488978"/>
                </a:lnTo>
                <a:lnTo>
                  <a:pt x="1097847" y="3467157"/>
                </a:lnTo>
                <a:lnTo>
                  <a:pt x="1056436" y="3444809"/>
                </a:lnTo>
                <a:lnTo>
                  <a:pt x="1015653" y="3421941"/>
                </a:lnTo>
                <a:lnTo>
                  <a:pt x="975509" y="3398560"/>
                </a:lnTo>
                <a:lnTo>
                  <a:pt x="936015" y="3374675"/>
                </a:lnTo>
                <a:lnTo>
                  <a:pt x="897180" y="3350292"/>
                </a:lnTo>
                <a:lnTo>
                  <a:pt x="859015" y="3325417"/>
                </a:lnTo>
                <a:lnTo>
                  <a:pt x="821531" y="3300060"/>
                </a:lnTo>
                <a:lnTo>
                  <a:pt x="784738" y="3274225"/>
                </a:lnTo>
                <a:lnTo>
                  <a:pt x="748646" y="3247922"/>
                </a:lnTo>
                <a:lnTo>
                  <a:pt x="713267" y="3221157"/>
                </a:lnTo>
                <a:lnTo>
                  <a:pt x="678610" y="3193937"/>
                </a:lnTo>
                <a:lnTo>
                  <a:pt x="644687" y="3166270"/>
                </a:lnTo>
                <a:lnTo>
                  <a:pt x="611507" y="3138162"/>
                </a:lnTo>
                <a:lnTo>
                  <a:pt x="579081" y="3109622"/>
                </a:lnTo>
                <a:lnTo>
                  <a:pt x="547419" y="3080655"/>
                </a:lnTo>
                <a:lnTo>
                  <a:pt x="516532" y="3051270"/>
                </a:lnTo>
                <a:lnTo>
                  <a:pt x="486431" y="3021474"/>
                </a:lnTo>
                <a:lnTo>
                  <a:pt x="457125" y="2991274"/>
                </a:lnTo>
                <a:lnTo>
                  <a:pt x="428626" y="2960676"/>
                </a:lnTo>
                <a:lnTo>
                  <a:pt x="400944" y="2929689"/>
                </a:lnTo>
                <a:lnTo>
                  <a:pt x="374089" y="2898319"/>
                </a:lnTo>
                <a:lnTo>
                  <a:pt x="348072" y="2866574"/>
                </a:lnTo>
                <a:lnTo>
                  <a:pt x="322903" y="2834461"/>
                </a:lnTo>
                <a:lnTo>
                  <a:pt x="298593" y="2801987"/>
                </a:lnTo>
                <a:lnTo>
                  <a:pt x="275152" y="2769160"/>
                </a:lnTo>
                <a:lnTo>
                  <a:pt x="252591" y="2735986"/>
                </a:lnTo>
                <a:lnTo>
                  <a:pt x="230920" y="2702473"/>
                </a:lnTo>
                <a:lnTo>
                  <a:pt x="210149" y="2668628"/>
                </a:lnTo>
                <a:lnTo>
                  <a:pt x="190290" y="2634458"/>
                </a:lnTo>
                <a:lnTo>
                  <a:pt x="171352" y="2599971"/>
                </a:lnTo>
                <a:lnTo>
                  <a:pt x="153346" y="2565173"/>
                </a:lnTo>
                <a:lnTo>
                  <a:pt x="136283" y="2530072"/>
                </a:lnTo>
                <a:lnTo>
                  <a:pt x="120172" y="2494676"/>
                </a:lnTo>
                <a:lnTo>
                  <a:pt x="105026" y="2458991"/>
                </a:lnTo>
                <a:lnTo>
                  <a:pt x="90853" y="2423024"/>
                </a:lnTo>
                <a:lnTo>
                  <a:pt x="77664" y="2386783"/>
                </a:lnTo>
                <a:lnTo>
                  <a:pt x="65471" y="2350275"/>
                </a:lnTo>
                <a:lnTo>
                  <a:pt x="54283" y="2313507"/>
                </a:lnTo>
                <a:lnTo>
                  <a:pt x="44110" y="2276487"/>
                </a:lnTo>
                <a:lnTo>
                  <a:pt x="34964" y="2239221"/>
                </a:lnTo>
                <a:lnTo>
                  <a:pt x="26855" y="2201718"/>
                </a:lnTo>
                <a:lnTo>
                  <a:pt x="19793" y="2163983"/>
                </a:lnTo>
                <a:lnTo>
                  <a:pt x="13788" y="2126025"/>
                </a:lnTo>
                <a:lnTo>
                  <a:pt x="8852" y="2087850"/>
                </a:lnTo>
                <a:lnTo>
                  <a:pt x="4995" y="2049466"/>
                </a:lnTo>
                <a:lnTo>
                  <a:pt x="2227" y="2010879"/>
                </a:lnTo>
                <a:lnTo>
                  <a:pt x="558" y="1972099"/>
                </a:lnTo>
                <a:lnTo>
                  <a:pt x="0" y="1933130"/>
                </a:lnTo>
                <a:close/>
              </a:path>
            </a:pathLst>
          </a:custGeom>
          <a:ln w="57149">
            <a:solidFill>
              <a:srgbClr val="00AF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223794" y="3860651"/>
            <a:ext cx="8248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맑은 고딕"/>
                <a:cs typeface="맑은 고딕"/>
              </a:rPr>
              <a:t>Laptop</a:t>
            </a:r>
            <a:endParaRPr sz="2000">
              <a:latin typeface="맑은 고딕"/>
              <a:cs typeface="맑은 고딕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  <p:sp>
        <p:nvSpPr>
          <p:cNvPr id="25" name="object 25"/>
          <p:cNvSpPr txBox="1"/>
          <p:nvPr/>
        </p:nvSpPr>
        <p:spPr>
          <a:xfrm>
            <a:off x="4922342" y="4007756"/>
            <a:ext cx="9455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맑은 고딕"/>
                <a:cs typeface="맑은 고딕"/>
              </a:rPr>
              <a:t>Arduino</a:t>
            </a:r>
            <a:endParaRPr sz="20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7850" y="6579406"/>
            <a:ext cx="217804" cy="16709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9566" y="537946"/>
            <a:ext cx="5193309" cy="375665"/>
          </a:xfrm>
          <a:prstGeom prst="rect">
            <a:avLst/>
          </a:prstGeom>
        </p:spPr>
      </p:pic>
      <p:pic>
        <p:nvPicPr>
          <p:cNvPr id="7" name="object 7" descr="텍스트, 전자기기, 회로이(가) 표시된 사진  자동 생성된 설명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95297" y="3907993"/>
            <a:ext cx="3677601" cy="223979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106175" y="6043148"/>
            <a:ext cx="15119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맑은 고딕"/>
                <a:cs typeface="맑은 고딕"/>
              </a:rPr>
              <a:t>Motor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Driver</a:t>
            </a:r>
            <a:endParaRPr sz="2000">
              <a:latin typeface="맑은 고딕"/>
              <a:cs typeface="맑은 고딕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167229" y="1799526"/>
            <a:ext cx="7437755" cy="4473575"/>
            <a:chOff x="2167229" y="1799526"/>
            <a:chExt cx="7437755" cy="4473575"/>
          </a:xfrm>
        </p:grpSpPr>
        <p:sp>
          <p:nvSpPr>
            <p:cNvPr id="10" name="object 10"/>
            <p:cNvSpPr/>
            <p:nvPr/>
          </p:nvSpPr>
          <p:spPr>
            <a:xfrm>
              <a:off x="8461082" y="4886312"/>
              <a:ext cx="1115060" cy="862330"/>
            </a:xfrm>
            <a:custGeom>
              <a:avLst/>
              <a:gdLst/>
              <a:ahLst/>
              <a:cxnLst/>
              <a:rect l="l" t="t" r="r" b="b"/>
              <a:pathLst>
                <a:path w="1115059" h="862329">
                  <a:moveTo>
                    <a:pt x="0" y="0"/>
                  </a:moveTo>
                  <a:lnTo>
                    <a:pt x="1114831" y="0"/>
                  </a:lnTo>
                  <a:lnTo>
                    <a:pt x="1114831" y="862279"/>
                  </a:lnTo>
                  <a:lnTo>
                    <a:pt x="0" y="862279"/>
                  </a:lnTo>
                  <a:lnTo>
                    <a:pt x="0" y="0"/>
                  </a:lnTo>
                  <a:close/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텍스트, 전자기기, 회로이(가) 표시된 사진  자동 생성된 설명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2404" y="2801112"/>
              <a:ext cx="2316479" cy="1764791"/>
            </a:xfrm>
            <a:prstGeom prst="rect">
              <a:avLst/>
            </a:prstGeom>
          </p:spPr>
        </p:pic>
        <p:pic>
          <p:nvPicPr>
            <p:cNvPr id="12" name="object 12" descr="텍스트, 전자기기, 회로이(가) 표시된 사진  자동 생성된 설명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67892" y="2920633"/>
              <a:ext cx="2065832" cy="152603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148842" y="2901581"/>
              <a:ext cx="2104390" cy="1564640"/>
            </a:xfrm>
            <a:custGeom>
              <a:avLst/>
              <a:gdLst/>
              <a:ahLst/>
              <a:cxnLst/>
              <a:rect l="l" t="t" r="r" b="b"/>
              <a:pathLst>
                <a:path w="2104390" h="1564639">
                  <a:moveTo>
                    <a:pt x="0" y="0"/>
                  </a:moveTo>
                  <a:lnTo>
                    <a:pt x="2103932" y="0"/>
                  </a:lnTo>
                  <a:lnTo>
                    <a:pt x="2103932" y="1564144"/>
                  </a:lnTo>
                  <a:lnTo>
                    <a:pt x="0" y="1564144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243284" y="4504113"/>
              <a:ext cx="638175" cy="862965"/>
            </a:xfrm>
            <a:custGeom>
              <a:avLst/>
              <a:gdLst/>
              <a:ahLst/>
              <a:cxnLst/>
              <a:rect l="l" t="t" r="r" b="b"/>
              <a:pathLst>
                <a:path w="638175" h="862964">
                  <a:moveTo>
                    <a:pt x="637971" y="862863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200807" y="4446675"/>
              <a:ext cx="85725" cy="94615"/>
            </a:xfrm>
            <a:custGeom>
              <a:avLst/>
              <a:gdLst/>
              <a:ahLst/>
              <a:cxnLst/>
              <a:rect l="l" t="t" r="r" b="b"/>
              <a:pathLst>
                <a:path w="85725" h="94614">
                  <a:moveTo>
                    <a:pt x="0" y="0"/>
                  </a:moveTo>
                  <a:lnTo>
                    <a:pt x="16497" y="94411"/>
                  </a:lnTo>
                  <a:lnTo>
                    <a:pt x="85432" y="43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38394" y="5324114"/>
              <a:ext cx="85725" cy="85725"/>
            </a:xfrm>
            <a:prstGeom prst="rect">
              <a:avLst/>
            </a:prstGeom>
          </p:spPr>
        </p:pic>
        <p:pic>
          <p:nvPicPr>
            <p:cNvPr id="17" name="object 17" descr="텍스트, 전자기기, 회로이(가) 표시된 사진  자동 생성된 설명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67229" y="1799526"/>
              <a:ext cx="2149701" cy="4473105"/>
            </a:xfrm>
            <a:prstGeom prst="rect">
              <a:avLst/>
            </a:prstGeom>
          </p:spPr>
        </p:pic>
        <p:pic>
          <p:nvPicPr>
            <p:cNvPr id="18" name="object 18" descr="텍스트, 전자기기, 회로이(가) 표시된 사진  자동 생성된 설명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04944" y="1979676"/>
              <a:ext cx="1147571" cy="3179063"/>
            </a:xfrm>
            <a:prstGeom prst="rect">
              <a:avLst/>
            </a:prstGeom>
          </p:spPr>
        </p:pic>
        <p:pic>
          <p:nvPicPr>
            <p:cNvPr id="19" name="object 19" descr="텍스트, 전자기기, 회로이(가) 표시된 사진  자동 생성된 설명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18215" y="2113216"/>
              <a:ext cx="920445" cy="291275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599165" y="2094166"/>
              <a:ext cx="958850" cy="2951480"/>
            </a:xfrm>
            <a:custGeom>
              <a:avLst/>
              <a:gdLst/>
              <a:ahLst/>
              <a:cxnLst/>
              <a:rect l="l" t="t" r="r" b="b"/>
              <a:pathLst>
                <a:path w="958850" h="2951479">
                  <a:moveTo>
                    <a:pt x="958557" y="2950857"/>
                  </a:moveTo>
                  <a:lnTo>
                    <a:pt x="0" y="2950857"/>
                  </a:lnTo>
                  <a:lnTo>
                    <a:pt x="0" y="0"/>
                  </a:lnTo>
                  <a:lnTo>
                    <a:pt x="958557" y="0"/>
                  </a:lnTo>
                  <a:lnTo>
                    <a:pt x="958557" y="2950857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991056" y="3569599"/>
              <a:ext cx="556260" cy="0"/>
            </a:xfrm>
            <a:custGeom>
              <a:avLst/>
              <a:gdLst/>
              <a:ahLst/>
              <a:cxnLst/>
              <a:rect l="l" t="t" r="r" b="b"/>
              <a:pathLst>
                <a:path w="556260" h="0">
                  <a:moveTo>
                    <a:pt x="0" y="0"/>
                  </a:moveTo>
                  <a:lnTo>
                    <a:pt x="555726" y="0"/>
                  </a:lnTo>
                </a:path>
              </a:pathLst>
            </a:custGeom>
            <a:ln w="285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532492" y="352673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48193" y="3526736"/>
              <a:ext cx="85725" cy="8572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683736" y="3273056"/>
              <a:ext cx="614680" cy="1526540"/>
            </a:xfrm>
            <a:custGeom>
              <a:avLst/>
              <a:gdLst/>
              <a:ahLst/>
              <a:cxnLst/>
              <a:rect l="l" t="t" r="r" b="b"/>
              <a:pathLst>
                <a:path w="614679" h="1526539">
                  <a:moveTo>
                    <a:pt x="0" y="0"/>
                  </a:moveTo>
                  <a:lnTo>
                    <a:pt x="614641" y="0"/>
                  </a:lnTo>
                  <a:lnTo>
                    <a:pt x="614641" y="1526044"/>
                  </a:lnTo>
                  <a:lnTo>
                    <a:pt x="0" y="1526044"/>
                  </a:lnTo>
                  <a:lnTo>
                    <a:pt x="0" y="0"/>
                  </a:lnTo>
                  <a:close/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461013" y="1203231"/>
            <a:ext cx="5130800" cy="83820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75"/>
              </a:spcBef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맑은 고딕"/>
                <a:cs typeface="맑은 고딕"/>
              </a:rPr>
              <a:t>Arduino</a:t>
            </a:r>
            <a:r>
              <a:rPr dirty="0" sz="2400" spc="-45">
                <a:latin typeface="맑은 고딕"/>
                <a:cs typeface="맑은 고딕"/>
              </a:rPr>
              <a:t> </a:t>
            </a:r>
            <a:r>
              <a:rPr dirty="0" sz="2400">
                <a:latin typeface="맑은 고딕"/>
                <a:cs typeface="맑은 고딕"/>
              </a:rPr>
              <a:t>–</a:t>
            </a:r>
            <a:r>
              <a:rPr dirty="0" sz="2400" spc="-25">
                <a:latin typeface="맑은 고딕"/>
                <a:cs typeface="맑은 고딕"/>
              </a:rPr>
              <a:t> </a:t>
            </a:r>
            <a:r>
              <a:rPr dirty="0" sz="2400">
                <a:latin typeface="맑은 고딕"/>
                <a:cs typeface="맑은 고딕"/>
              </a:rPr>
              <a:t>Motor</a:t>
            </a:r>
            <a:r>
              <a:rPr dirty="0" sz="2400" spc="-30">
                <a:latin typeface="맑은 고딕"/>
                <a:cs typeface="맑은 고딕"/>
              </a:rPr>
              <a:t> </a:t>
            </a:r>
            <a:r>
              <a:rPr dirty="0" sz="2400" spc="-10">
                <a:latin typeface="맑은 고딕"/>
                <a:cs typeface="맑은 고딕"/>
              </a:rPr>
              <a:t>Driver</a:t>
            </a:r>
            <a:endParaRPr sz="2400">
              <a:latin typeface="맑은 고딕"/>
              <a:cs typeface="맑은 고딕"/>
            </a:endParaRPr>
          </a:p>
          <a:p>
            <a:pPr algn="r" marR="5080">
              <a:lnSpc>
                <a:spcPct val="100000"/>
              </a:lnSpc>
              <a:spcBef>
                <a:spcPts val="440"/>
              </a:spcBef>
            </a:pPr>
            <a:r>
              <a:rPr dirty="0" sz="1800">
                <a:latin typeface="맑은 고딕"/>
                <a:cs typeface="맑은 고딕"/>
              </a:rPr>
              <a:t>PWM</a:t>
            </a:r>
            <a:r>
              <a:rPr dirty="0" sz="1800" spc="30">
                <a:latin typeface="맑은 고딕"/>
                <a:cs typeface="맑은 고딕"/>
              </a:rPr>
              <a:t> </a:t>
            </a:r>
            <a:r>
              <a:rPr dirty="0" sz="1800" spc="-20">
                <a:latin typeface="맑은 고딕"/>
                <a:cs typeface="맑은 고딕"/>
              </a:rPr>
              <a:t>Pins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417201" y="3289409"/>
            <a:ext cx="5255260" cy="3379470"/>
            <a:chOff x="2417201" y="3289409"/>
            <a:chExt cx="5255260" cy="3379470"/>
          </a:xfrm>
        </p:grpSpPr>
        <p:sp>
          <p:nvSpPr>
            <p:cNvPr id="27" name="object 27"/>
            <p:cNvSpPr/>
            <p:nvPr/>
          </p:nvSpPr>
          <p:spPr>
            <a:xfrm>
              <a:off x="2436251" y="6048719"/>
              <a:ext cx="2823210" cy="361950"/>
            </a:xfrm>
            <a:custGeom>
              <a:avLst/>
              <a:gdLst/>
              <a:ahLst/>
              <a:cxnLst/>
              <a:rect l="l" t="t" r="r" b="b"/>
              <a:pathLst>
                <a:path w="2823210" h="361950">
                  <a:moveTo>
                    <a:pt x="2823184" y="0"/>
                  </a:moveTo>
                  <a:lnTo>
                    <a:pt x="2823184" y="361949"/>
                  </a:lnTo>
                  <a:lnTo>
                    <a:pt x="0" y="361949"/>
                  </a:lnTo>
                  <a:lnTo>
                    <a:pt x="0" y="12699"/>
                  </a:lnTo>
                </a:path>
              </a:pathLst>
            </a:custGeom>
            <a:ln w="381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192940" y="6023615"/>
              <a:ext cx="1242060" cy="626110"/>
            </a:xfrm>
            <a:custGeom>
              <a:avLst/>
              <a:gdLst/>
              <a:ahLst/>
              <a:cxnLst/>
              <a:rect l="l" t="t" r="r" b="b"/>
              <a:pathLst>
                <a:path w="1242060" h="626109">
                  <a:moveTo>
                    <a:pt x="1241755" y="0"/>
                  </a:moveTo>
                  <a:lnTo>
                    <a:pt x="1241755" y="625932"/>
                  </a:lnTo>
                  <a:lnTo>
                    <a:pt x="0" y="625932"/>
                  </a:lnTo>
                  <a:lnTo>
                    <a:pt x="0" y="102057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424869" y="4089240"/>
              <a:ext cx="2228215" cy="399415"/>
            </a:xfrm>
            <a:custGeom>
              <a:avLst/>
              <a:gdLst/>
              <a:ahLst/>
              <a:cxnLst/>
              <a:rect l="l" t="t" r="r" b="b"/>
              <a:pathLst>
                <a:path w="2228215" h="399414">
                  <a:moveTo>
                    <a:pt x="2228024" y="0"/>
                  </a:moveTo>
                  <a:lnTo>
                    <a:pt x="342493" y="0"/>
                  </a:lnTo>
                  <a:lnTo>
                    <a:pt x="342493" y="399415"/>
                  </a:lnTo>
                  <a:lnTo>
                    <a:pt x="0" y="399415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424876" y="3688641"/>
              <a:ext cx="2132965" cy="432434"/>
            </a:xfrm>
            <a:custGeom>
              <a:avLst/>
              <a:gdLst/>
              <a:ahLst/>
              <a:cxnLst/>
              <a:rect l="l" t="t" r="r" b="b"/>
              <a:pathLst>
                <a:path w="2132965" h="432435">
                  <a:moveTo>
                    <a:pt x="2132749" y="0"/>
                  </a:moveTo>
                  <a:lnTo>
                    <a:pt x="244551" y="0"/>
                  </a:lnTo>
                  <a:lnTo>
                    <a:pt x="244551" y="432053"/>
                  </a:lnTo>
                  <a:lnTo>
                    <a:pt x="0" y="432053"/>
                  </a:lnTo>
                </a:path>
              </a:pathLst>
            </a:custGeom>
            <a:ln w="38099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24976" y="5238750"/>
              <a:ext cx="2019091" cy="88691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301658" y="3308459"/>
              <a:ext cx="1256030" cy="2317115"/>
            </a:xfrm>
            <a:custGeom>
              <a:avLst/>
              <a:gdLst/>
              <a:ahLst/>
              <a:cxnLst/>
              <a:rect l="l" t="t" r="r" b="b"/>
              <a:pathLst>
                <a:path w="1256029" h="2317115">
                  <a:moveTo>
                    <a:pt x="1255966" y="0"/>
                  </a:moveTo>
                  <a:lnTo>
                    <a:pt x="0" y="0"/>
                  </a:lnTo>
                  <a:lnTo>
                    <a:pt x="0" y="2316784"/>
                  </a:lnTo>
                </a:path>
              </a:pathLst>
            </a:custGeom>
            <a:ln w="381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486535" y="4347490"/>
              <a:ext cx="1098550" cy="1082040"/>
            </a:xfrm>
            <a:custGeom>
              <a:avLst/>
              <a:gdLst/>
              <a:ahLst/>
              <a:cxnLst/>
              <a:rect l="l" t="t" r="r" b="b"/>
              <a:pathLst>
                <a:path w="1098550" h="1082039">
                  <a:moveTo>
                    <a:pt x="1098448" y="0"/>
                  </a:moveTo>
                  <a:lnTo>
                    <a:pt x="0" y="0"/>
                  </a:lnTo>
                  <a:lnTo>
                    <a:pt x="0" y="1081862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6535463" y="4870004"/>
            <a:ext cx="4889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45">
                <a:solidFill>
                  <a:srgbClr val="FF0000"/>
                </a:solidFill>
                <a:latin typeface="맑은 고딕"/>
                <a:cs typeface="맑은 고딕"/>
              </a:rPr>
              <a:t>VCC</a:t>
            </a:r>
            <a:endParaRPr sz="2000">
              <a:latin typeface="맑은 고딕"/>
              <a:cs typeface="맑은 고딕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  <p:sp>
        <p:nvSpPr>
          <p:cNvPr id="35" name="object 35"/>
          <p:cNvSpPr txBox="1"/>
          <p:nvPr/>
        </p:nvSpPr>
        <p:spPr>
          <a:xfrm>
            <a:off x="6444858" y="2457456"/>
            <a:ext cx="3387725" cy="838200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1380490">
              <a:lnSpc>
                <a:spcPct val="100000"/>
              </a:lnSpc>
              <a:spcBef>
                <a:spcPts val="965"/>
              </a:spcBef>
            </a:pPr>
            <a:r>
              <a:rPr dirty="0" sz="1800">
                <a:latin typeface="맑은 고딕"/>
                <a:cs typeface="맑은 고딕"/>
              </a:rPr>
              <a:t>Motor</a:t>
            </a:r>
            <a:r>
              <a:rPr dirty="0" sz="1800" spc="-45">
                <a:latin typeface="맑은 고딕"/>
                <a:cs typeface="맑은 고딕"/>
              </a:rPr>
              <a:t> </a:t>
            </a:r>
            <a:r>
              <a:rPr dirty="0" sz="1800">
                <a:latin typeface="맑은 고딕"/>
                <a:cs typeface="맑은 고딕"/>
              </a:rPr>
              <a:t>Control</a:t>
            </a:r>
            <a:r>
              <a:rPr dirty="0" sz="1800" spc="-50">
                <a:latin typeface="맑은 고딕"/>
                <a:cs typeface="맑은 고딕"/>
              </a:rPr>
              <a:t> </a:t>
            </a:r>
            <a:r>
              <a:rPr dirty="0" sz="1800" spc="-20">
                <a:latin typeface="맑은 고딕"/>
                <a:cs typeface="맑은 고딕"/>
              </a:rPr>
              <a:t>Unit</a:t>
            </a:r>
            <a:endParaRPr sz="18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970"/>
              </a:spcBef>
            </a:pPr>
            <a:r>
              <a:rPr dirty="0" sz="2000" spc="-25">
                <a:solidFill>
                  <a:srgbClr val="0000FF"/>
                </a:solidFill>
                <a:latin typeface="맑은 고딕"/>
                <a:cs typeface="맑은 고딕"/>
              </a:rPr>
              <a:t>GND</a:t>
            </a:r>
            <a:endParaRPr sz="2000">
              <a:latin typeface="맑은 고딕"/>
              <a:cs typeface="맑은 고딕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260925" y="5793359"/>
            <a:ext cx="3270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>
                <a:solidFill>
                  <a:srgbClr val="FF0000"/>
                </a:solidFill>
                <a:latin typeface="맑은 고딕"/>
                <a:cs typeface="맑은 고딕"/>
              </a:rPr>
              <a:t>5V</a:t>
            </a:r>
            <a:endParaRPr sz="2000">
              <a:latin typeface="맑은 고딕"/>
              <a:cs typeface="맑은 고딕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799323" y="6164940"/>
            <a:ext cx="5816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>
                <a:solidFill>
                  <a:srgbClr val="0000FF"/>
                </a:solidFill>
                <a:latin typeface="맑은 고딕"/>
                <a:cs typeface="맑은 고딕"/>
              </a:rPr>
              <a:t>GND</a:t>
            </a:r>
            <a:endParaRPr sz="20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7852" y="6576721"/>
            <a:ext cx="224497" cy="16978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9566" y="537946"/>
            <a:ext cx="5193309" cy="3756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3150"/>
            <a:ext cx="8244840" cy="27711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12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맑은 고딕"/>
                <a:cs typeface="맑은 고딕"/>
              </a:rPr>
              <a:t>Arduino</a:t>
            </a:r>
            <a:r>
              <a:rPr dirty="0" sz="2400" spc="-45">
                <a:latin typeface="맑은 고딕"/>
                <a:cs typeface="맑은 고딕"/>
              </a:rPr>
              <a:t> </a:t>
            </a:r>
            <a:r>
              <a:rPr dirty="0" sz="2400">
                <a:latin typeface="맑은 고딕"/>
                <a:cs typeface="맑은 고딕"/>
              </a:rPr>
              <a:t>–</a:t>
            </a:r>
            <a:r>
              <a:rPr dirty="0" sz="2400" spc="-25">
                <a:latin typeface="맑은 고딕"/>
                <a:cs typeface="맑은 고딕"/>
              </a:rPr>
              <a:t> </a:t>
            </a:r>
            <a:r>
              <a:rPr dirty="0" sz="2400">
                <a:latin typeface="맑은 고딕"/>
                <a:cs typeface="맑은 고딕"/>
              </a:rPr>
              <a:t>Motor</a:t>
            </a:r>
            <a:r>
              <a:rPr dirty="0" sz="2400" spc="-30">
                <a:latin typeface="맑은 고딕"/>
                <a:cs typeface="맑은 고딕"/>
              </a:rPr>
              <a:t> </a:t>
            </a:r>
            <a:r>
              <a:rPr dirty="0" sz="2400" spc="-10">
                <a:latin typeface="맑은 고딕"/>
                <a:cs typeface="맑은 고딕"/>
              </a:rPr>
              <a:t>Driver</a:t>
            </a:r>
            <a:endParaRPr sz="2400">
              <a:latin typeface="맑은 고딕"/>
              <a:cs typeface="맑은 고딕"/>
            </a:endParaRPr>
          </a:p>
          <a:p>
            <a:pPr lvl="1" marL="697865" indent="-228600">
              <a:lnSpc>
                <a:spcPct val="100000"/>
              </a:lnSpc>
              <a:spcBef>
                <a:spcPts val="125"/>
              </a:spcBef>
              <a:buSzPct val="130000"/>
              <a:buFont typeface="Arial"/>
              <a:buChar char="•"/>
              <a:tabLst>
                <a:tab pos="697865" algn="l"/>
              </a:tabLst>
            </a:pPr>
            <a:r>
              <a:rPr dirty="0" sz="2000">
                <a:latin typeface="맑은 고딕"/>
                <a:cs typeface="맑은 고딕"/>
              </a:rPr>
              <a:t>Connect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using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jumper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 spc="-20">
                <a:latin typeface="맑은 고딕"/>
                <a:cs typeface="맑은 고딕"/>
              </a:rPr>
              <a:t>lines</a:t>
            </a:r>
            <a:endParaRPr sz="2000">
              <a:latin typeface="맑은 고딕"/>
              <a:cs typeface="맑은 고딕"/>
            </a:endParaRPr>
          </a:p>
          <a:p>
            <a:pPr lvl="1" marL="786765" indent="-317500">
              <a:lnSpc>
                <a:spcPct val="100000"/>
              </a:lnSpc>
              <a:spcBef>
                <a:spcPts val="265"/>
              </a:spcBef>
              <a:buSzPct val="130000"/>
              <a:buFont typeface="Arial"/>
              <a:buChar char="•"/>
              <a:tabLst>
                <a:tab pos="786765" algn="l"/>
              </a:tabLst>
            </a:pPr>
            <a:r>
              <a:rPr dirty="0" sz="2000">
                <a:latin typeface="맑은 고딕"/>
                <a:cs typeface="맑은 고딕"/>
              </a:rPr>
              <a:t>Left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rear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wheel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motor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driver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IN1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–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connected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Arduino</a:t>
            </a:r>
            <a:r>
              <a:rPr dirty="0" sz="2000" spc="-6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pin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 spc="-50">
                <a:latin typeface="맑은 고딕"/>
                <a:cs typeface="맑은 고딕"/>
              </a:rPr>
              <a:t>6</a:t>
            </a:r>
            <a:endParaRPr sz="2000">
              <a:latin typeface="맑은 고딕"/>
              <a:cs typeface="맑은 고딕"/>
            </a:endParaRPr>
          </a:p>
          <a:p>
            <a:pPr lvl="1" marL="786765" indent="-317500">
              <a:lnSpc>
                <a:spcPct val="100000"/>
              </a:lnSpc>
              <a:spcBef>
                <a:spcPts val="265"/>
              </a:spcBef>
              <a:buSzPct val="130000"/>
              <a:buFont typeface="Arial"/>
              <a:buChar char="•"/>
              <a:tabLst>
                <a:tab pos="786765" algn="l"/>
              </a:tabLst>
            </a:pPr>
            <a:r>
              <a:rPr dirty="0" sz="2000">
                <a:latin typeface="맑은 고딕"/>
                <a:cs typeface="맑은 고딕"/>
              </a:rPr>
              <a:t>Left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rear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wheel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motor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driver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IN2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–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connected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Arduino</a:t>
            </a:r>
            <a:r>
              <a:rPr dirty="0" sz="2000" spc="-6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pin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 spc="-50">
                <a:latin typeface="맑은 고딕"/>
                <a:cs typeface="맑은 고딕"/>
              </a:rPr>
              <a:t>7</a:t>
            </a:r>
            <a:endParaRPr sz="2000">
              <a:latin typeface="맑은 고딕"/>
              <a:cs typeface="맑은 고딕"/>
            </a:endParaRPr>
          </a:p>
          <a:p>
            <a:pPr lvl="1" marL="786765" indent="-317500">
              <a:lnSpc>
                <a:spcPct val="100000"/>
              </a:lnSpc>
              <a:spcBef>
                <a:spcPts val="250"/>
              </a:spcBef>
              <a:buSzPct val="130000"/>
              <a:buFont typeface="Arial"/>
              <a:buChar char="•"/>
              <a:tabLst>
                <a:tab pos="786765" algn="l"/>
              </a:tabLst>
            </a:pPr>
            <a:r>
              <a:rPr dirty="0" sz="2000">
                <a:latin typeface="맑은 고딕"/>
                <a:cs typeface="맑은 고딕"/>
              </a:rPr>
              <a:t>Right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rear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wheel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motor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driver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IN1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–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connected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Arduino</a:t>
            </a:r>
            <a:r>
              <a:rPr dirty="0" sz="2000" spc="-6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pin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 spc="-50">
                <a:latin typeface="맑은 고딕"/>
                <a:cs typeface="맑은 고딕"/>
              </a:rPr>
              <a:t>4</a:t>
            </a:r>
            <a:endParaRPr sz="2000">
              <a:latin typeface="맑은 고딕"/>
              <a:cs typeface="맑은 고딕"/>
            </a:endParaRPr>
          </a:p>
          <a:p>
            <a:pPr lvl="1" marL="786765" indent="-317500">
              <a:lnSpc>
                <a:spcPct val="100000"/>
              </a:lnSpc>
              <a:spcBef>
                <a:spcPts val="265"/>
              </a:spcBef>
              <a:buSzPct val="130000"/>
              <a:buFont typeface="Arial"/>
              <a:buChar char="•"/>
              <a:tabLst>
                <a:tab pos="786765" algn="l"/>
              </a:tabLst>
            </a:pPr>
            <a:r>
              <a:rPr dirty="0" sz="2000">
                <a:latin typeface="맑은 고딕"/>
                <a:cs typeface="맑은 고딕"/>
              </a:rPr>
              <a:t>Right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rear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wheel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motor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driver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IN2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–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connected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Arduino</a:t>
            </a:r>
            <a:r>
              <a:rPr dirty="0" sz="2000" spc="-6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pin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 spc="-50">
                <a:latin typeface="맑은 고딕"/>
                <a:cs typeface="맑은 고딕"/>
              </a:rPr>
              <a:t>5</a:t>
            </a:r>
            <a:endParaRPr sz="2000">
              <a:latin typeface="맑은 고딕"/>
              <a:cs typeface="맑은 고딕"/>
            </a:endParaRPr>
          </a:p>
          <a:p>
            <a:pPr lvl="1" marL="786765" indent="-317500">
              <a:lnSpc>
                <a:spcPct val="100000"/>
              </a:lnSpc>
              <a:spcBef>
                <a:spcPts val="265"/>
              </a:spcBef>
              <a:buSzPct val="130000"/>
              <a:buFont typeface="Arial"/>
              <a:buChar char="•"/>
              <a:tabLst>
                <a:tab pos="786765" algn="l"/>
              </a:tabLst>
            </a:pPr>
            <a:r>
              <a:rPr dirty="0" sz="2000">
                <a:latin typeface="맑은 고딕"/>
                <a:cs typeface="맑은 고딕"/>
              </a:rPr>
              <a:t>Steering</a:t>
            </a:r>
            <a:r>
              <a:rPr dirty="0" sz="2000" spc="-6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motor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driver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IN1</a:t>
            </a:r>
            <a:r>
              <a:rPr dirty="0" sz="2000" spc="-6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–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connected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6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Arduino</a:t>
            </a:r>
            <a:r>
              <a:rPr dirty="0" sz="2000" spc="-7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pin</a:t>
            </a:r>
            <a:r>
              <a:rPr dirty="0" sz="2000" spc="-50">
                <a:latin typeface="맑은 고딕"/>
                <a:cs typeface="맑은 고딕"/>
              </a:rPr>
              <a:t> 2</a:t>
            </a:r>
            <a:endParaRPr sz="2000">
              <a:latin typeface="맑은 고딕"/>
              <a:cs typeface="맑은 고딕"/>
            </a:endParaRPr>
          </a:p>
          <a:p>
            <a:pPr lvl="1" marL="786765" indent="-317500">
              <a:lnSpc>
                <a:spcPct val="100000"/>
              </a:lnSpc>
              <a:spcBef>
                <a:spcPts val="240"/>
              </a:spcBef>
              <a:buSzPct val="130000"/>
              <a:buFont typeface="Arial"/>
              <a:buChar char="•"/>
              <a:tabLst>
                <a:tab pos="786765" algn="l"/>
              </a:tabLst>
            </a:pPr>
            <a:r>
              <a:rPr dirty="0" sz="2000">
                <a:latin typeface="맑은 고딕"/>
                <a:cs typeface="맑은 고딕"/>
              </a:rPr>
              <a:t>Steering</a:t>
            </a:r>
            <a:r>
              <a:rPr dirty="0" sz="2000" spc="-6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motor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driver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IN2</a:t>
            </a:r>
            <a:r>
              <a:rPr dirty="0" sz="2000" spc="-6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–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connected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6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Arduino</a:t>
            </a:r>
            <a:r>
              <a:rPr dirty="0" sz="2000" spc="-7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pin</a:t>
            </a:r>
            <a:r>
              <a:rPr dirty="0" sz="2000" spc="-50">
                <a:latin typeface="맑은 고딕"/>
                <a:cs typeface="맑은 고딕"/>
              </a:rPr>
              <a:t> 3</a:t>
            </a:r>
            <a:endParaRPr sz="2000">
              <a:latin typeface="맑은 고딕"/>
              <a:cs typeface="맑은 고딕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7858" y="6579406"/>
            <a:ext cx="222821" cy="16709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9566" y="537946"/>
            <a:ext cx="5193309" cy="3756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3150"/>
            <a:ext cx="4247515" cy="391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08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맑은 고딕"/>
                <a:cs typeface="맑은 고딕"/>
              </a:rPr>
              <a:t>Arduino</a:t>
            </a:r>
            <a:r>
              <a:rPr dirty="0" sz="2400" spc="-90">
                <a:latin typeface="맑은 고딕"/>
                <a:cs typeface="맑은 고딕"/>
              </a:rPr>
              <a:t> </a:t>
            </a:r>
            <a:r>
              <a:rPr dirty="0" sz="2400">
                <a:latin typeface="맑은 고딕"/>
                <a:cs typeface="맑은 고딕"/>
              </a:rPr>
              <a:t>-</a:t>
            </a:r>
            <a:r>
              <a:rPr dirty="0" sz="2400" spc="-75">
                <a:latin typeface="맑은 고딕"/>
                <a:cs typeface="맑은 고딕"/>
              </a:rPr>
              <a:t> </a:t>
            </a:r>
            <a:r>
              <a:rPr dirty="0" sz="2400" spc="-10">
                <a:latin typeface="맑은 고딕"/>
                <a:cs typeface="맑은 고딕"/>
              </a:rPr>
              <a:t>Variable</a:t>
            </a:r>
            <a:r>
              <a:rPr dirty="0" sz="2400" spc="-65">
                <a:latin typeface="맑은 고딕"/>
                <a:cs typeface="맑은 고딕"/>
              </a:rPr>
              <a:t> </a:t>
            </a:r>
            <a:r>
              <a:rPr dirty="0" sz="2400" spc="-10">
                <a:latin typeface="맑은 고딕"/>
                <a:cs typeface="맑은 고딕"/>
              </a:rPr>
              <a:t>resistance</a:t>
            </a:r>
            <a:endParaRPr sz="2400">
              <a:latin typeface="맑은 고딕"/>
              <a:cs typeface="맑은 고딕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277167" y="1907882"/>
            <a:ext cx="6377940" cy="3966210"/>
            <a:chOff x="2277167" y="1907882"/>
            <a:chExt cx="6377940" cy="396621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16691" y="3040291"/>
              <a:ext cx="1818474" cy="975156"/>
            </a:xfrm>
            <a:prstGeom prst="rect">
              <a:avLst/>
            </a:prstGeom>
          </p:spPr>
        </p:pic>
        <p:pic>
          <p:nvPicPr>
            <p:cNvPr id="10" name="object 10" descr="삼성전자 노트북 플러스2 NT550XDA-KC35W (SSD 256GB) : 다나와 가격비교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77167" y="2650676"/>
              <a:ext cx="1299761" cy="11773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98265" y="1907882"/>
              <a:ext cx="1161318" cy="1147572"/>
            </a:xfrm>
            <a:prstGeom prst="rect">
              <a:avLst/>
            </a:prstGeom>
          </p:spPr>
        </p:pic>
        <p:pic>
          <p:nvPicPr>
            <p:cNvPr id="12" name="object 12" descr="텍스트, 전자기기, 회로이(가) 표시된 사진  자동 생성된 설명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10526" y="3123158"/>
              <a:ext cx="1329009" cy="809421"/>
            </a:xfrm>
            <a:prstGeom prst="rect">
              <a:avLst/>
            </a:prstGeom>
          </p:spPr>
        </p:pic>
        <p:pic>
          <p:nvPicPr>
            <p:cNvPr id="13" name="object 13" descr="텍스트, 전자기기, 회로이(가) 표시된 사진  자동 생성된 설명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10526" y="4023715"/>
              <a:ext cx="1329009" cy="809409"/>
            </a:xfrm>
            <a:prstGeom prst="rect">
              <a:avLst/>
            </a:prstGeom>
          </p:spPr>
        </p:pic>
        <p:pic>
          <p:nvPicPr>
            <p:cNvPr id="14" name="object 14" descr="텍스트, 전자기기, 회로이(가) 표시된 사진  자동 생성된 설명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25640" y="5064405"/>
              <a:ext cx="1329013" cy="80942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509535" y="3348216"/>
              <a:ext cx="1207135" cy="0"/>
            </a:xfrm>
            <a:custGeom>
              <a:avLst/>
              <a:gdLst/>
              <a:ahLst/>
              <a:cxnLst/>
              <a:rect l="l" t="t" r="r" b="b"/>
              <a:pathLst>
                <a:path w="1207135" h="0">
                  <a:moveTo>
                    <a:pt x="1206842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386708" y="3644996"/>
              <a:ext cx="1207135" cy="0"/>
            </a:xfrm>
            <a:custGeom>
              <a:avLst/>
              <a:gdLst/>
              <a:ahLst/>
              <a:cxnLst/>
              <a:rect l="l" t="t" r="r" b="b"/>
              <a:pathLst>
                <a:path w="1207134" h="0">
                  <a:moveTo>
                    <a:pt x="1206842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014443" y="5492127"/>
              <a:ext cx="579120" cy="0"/>
            </a:xfrm>
            <a:custGeom>
              <a:avLst/>
              <a:gdLst/>
              <a:ahLst/>
              <a:cxnLst/>
              <a:rect l="l" t="t" r="r" b="b"/>
              <a:pathLst>
                <a:path w="579120" h="0">
                  <a:moveTo>
                    <a:pt x="579107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030363" y="4568562"/>
              <a:ext cx="535940" cy="0"/>
            </a:xfrm>
            <a:custGeom>
              <a:avLst/>
              <a:gdLst/>
              <a:ahLst/>
              <a:cxnLst/>
              <a:rect l="l" t="t" r="r" b="b"/>
              <a:pathLst>
                <a:path w="535940" h="0">
                  <a:moveTo>
                    <a:pt x="535813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057738" y="2466496"/>
              <a:ext cx="535940" cy="0"/>
            </a:xfrm>
            <a:custGeom>
              <a:avLst/>
              <a:gdLst/>
              <a:ahLst/>
              <a:cxnLst/>
              <a:rect l="l" t="t" r="r" b="b"/>
              <a:pathLst>
                <a:path w="535940" h="0">
                  <a:moveTo>
                    <a:pt x="535813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057731" y="2466492"/>
              <a:ext cx="0" cy="3025775"/>
            </a:xfrm>
            <a:custGeom>
              <a:avLst/>
              <a:gdLst/>
              <a:ahLst/>
              <a:cxnLst/>
              <a:rect l="l" t="t" r="r" b="b"/>
              <a:pathLst>
                <a:path w="0" h="3025775">
                  <a:moveTo>
                    <a:pt x="0" y="3025635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7289049" y="5933492"/>
            <a:ext cx="15119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맑은 고딕"/>
                <a:cs typeface="맑은 고딕"/>
              </a:rPr>
              <a:t>Motor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Driver</a:t>
            </a:r>
            <a:endParaRPr sz="2000">
              <a:latin typeface="맑은 고딕"/>
              <a:cs typeface="맑은 고딕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07568" y="1996253"/>
            <a:ext cx="215201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latin typeface="맑은 고딕"/>
                <a:cs typeface="맑은 고딕"/>
              </a:rPr>
              <a:t>Variable</a:t>
            </a:r>
            <a:r>
              <a:rPr dirty="0" sz="2000" spc="-140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resistance</a:t>
            </a:r>
            <a:endParaRPr sz="2000">
              <a:latin typeface="맑은 고딕"/>
              <a:cs typeface="맑은 고딕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351642" y="1365202"/>
            <a:ext cx="5128260" cy="3074035"/>
          </a:xfrm>
          <a:custGeom>
            <a:avLst/>
            <a:gdLst/>
            <a:ahLst/>
            <a:cxnLst/>
            <a:rect l="l" t="t" r="r" b="b"/>
            <a:pathLst>
              <a:path w="5128259" h="3074035">
                <a:moveTo>
                  <a:pt x="40239" y="2760625"/>
                </a:moveTo>
                <a:lnTo>
                  <a:pt x="21309" y="2714166"/>
                </a:lnTo>
                <a:lnTo>
                  <a:pt x="8379" y="2665482"/>
                </a:lnTo>
                <a:lnTo>
                  <a:pt x="1342" y="2614684"/>
                </a:lnTo>
                <a:lnTo>
                  <a:pt x="0" y="2588528"/>
                </a:lnTo>
                <a:lnTo>
                  <a:pt x="89" y="2561885"/>
                </a:lnTo>
                <a:lnTo>
                  <a:pt x="4511" y="2507199"/>
                </a:lnTo>
                <a:lnTo>
                  <a:pt x="14499" y="2450738"/>
                </a:lnTo>
                <a:lnTo>
                  <a:pt x="29946" y="2392614"/>
                </a:lnTo>
                <a:lnTo>
                  <a:pt x="50742" y="2332942"/>
                </a:lnTo>
                <a:lnTo>
                  <a:pt x="76778" y="2271832"/>
                </a:lnTo>
                <a:lnTo>
                  <a:pt x="107947" y="2209399"/>
                </a:lnTo>
                <a:lnTo>
                  <a:pt x="144140" y="2145755"/>
                </a:lnTo>
                <a:lnTo>
                  <a:pt x="185247" y="2081013"/>
                </a:lnTo>
                <a:lnTo>
                  <a:pt x="207610" y="2048266"/>
                </a:lnTo>
                <a:lnTo>
                  <a:pt x="231161" y="2015286"/>
                </a:lnTo>
                <a:lnTo>
                  <a:pt x="255886" y="1982088"/>
                </a:lnTo>
                <a:lnTo>
                  <a:pt x="281773" y="1948686"/>
                </a:lnTo>
                <a:lnTo>
                  <a:pt x="308806" y="1915094"/>
                </a:lnTo>
                <a:lnTo>
                  <a:pt x="336974" y="1881326"/>
                </a:lnTo>
                <a:lnTo>
                  <a:pt x="366261" y="1847396"/>
                </a:lnTo>
                <a:lnTo>
                  <a:pt x="396655" y="1813319"/>
                </a:lnTo>
                <a:lnTo>
                  <a:pt x="428142" y="1779109"/>
                </a:lnTo>
                <a:lnTo>
                  <a:pt x="460709" y="1744778"/>
                </a:lnTo>
                <a:lnTo>
                  <a:pt x="494341" y="1710343"/>
                </a:lnTo>
                <a:lnTo>
                  <a:pt x="529026" y="1675816"/>
                </a:lnTo>
                <a:lnTo>
                  <a:pt x="564749" y="1641213"/>
                </a:lnTo>
                <a:lnTo>
                  <a:pt x="601498" y="1606546"/>
                </a:lnTo>
                <a:lnTo>
                  <a:pt x="639258" y="1571830"/>
                </a:lnTo>
                <a:lnTo>
                  <a:pt x="678016" y="1537080"/>
                </a:lnTo>
                <a:lnTo>
                  <a:pt x="717759" y="1502308"/>
                </a:lnTo>
                <a:lnTo>
                  <a:pt x="758472" y="1467530"/>
                </a:lnTo>
                <a:lnTo>
                  <a:pt x="800143" y="1432760"/>
                </a:lnTo>
                <a:lnTo>
                  <a:pt x="842758" y="1398011"/>
                </a:lnTo>
                <a:lnTo>
                  <a:pt x="886302" y="1363298"/>
                </a:lnTo>
                <a:lnTo>
                  <a:pt x="930763" y="1328635"/>
                </a:lnTo>
                <a:lnTo>
                  <a:pt x="976127" y="1294035"/>
                </a:lnTo>
                <a:lnTo>
                  <a:pt x="1022381" y="1259514"/>
                </a:lnTo>
                <a:lnTo>
                  <a:pt x="1069510" y="1225084"/>
                </a:lnTo>
                <a:lnTo>
                  <a:pt x="1117502" y="1190761"/>
                </a:lnTo>
                <a:lnTo>
                  <a:pt x="1166342" y="1156558"/>
                </a:lnTo>
                <a:lnTo>
                  <a:pt x="1216017" y="1122489"/>
                </a:lnTo>
                <a:lnTo>
                  <a:pt x="1266514" y="1088569"/>
                </a:lnTo>
                <a:lnTo>
                  <a:pt x="1317819" y="1054812"/>
                </a:lnTo>
                <a:lnTo>
                  <a:pt x="1369919" y="1021231"/>
                </a:lnTo>
                <a:lnTo>
                  <a:pt x="1422799" y="987841"/>
                </a:lnTo>
                <a:lnTo>
                  <a:pt x="1476446" y="954656"/>
                </a:lnTo>
                <a:lnTo>
                  <a:pt x="1530847" y="921690"/>
                </a:lnTo>
                <a:lnTo>
                  <a:pt x="1585988" y="888956"/>
                </a:lnTo>
                <a:lnTo>
                  <a:pt x="1641856" y="856471"/>
                </a:lnTo>
                <a:lnTo>
                  <a:pt x="1698437" y="824246"/>
                </a:lnTo>
                <a:lnTo>
                  <a:pt x="1755717" y="792297"/>
                </a:lnTo>
                <a:lnTo>
                  <a:pt x="1813682" y="760637"/>
                </a:lnTo>
                <a:lnTo>
                  <a:pt x="1872320" y="729281"/>
                </a:lnTo>
                <a:lnTo>
                  <a:pt x="1931617" y="698243"/>
                </a:lnTo>
                <a:lnTo>
                  <a:pt x="1991559" y="667536"/>
                </a:lnTo>
                <a:lnTo>
                  <a:pt x="2052132" y="637175"/>
                </a:lnTo>
                <a:lnTo>
                  <a:pt x="2113323" y="607174"/>
                </a:lnTo>
                <a:lnTo>
                  <a:pt x="2174775" y="577712"/>
                </a:lnTo>
                <a:lnTo>
                  <a:pt x="2236127" y="548957"/>
                </a:lnTo>
                <a:lnTo>
                  <a:pt x="2297360" y="520913"/>
                </a:lnTo>
                <a:lnTo>
                  <a:pt x="2358454" y="493580"/>
                </a:lnTo>
                <a:lnTo>
                  <a:pt x="2419389" y="466961"/>
                </a:lnTo>
                <a:lnTo>
                  <a:pt x="2480146" y="441058"/>
                </a:lnTo>
                <a:lnTo>
                  <a:pt x="2540705" y="415873"/>
                </a:lnTo>
                <a:lnTo>
                  <a:pt x="2601048" y="391408"/>
                </a:lnTo>
                <a:lnTo>
                  <a:pt x="2661155" y="367664"/>
                </a:lnTo>
                <a:lnTo>
                  <a:pt x="2721005" y="344643"/>
                </a:lnTo>
                <a:lnTo>
                  <a:pt x="2780580" y="322348"/>
                </a:lnTo>
                <a:lnTo>
                  <a:pt x="2839860" y="300780"/>
                </a:lnTo>
                <a:lnTo>
                  <a:pt x="2898826" y="279942"/>
                </a:lnTo>
                <a:lnTo>
                  <a:pt x="2957459" y="259835"/>
                </a:lnTo>
                <a:lnTo>
                  <a:pt x="3015738" y="240460"/>
                </a:lnTo>
                <a:lnTo>
                  <a:pt x="3073644" y="221821"/>
                </a:lnTo>
                <a:lnTo>
                  <a:pt x="3131158" y="203919"/>
                </a:lnTo>
                <a:lnTo>
                  <a:pt x="3188260" y="186756"/>
                </a:lnTo>
                <a:lnTo>
                  <a:pt x="3244931" y="170333"/>
                </a:lnTo>
                <a:lnTo>
                  <a:pt x="3301152" y="154654"/>
                </a:lnTo>
                <a:lnTo>
                  <a:pt x="3356902" y="139719"/>
                </a:lnTo>
                <a:lnTo>
                  <a:pt x="3412163" y="125530"/>
                </a:lnTo>
                <a:lnTo>
                  <a:pt x="3466915" y="112090"/>
                </a:lnTo>
                <a:lnTo>
                  <a:pt x="3521138" y="99401"/>
                </a:lnTo>
                <a:lnTo>
                  <a:pt x="3574813" y="87464"/>
                </a:lnTo>
                <a:lnTo>
                  <a:pt x="3627920" y="76281"/>
                </a:lnTo>
                <a:lnTo>
                  <a:pt x="3680441" y="65854"/>
                </a:lnTo>
                <a:lnTo>
                  <a:pt x="3732355" y="56186"/>
                </a:lnTo>
                <a:lnTo>
                  <a:pt x="3783643" y="47277"/>
                </a:lnTo>
                <a:lnTo>
                  <a:pt x="3834285" y="39131"/>
                </a:lnTo>
                <a:lnTo>
                  <a:pt x="3884263" y="31748"/>
                </a:lnTo>
                <a:lnTo>
                  <a:pt x="3933556" y="25132"/>
                </a:lnTo>
                <a:lnTo>
                  <a:pt x="3982146" y="19283"/>
                </a:lnTo>
                <a:lnTo>
                  <a:pt x="4030012" y="14203"/>
                </a:lnTo>
                <a:lnTo>
                  <a:pt x="4077135" y="9896"/>
                </a:lnTo>
                <a:lnTo>
                  <a:pt x="4123496" y="6362"/>
                </a:lnTo>
                <a:lnTo>
                  <a:pt x="4169076" y="3603"/>
                </a:lnTo>
                <a:lnTo>
                  <a:pt x="4213854" y="1622"/>
                </a:lnTo>
                <a:lnTo>
                  <a:pt x="4257811" y="420"/>
                </a:lnTo>
                <a:lnTo>
                  <a:pt x="4300928" y="0"/>
                </a:lnTo>
                <a:lnTo>
                  <a:pt x="4343185" y="362"/>
                </a:lnTo>
                <a:lnTo>
                  <a:pt x="4384563" y="1510"/>
                </a:lnTo>
                <a:lnTo>
                  <a:pt x="4425043" y="3444"/>
                </a:lnTo>
                <a:lnTo>
                  <a:pt x="4464604" y="6168"/>
                </a:lnTo>
                <a:lnTo>
                  <a:pt x="4503228" y="9682"/>
                </a:lnTo>
                <a:lnTo>
                  <a:pt x="4577584" y="19091"/>
                </a:lnTo>
                <a:lnTo>
                  <a:pt x="4647957" y="31687"/>
                </a:lnTo>
                <a:lnTo>
                  <a:pt x="4714189" y="47485"/>
                </a:lnTo>
                <a:lnTo>
                  <a:pt x="4776126" y="66500"/>
                </a:lnTo>
                <a:lnTo>
                  <a:pt x="4833611" y="88748"/>
                </a:lnTo>
                <a:lnTo>
                  <a:pt x="4886489" y="114244"/>
                </a:lnTo>
                <a:lnTo>
                  <a:pt x="4934603" y="143003"/>
                </a:lnTo>
                <a:lnTo>
                  <a:pt x="4977798" y="175042"/>
                </a:lnTo>
                <a:lnTo>
                  <a:pt x="5015919" y="210374"/>
                </a:lnTo>
                <a:lnTo>
                  <a:pt x="5048808" y="249017"/>
                </a:lnTo>
                <a:lnTo>
                  <a:pt x="5076311" y="290985"/>
                </a:lnTo>
                <a:lnTo>
                  <a:pt x="5098216" y="336164"/>
                </a:lnTo>
                <a:lnTo>
                  <a:pt x="5114133" y="383750"/>
                </a:lnTo>
                <a:lnTo>
                  <a:pt x="5124104" y="433505"/>
                </a:lnTo>
                <a:lnTo>
                  <a:pt x="5128236" y="485317"/>
                </a:lnTo>
                <a:lnTo>
                  <a:pt x="5128147" y="511959"/>
                </a:lnTo>
                <a:lnTo>
                  <a:pt x="5123725" y="566646"/>
                </a:lnTo>
                <a:lnTo>
                  <a:pt x="5113737" y="623107"/>
                </a:lnTo>
                <a:lnTo>
                  <a:pt x="5098291" y="681230"/>
                </a:lnTo>
                <a:lnTo>
                  <a:pt x="5077496" y="740903"/>
                </a:lnTo>
                <a:lnTo>
                  <a:pt x="5051459" y="802012"/>
                </a:lnTo>
                <a:lnTo>
                  <a:pt x="5020291" y="864445"/>
                </a:lnTo>
                <a:lnTo>
                  <a:pt x="4984098" y="928089"/>
                </a:lnTo>
                <a:lnTo>
                  <a:pt x="4942991" y="992832"/>
                </a:lnTo>
                <a:lnTo>
                  <a:pt x="4920628" y="1025579"/>
                </a:lnTo>
                <a:lnTo>
                  <a:pt x="4897077" y="1058559"/>
                </a:lnTo>
                <a:lnTo>
                  <a:pt x="4872352" y="1091757"/>
                </a:lnTo>
                <a:lnTo>
                  <a:pt x="4846465" y="1125159"/>
                </a:lnTo>
                <a:lnTo>
                  <a:pt x="4819431" y="1158751"/>
                </a:lnTo>
                <a:lnTo>
                  <a:pt x="4791264" y="1192519"/>
                </a:lnTo>
                <a:lnTo>
                  <a:pt x="4761976" y="1226448"/>
                </a:lnTo>
                <a:lnTo>
                  <a:pt x="4731582" y="1260525"/>
                </a:lnTo>
                <a:lnTo>
                  <a:pt x="4700095" y="1294736"/>
                </a:lnTo>
                <a:lnTo>
                  <a:pt x="4667528" y="1329066"/>
                </a:lnTo>
                <a:lnTo>
                  <a:pt x="4633896" y="1363502"/>
                </a:lnTo>
                <a:lnTo>
                  <a:pt x="4599211" y="1398028"/>
                </a:lnTo>
                <a:lnTo>
                  <a:pt x="4563487" y="1432632"/>
                </a:lnTo>
                <a:lnTo>
                  <a:pt x="4526738" y="1467299"/>
                </a:lnTo>
                <a:lnTo>
                  <a:pt x="4488978" y="1502015"/>
                </a:lnTo>
                <a:lnTo>
                  <a:pt x="4450220" y="1536765"/>
                </a:lnTo>
                <a:lnTo>
                  <a:pt x="4410477" y="1571536"/>
                </a:lnTo>
                <a:lnTo>
                  <a:pt x="4369763" y="1606314"/>
                </a:lnTo>
                <a:lnTo>
                  <a:pt x="4328092" y="1641085"/>
                </a:lnTo>
                <a:lnTo>
                  <a:pt x="4285478" y="1675834"/>
                </a:lnTo>
                <a:lnTo>
                  <a:pt x="4241933" y="1710547"/>
                </a:lnTo>
                <a:lnTo>
                  <a:pt x="4197472" y="1745210"/>
                </a:lnTo>
                <a:lnTo>
                  <a:pt x="4152108" y="1779810"/>
                </a:lnTo>
                <a:lnTo>
                  <a:pt x="4105854" y="1814331"/>
                </a:lnTo>
                <a:lnTo>
                  <a:pt x="4058724" y="1848761"/>
                </a:lnTo>
                <a:lnTo>
                  <a:pt x="4010733" y="1883084"/>
                </a:lnTo>
                <a:lnTo>
                  <a:pt x="3961892" y="1917287"/>
                </a:lnTo>
                <a:lnTo>
                  <a:pt x="3912216" y="1951355"/>
                </a:lnTo>
                <a:lnTo>
                  <a:pt x="3861719" y="1985275"/>
                </a:lnTo>
                <a:lnTo>
                  <a:pt x="3810414" y="2019033"/>
                </a:lnTo>
                <a:lnTo>
                  <a:pt x="3758315" y="2052614"/>
                </a:lnTo>
                <a:lnTo>
                  <a:pt x="3705435" y="2086004"/>
                </a:lnTo>
                <a:lnTo>
                  <a:pt x="3651787" y="2119189"/>
                </a:lnTo>
                <a:lnTo>
                  <a:pt x="3597386" y="2152155"/>
                </a:lnTo>
                <a:lnTo>
                  <a:pt x="3542245" y="2184888"/>
                </a:lnTo>
                <a:lnTo>
                  <a:pt x="3486377" y="2217374"/>
                </a:lnTo>
                <a:lnTo>
                  <a:pt x="3429796" y="2249599"/>
                </a:lnTo>
                <a:lnTo>
                  <a:pt x="3372516" y="2281548"/>
                </a:lnTo>
                <a:lnTo>
                  <a:pt x="3314550" y="2313208"/>
                </a:lnTo>
                <a:lnTo>
                  <a:pt x="3255912" y="2344564"/>
                </a:lnTo>
                <a:lnTo>
                  <a:pt x="3196615" y="2375602"/>
                </a:lnTo>
                <a:lnTo>
                  <a:pt x="3136674" y="2406309"/>
                </a:lnTo>
                <a:lnTo>
                  <a:pt x="3076100" y="2436670"/>
                </a:lnTo>
                <a:lnTo>
                  <a:pt x="3014909" y="2466670"/>
                </a:lnTo>
                <a:lnTo>
                  <a:pt x="2953457" y="2496133"/>
                </a:lnTo>
                <a:lnTo>
                  <a:pt x="2892105" y="2524888"/>
                </a:lnTo>
                <a:lnTo>
                  <a:pt x="2830872" y="2552932"/>
                </a:lnTo>
                <a:lnTo>
                  <a:pt x="2769779" y="2580265"/>
                </a:lnTo>
                <a:lnTo>
                  <a:pt x="2708844" y="2606883"/>
                </a:lnTo>
                <a:lnTo>
                  <a:pt x="2648087" y="2632786"/>
                </a:lnTo>
                <a:lnTo>
                  <a:pt x="2587527" y="2657971"/>
                </a:lnTo>
                <a:lnTo>
                  <a:pt x="2527184" y="2682437"/>
                </a:lnTo>
                <a:lnTo>
                  <a:pt x="2467078" y="2706181"/>
                </a:lnTo>
                <a:lnTo>
                  <a:pt x="2407227" y="2729202"/>
                </a:lnTo>
                <a:lnTo>
                  <a:pt x="2347652" y="2751497"/>
                </a:lnTo>
                <a:lnTo>
                  <a:pt x="2288372" y="2773064"/>
                </a:lnTo>
                <a:lnTo>
                  <a:pt x="2229406" y="2793903"/>
                </a:lnTo>
                <a:lnTo>
                  <a:pt x="2170774" y="2814010"/>
                </a:lnTo>
                <a:lnTo>
                  <a:pt x="2112495" y="2833384"/>
                </a:lnTo>
                <a:lnTo>
                  <a:pt x="2054588" y="2852023"/>
                </a:lnTo>
                <a:lnTo>
                  <a:pt x="1997074" y="2869926"/>
                </a:lnTo>
                <a:lnTo>
                  <a:pt x="1939972" y="2887089"/>
                </a:lnTo>
                <a:lnTo>
                  <a:pt x="1883301" y="2903511"/>
                </a:lnTo>
                <a:lnTo>
                  <a:pt x="1827081" y="2919191"/>
                </a:lnTo>
                <a:lnTo>
                  <a:pt x="1771330" y="2934126"/>
                </a:lnTo>
                <a:lnTo>
                  <a:pt x="1716069" y="2948315"/>
                </a:lnTo>
                <a:lnTo>
                  <a:pt x="1661318" y="2961755"/>
                </a:lnTo>
                <a:lnTo>
                  <a:pt x="1607095" y="2974444"/>
                </a:lnTo>
                <a:lnTo>
                  <a:pt x="1553420" y="2986381"/>
                </a:lnTo>
                <a:lnTo>
                  <a:pt x="1500312" y="2997564"/>
                </a:lnTo>
                <a:lnTo>
                  <a:pt x="1447792" y="3007991"/>
                </a:lnTo>
                <a:lnTo>
                  <a:pt x="1395878" y="3017659"/>
                </a:lnTo>
                <a:lnTo>
                  <a:pt x="1344590" y="3026568"/>
                </a:lnTo>
                <a:lnTo>
                  <a:pt x="1293947" y="3034714"/>
                </a:lnTo>
                <a:lnTo>
                  <a:pt x="1243969" y="3042096"/>
                </a:lnTo>
                <a:lnTo>
                  <a:pt x="1194676" y="3048713"/>
                </a:lnTo>
                <a:lnTo>
                  <a:pt x="1146086" y="3054562"/>
                </a:lnTo>
                <a:lnTo>
                  <a:pt x="1098220" y="3059641"/>
                </a:lnTo>
                <a:lnTo>
                  <a:pt x="1051097" y="3063949"/>
                </a:lnTo>
                <a:lnTo>
                  <a:pt x="1004736" y="3067483"/>
                </a:lnTo>
                <a:lnTo>
                  <a:pt x="959157" y="3070241"/>
                </a:lnTo>
                <a:lnTo>
                  <a:pt x="914379" y="3072223"/>
                </a:lnTo>
                <a:lnTo>
                  <a:pt x="870422" y="3073425"/>
                </a:lnTo>
                <a:lnTo>
                  <a:pt x="827305" y="3073845"/>
                </a:lnTo>
                <a:lnTo>
                  <a:pt x="785047" y="3073483"/>
                </a:lnTo>
                <a:lnTo>
                  <a:pt x="743669" y="3072335"/>
                </a:lnTo>
                <a:lnTo>
                  <a:pt x="703190" y="3070400"/>
                </a:lnTo>
                <a:lnTo>
                  <a:pt x="663628" y="3067677"/>
                </a:lnTo>
                <a:lnTo>
                  <a:pt x="625005" y="3064162"/>
                </a:lnTo>
                <a:lnTo>
                  <a:pt x="550648" y="3054753"/>
                </a:lnTo>
                <a:lnTo>
                  <a:pt x="480275" y="3042158"/>
                </a:lnTo>
                <a:lnTo>
                  <a:pt x="414043" y="3026360"/>
                </a:lnTo>
                <a:lnTo>
                  <a:pt x="352106" y="3007345"/>
                </a:lnTo>
                <a:lnTo>
                  <a:pt x="294621" y="2985097"/>
                </a:lnTo>
                <a:lnTo>
                  <a:pt x="241743" y="2959601"/>
                </a:lnTo>
                <a:lnTo>
                  <a:pt x="193629" y="2930842"/>
                </a:lnTo>
                <a:lnTo>
                  <a:pt x="150434" y="2898803"/>
                </a:lnTo>
                <a:lnTo>
                  <a:pt x="112314" y="2863470"/>
                </a:lnTo>
                <a:lnTo>
                  <a:pt x="79424" y="2824828"/>
                </a:lnTo>
                <a:lnTo>
                  <a:pt x="51922" y="2782860"/>
                </a:lnTo>
                <a:lnTo>
                  <a:pt x="40239" y="2760625"/>
                </a:lnTo>
                <a:close/>
              </a:path>
            </a:pathLst>
          </a:custGeom>
          <a:ln w="57150">
            <a:solidFill>
              <a:srgbClr val="00AF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223794" y="3860651"/>
            <a:ext cx="8248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맑은 고딕"/>
                <a:cs typeface="맑은 고딕"/>
              </a:rPr>
              <a:t>Laptop</a:t>
            </a:r>
            <a:endParaRPr sz="2000">
              <a:latin typeface="맑은 고딕"/>
              <a:cs typeface="맑은 고딕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  <p:sp>
        <p:nvSpPr>
          <p:cNvPr id="25" name="object 25"/>
          <p:cNvSpPr txBox="1"/>
          <p:nvPr/>
        </p:nvSpPr>
        <p:spPr>
          <a:xfrm>
            <a:off x="4922342" y="4007756"/>
            <a:ext cx="9455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맑은 고딕"/>
                <a:cs typeface="맑은 고딕"/>
              </a:rPr>
              <a:t>Arduino</a:t>
            </a:r>
            <a:endParaRPr sz="20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7850" y="6576728"/>
            <a:ext cx="224383" cy="16977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22" y="544153"/>
            <a:ext cx="2093531" cy="3692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61818" y="757999"/>
            <a:ext cx="282575" cy="36195"/>
          </a:xfrm>
          <a:custGeom>
            <a:avLst/>
            <a:gdLst/>
            <a:ahLst/>
            <a:cxnLst/>
            <a:rect l="l" t="t" r="r" b="b"/>
            <a:pathLst>
              <a:path w="282575" h="36195">
                <a:moveTo>
                  <a:pt x="282244" y="0"/>
                </a:moveTo>
                <a:lnTo>
                  <a:pt x="0" y="0"/>
                </a:lnTo>
                <a:lnTo>
                  <a:pt x="0" y="35928"/>
                </a:lnTo>
                <a:lnTo>
                  <a:pt x="282244" y="35928"/>
                </a:lnTo>
                <a:lnTo>
                  <a:pt x="282244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9566" y="537946"/>
            <a:ext cx="5193309" cy="3756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013" y="1303150"/>
            <a:ext cx="6922770" cy="142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12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맑은 고딕"/>
                <a:cs typeface="맑은 고딕"/>
              </a:rPr>
              <a:t>Arduino</a:t>
            </a:r>
            <a:r>
              <a:rPr dirty="0" sz="2400" spc="-90">
                <a:latin typeface="맑은 고딕"/>
                <a:cs typeface="맑은 고딕"/>
              </a:rPr>
              <a:t> </a:t>
            </a:r>
            <a:r>
              <a:rPr dirty="0" sz="2400">
                <a:latin typeface="맑은 고딕"/>
                <a:cs typeface="맑은 고딕"/>
              </a:rPr>
              <a:t>–</a:t>
            </a:r>
            <a:r>
              <a:rPr dirty="0" sz="2400" spc="-70">
                <a:latin typeface="맑은 고딕"/>
                <a:cs typeface="맑은 고딕"/>
              </a:rPr>
              <a:t> </a:t>
            </a:r>
            <a:r>
              <a:rPr dirty="0" sz="2400" spc="-10">
                <a:latin typeface="맑은 고딕"/>
                <a:cs typeface="맑은 고딕"/>
              </a:rPr>
              <a:t>Variable</a:t>
            </a:r>
            <a:r>
              <a:rPr dirty="0" sz="2400" spc="-80">
                <a:latin typeface="맑은 고딕"/>
                <a:cs typeface="맑은 고딕"/>
              </a:rPr>
              <a:t> </a:t>
            </a:r>
            <a:r>
              <a:rPr dirty="0" sz="2400" spc="-10">
                <a:latin typeface="맑은 고딕"/>
                <a:cs typeface="맑은 고딕"/>
              </a:rPr>
              <a:t>Resistance</a:t>
            </a:r>
            <a:endParaRPr sz="2400">
              <a:latin typeface="맑은 고딕"/>
              <a:cs typeface="맑은 고딕"/>
            </a:endParaRPr>
          </a:p>
          <a:p>
            <a:pPr lvl="1" marL="697865" indent="-228600">
              <a:lnSpc>
                <a:spcPct val="100000"/>
              </a:lnSpc>
              <a:spcBef>
                <a:spcPts val="125"/>
              </a:spcBef>
              <a:buSzPct val="130000"/>
              <a:buFont typeface="Arial"/>
              <a:buChar char="•"/>
              <a:tabLst>
                <a:tab pos="697865" algn="l"/>
              </a:tabLst>
            </a:pPr>
            <a:r>
              <a:rPr dirty="0" sz="2000" spc="-10">
                <a:latin typeface="맑은 고딕"/>
                <a:cs typeface="맑은 고딕"/>
              </a:rPr>
              <a:t>Variable</a:t>
            </a:r>
            <a:r>
              <a:rPr dirty="0" sz="2000" spc="-7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Resistor</a:t>
            </a:r>
            <a:r>
              <a:rPr dirty="0" sz="2000" spc="-7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OUT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-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Connected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7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Arduino</a:t>
            </a:r>
            <a:r>
              <a:rPr dirty="0" sz="2000" spc="-8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A2</a:t>
            </a:r>
            <a:r>
              <a:rPr dirty="0" sz="2000" spc="-70">
                <a:latin typeface="맑은 고딕"/>
                <a:cs typeface="맑은 고딕"/>
              </a:rPr>
              <a:t> </a:t>
            </a:r>
            <a:r>
              <a:rPr dirty="0" sz="2000" spc="-25">
                <a:latin typeface="맑은 고딕"/>
                <a:cs typeface="맑은 고딕"/>
              </a:rPr>
              <a:t>Pin</a:t>
            </a:r>
            <a:endParaRPr sz="2000">
              <a:latin typeface="맑은 고딕"/>
              <a:cs typeface="맑은 고딕"/>
            </a:endParaRPr>
          </a:p>
          <a:p>
            <a:pPr lvl="1" marL="697865" indent="-228600">
              <a:lnSpc>
                <a:spcPct val="100000"/>
              </a:lnSpc>
              <a:spcBef>
                <a:spcPts val="265"/>
              </a:spcBef>
              <a:buSzPct val="130000"/>
              <a:buFont typeface="Arial"/>
              <a:buChar char="•"/>
              <a:tabLst>
                <a:tab pos="697865" algn="l"/>
              </a:tabLst>
            </a:pPr>
            <a:r>
              <a:rPr dirty="0" sz="2000" spc="-10">
                <a:latin typeface="맑은 고딕"/>
                <a:cs typeface="맑은 고딕"/>
              </a:rPr>
              <a:t>Variable</a:t>
            </a:r>
            <a:r>
              <a:rPr dirty="0" sz="2000" spc="-8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Resistor</a:t>
            </a:r>
            <a:r>
              <a:rPr dirty="0" sz="2000" spc="-8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VCC</a:t>
            </a:r>
            <a:r>
              <a:rPr dirty="0" sz="2000" spc="-6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-</a:t>
            </a:r>
            <a:r>
              <a:rPr dirty="0" sz="2000" spc="-6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Connecting</a:t>
            </a:r>
            <a:r>
              <a:rPr dirty="0" sz="2000" spc="-7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8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Arduino</a:t>
            </a:r>
            <a:r>
              <a:rPr dirty="0" sz="2000" spc="-9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5V</a:t>
            </a:r>
            <a:r>
              <a:rPr dirty="0" sz="2000" spc="-80">
                <a:latin typeface="맑은 고딕"/>
                <a:cs typeface="맑은 고딕"/>
              </a:rPr>
              <a:t> </a:t>
            </a:r>
            <a:r>
              <a:rPr dirty="0" sz="2000" spc="-25">
                <a:latin typeface="맑은 고딕"/>
                <a:cs typeface="맑은 고딕"/>
              </a:rPr>
              <a:t>Pin</a:t>
            </a:r>
            <a:endParaRPr sz="2000">
              <a:latin typeface="맑은 고딕"/>
              <a:cs typeface="맑은 고딕"/>
            </a:endParaRPr>
          </a:p>
          <a:p>
            <a:pPr lvl="1" marL="697865" indent="-228600">
              <a:lnSpc>
                <a:spcPct val="100000"/>
              </a:lnSpc>
              <a:spcBef>
                <a:spcPts val="265"/>
              </a:spcBef>
              <a:buSzPct val="130000"/>
              <a:buFont typeface="Arial"/>
              <a:buChar char="•"/>
              <a:tabLst>
                <a:tab pos="697865" algn="l"/>
              </a:tabLst>
            </a:pPr>
            <a:r>
              <a:rPr dirty="0" sz="2000" spc="-10">
                <a:latin typeface="맑은 고딕"/>
                <a:cs typeface="맑은 고딕"/>
              </a:rPr>
              <a:t>Variable</a:t>
            </a:r>
            <a:r>
              <a:rPr dirty="0" sz="2000" spc="-8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Resistor</a:t>
            </a:r>
            <a:r>
              <a:rPr dirty="0" sz="2000" spc="-7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GND</a:t>
            </a:r>
            <a:r>
              <a:rPr dirty="0" sz="2000" spc="-8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7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Arduino</a:t>
            </a:r>
            <a:r>
              <a:rPr dirty="0" sz="2000" spc="-7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GND</a:t>
            </a:r>
            <a:r>
              <a:rPr dirty="0" sz="2000" spc="-90">
                <a:latin typeface="맑은 고딕"/>
                <a:cs typeface="맑은 고딕"/>
              </a:rPr>
              <a:t> </a:t>
            </a:r>
            <a:r>
              <a:rPr dirty="0" sz="2000" spc="-25">
                <a:latin typeface="맑은 고딕"/>
                <a:cs typeface="맑은 고딕"/>
              </a:rPr>
              <a:t>Pin</a:t>
            </a:r>
            <a:endParaRPr sz="2000">
              <a:latin typeface="맑은 고딕"/>
              <a:cs typeface="맑은 고딕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42520" y="2868304"/>
            <a:ext cx="4725921" cy="3738692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7860" y="6576731"/>
            <a:ext cx="222364" cy="16977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7516" y="537955"/>
            <a:ext cx="10162628" cy="47626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61013" y="1301626"/>
            <a:ext cx="8566785" cy="10839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12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Arial"/>
                <a:cs typeface="Arial"/>
              </a:rPr>
              <a:t>Arduino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IDE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execution</a:t>
            </a:r>
            <a:endParaRPr sz="24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140"/>
              </a:spcBef>
              <a:buSzPct val="130000"/>
              <a:buFont typeface="Arial"/>
              <a:buChar char="•"/>
              <a:tabLst>
                <a:tab pos="697865" algn="l"/>
              </a:tabLst>
            </a:pPr>
            <a:r>
              <a:rPr dirty="0" sz="2000">
                <a:latin typeface="맑은 고딕"/>
                <a:cs typeface="맑은 고딕"/>
              </a:rPr>
              <a:t>Click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File</a:t>
            </a:r>
            <a:r>
              <a:rPr dirty="0" sz="2000" spc="-15">
                <a:latin typeface="맑은 고딕"/>
                <a:cs typeface="맑은 고딕"/>
              </a:rPr>
              <a:t> </a:t>
            </a:r>
            <a:r>
              <a:rPr dirty="0" sz="2000" spc="-25">
                <a:latin typeface="맑은 고딕"/>
                <a:cs typeface="맑은 고딕"/>
              </a:rPr>
              <a:t>-</a:t>
            </a:r>
            <a:r>
              <a:rPr dirty="0" sz="2000">
                <a:latin typeface="맑은 고딕"/>
                <a:cs typeface="맑은 고딕"/>
              </a:rPr>
              <a:t>&gt;</a:t>
            </a:r>
            <a:r>
              <a:rPr dirty="0" sz="2000" spc="-1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Click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 spc="-20">
                <a:latin typeface="맑은 고딕"/>
                <a:cs typeface="맑은 고딕"/>
              </a:rPr>
              <a:t>Open</a:t>
            </a:r>
            <a:endParaRPr sz="2000">
              <a:latin typeface="맑은 고딕"/>
              <a:cs typeface="맑은 고딕"/>
            </a:endParaRPr>
          </a:p>
          <a:p>
            <a:pPr lvl="1" marL="697865" indent="-228600">
              <a:lnSpc>
                <a:spcPct val="100000"/>
              </a:lnSpc>
              <a:spcBef>
                <a:spcPts val="250"/>
              </a:spcBef>
              <a:buSzPct val="130000"/>
              <a:buFont typeface="Arial"/>
              <a:buChar char="•"/>
              <a:tabLst>
                <a:tab pos="697865" algn="l"/>
              </a:tabLst>
            </a:pPr>
            <a:r>
              <a:rPr dirty="0" sz="2000">
                <a:latin typeface="맑은 고딕"/>
                <a:cs typeface="맑은 고딕"/>
              </a:rPr>
              <a:t>Select</a:t>
            </a:r>
            <a:r>
              <a:rPr dirty="0" sz="2000" spc="-20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(ros2_ws/src/control/motor_test/~.ino),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click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Open</a:t>
            </a:r>
            <a:r>
              <a:rPr dirty="0" sz="2000" spc="-5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button</a:t>
            </a:r>
            <a:endParaRPr sz="2000">
              <a:latin typeface="맑은 고딕"/>
              <a:cs typeface="맑은 고딕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96075" y="6191044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Arial"/>
                <a:cs typeface="Arial"/>
              </a:rPr>
              <a:t>59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45509" y="2360574"/>
            <a:ext cx="11496675" cy="4173854"/>
            <a:chOff x="645509" y="2360574"/>
            <a:chExt cx="11496675" cy="4173854"/>
          </a:xfrm>
        </p:grpSpPr>
        <p:pic>
          <p:nvPicPr>
            <p:cNvPr id="8" name="object 8" descr="텍스트, 소프트웨어, 멀티미디어 소프트웨어, 컴퓨터 아이콘이(가) 표시된 사진  자동 생성된 설명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3574" y="2430668"/>
              <a:ext cx="11158850" cy="40419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3567" y="3031515"/>
              <a:ext cx="1790948" cy="252463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12685" y="2684602"/>
              <a:ext cx="535305" cy="407670"/>
            </a:xfrm>
            <a:custGeom>
              <a:avLst/>
              <a:gdLst/>
              <a:ahLst/>
              <a:cxnLst/>
              <a:rect l="l" t="t" r="r" b="b"/>
              <a:pathLst>
                <a:path w="535305" h="407669">
                  <a:moveTo>
                    <a:pt x="0" y="67843"/>
                  </a:moveTo>
                  <a:lnTo>
                    <a:pt x="5332" y="41431"/>
                  </a:lnTo>
                  <a:lnTo>
                    <a:pt x="19872" y="19867"/>
                  </a:lnTo>
                  <a:lnTo>
                    <a:pt x="41437" y="5330"/>
                  </a:lnTo>
                  <a:lnTo>
                    <a:pt x="67843" y="0"/>
                  </a:lnTo>
                  <a:lnTo>
                    <a:pt x="467334" y="0"/>
                  </a:lnTo>
                  <a:lnTo>
                    <a:pt x="493740" y="5330"/>
                  </a:lnTo>
                  <a:lnTo>
                    <a:pt x="515305" y="19867"/>
                  </a:lnTo>
                  <a:lnTo>
                    <a:pt x="529845" y="41431"/>
                  </a:lnTo>
                  <a:lnTo>
                    <a:pt x="535178" y="67843"/>
                  </a:lnTo>
                  <a:lnTo>
                    <a:pt x="535178" y="339216"/>
                  </a:lnTo>
                  <a:lnTo>
                    <a:pt x="529845" y="365630"/>
                  </a:lnTo>
                  <a:lnTo>
                    <a:pt x="515305" y="387199"/>
                  </a:lnTo>
                  <a:lnTo>
                    <a:pt x="493740" y="401740"/>
                  </a:lnTo>
                  <a:lnTo>
                    <a:pt x="467334" y="407073"/>
                  </a:lnTo>
                  <a:lnTo>
                    <a:pt x="67843" y="407073"/>
                  </a:lnTo>
                  <a:lnTo>
                    <a:pt x="41437" y="401740"/>
                  </a:lnTo>
                  <a:lnTo>
                    <a:pt x="19872" y="387199"/>
                  </a:lnTo>
                  <a:lnTo>
                    <a:pt x="5332" y="365630"/>
                  </a:lnTo>
                  <a:lnTo>
                    <a:pt x="0" y="339216"/>
                  </a:lnTo>
                  <a:lnTo>
                    <a:pt x="0" y="67843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65102" y="2369363"/>
              <a:ext cx="7176579" cy="416459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64559" y="3248907"/>
              <a:ext cx="2304415" cy="247015"/>
            </a:xfrm>
            <a:custGeom>
              <a:avLst/>
              <a:gdLst/>
              <a:ahLst/>
              <a:cxnLst/>
              <a:rect l="l" t="t" r="r" b="b"/>
              <a:pathLst>
                <a:path w="2304415" h="247014">
                  <a:moveTo>
                    <a:pt x="0" y="41122"/>
                  </a:moveTo>
                  <a:lnTo>
                    <a:pt x="3232" y="25112"/>
                  </a:lnTo>
                  <a:lnTo>
                    <a:pt x="12045" y="12041"/>
                  </a:lnTo>
                  <a:lnTo>
                    <a:pt x="25117" y="3230"/>
                  </a:lnTo>
                  <a:lnTo>
                    <a:pt x="41122" y="0"/>
                  </a:lnTo>
                  <a:lnTo>
                    <a:pt x="2262695" y="0"/>
                  </a:lnTo>
                  <a:lnTo>
                    <a:pt x="2278700" y="3230"/>
                  </a:lnTo>
                  <a:lnTo>
                    <a:pt x="2291772" y="12041"/>
                  </a:lnTo>
                  <a:lnTo>
                    <a:pt x="2300585" y="25112"/>
                  </a:lnTo>
                  <a:lnTo>
                    <a:pt x="2303818" y="41122"/>
                  </a:lnTo>
                  <a:lnTo>
                    <a:pt x="2303818" y="205638"/>
                  </a:lnTo>
                  <a:lnTo>
                    <a:pt x="2300585" y="221648"/>
                  </a:lnTo>
                  <a:lnTo>
                    <a:pt x="2291772" y="234719"/>
                  </a:lnTo>
                  <a:lnTo>
                    <a:pt x="2278700" y="243530"/>
                  </a:lnTo>
                  <a:lnTo>
                    <a:pt x="2262695" y="246761"/>
                  </a:lnTo>
                  <a:lnTo>
                    <a:pt x="41122" y="246761"/>
                  </a:lnTo>
                  <a:lnTo>
                    <a:pt x="25117" y="243530"/>
                  </a:lnTo>
                  <a:lnTo>
                    <a:pt x="12045" y="234719"/>
                  </a:lnTo>
                  <a:lnTo>
                    <a:pt x="3232" y="221648"/>
                  </a:lnTo>
                  <a:lnTo>
                    <a:pt x="0" y="205638"/>
                  </a:lnTo>
                  <a:lnTo>
                    <a:pt x="0" y="41122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426936" y="3444876"/>
              <a:ext cx="2126615" cy="483234"/>
            </a:xfrm>
            <a:custGeom>
              <a:avLst/>
              <a:gdLst/>
              <a:ahLst/>
              <a:cxnLst/>
              <a:rect l="l" t="t" r="r" b="b"/>
              <a:pathLst>
                <a:path w="2126615" h="483235">
                  <a:moveTo>
                    <a:pt x="0" y="80479"/>
                  </a:moveTo>
                  <a:lnTo>
                    <a:pt x="6324" y="49152"/>
                  </a:lnTo>
                  <a:lnTo>
                    <a:pt x="23571" y="23571"/>
                  </a:lnTo>
                  <a:lnTo>
                    <a:pt x="49152" y="6324"/>
                  </a:lnTo>
                  <a:lnTo>
                    <a:pt x="80479" y="0"/>
                  </a:lnTo>
                  <a:lnTo>
                    <a:pt x="2045970" y="0"/>
                  </a:lnTo>
                  <a:lnTo>
                    <a:pt x="2077297" y="6324"/>
                  </a:lnTo>
                  <a:lnTo>
                    <a:pt x="2102878" y="23571"/>
                  </a:lnTo>
                  <a:lnTo>
                    <a:pt x="2120125" y="49152"/>
                  </a:lnTo>
                  <a:lnTo>
                    <a:pt x="2126449" y="80479"/>
                  </a:lnTo>
                  <a:lnTo>
                    <a:pt x="2126449" y="402412"/>
                  </a:lnTo>
                  <a:lnTo>
                    <a:pt x="2120125" y="433746"/>
                  </a:lnTo>
                  <a:lnTo>
                    <a:pt x="2102878" y="459332"/>
                  </a:lnTo>
                  <a:lnTo>
                    <a:pt x="2077297" y="476580"/>
                  </a:lnTo>
                  <a:lnTo>
                    <a:pt x="2045970" y="482904"/>
                  </a:lnTo>
                  <a:lnTo>
                    <a:pt x="80479" y="482904"/>
                  </a:lnTo>
                  <a:lnTo>
                    <a:pt x="49152" y="476580"/>
                  </a:lnTo>
                  <a:lnTo>
                    <a:pt x="23571" y="459332"/>
                  </a:lnTo>
                  <a:lnTo>
                    <a:pt x="6324" y="433746"/>
                  </a:lnTo>
                  <a:lnTo>
                    <a:pt x="0" y="402412"/>
                  </a:lnTo>
                  <a:lnTo>
                    <a:pt x="0" y="80479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1161447" y="6004082"/>
              <a:ext cx="811530" cy="483234"/>
            </a:xfrm>
            <a:custGeom>
              <a:avLst/>
              <a:gdLst/>
              <a:ahLst/>
              <a:cxnLst/>
              <a:rect l="l" t="t" r="r" b="b"/>
              <a:pathLst>
                <a:path w="811529" h="483235">
                  <a:moveTo>
                    <a:pt x="0" y="80492"/>
                  </a:moveTo>
                  <a:lnTo>
                    <a:pt x="6324" y="49163"/>
                  </a:lnTo>
                  <a:lnTo>
                    <a:pt x="23572" y="23577"/>
                  </a:lnTo>
                  <a:lnTo>
                    <a:pt x="49157" y="6326"/>
                  </a:lnTo>
                  <a:lnTo>
                    <a:pt x="80492" y="0"/>
                  </a:lnTo>
                  <a:lnTo>
                    <a:pt x="730491" y="0"/>
                  </a:lnTo>
                  <a:lnTo>
                    <a:pt x="761820" y="6326"/>
                  </a:lnTo>
                  <a:lnTo>
                    <a:pt x="787406" y="23577"/>
                  </a:lnTo>
                  <a:lnTo>
                    <a:pt x="804657" y="49163"/>
                  </a:lnTo>
                  <a:lnTo>
                    <a:pt x="810983" y="80492"/>
                  </a:lnTo>
                  <a:lnTo>
                    <a:pt x="810983" y="402424"/>
                  </a:lnTo>
                  <a:lnTo>
                    <a:pt x="804657" y="433754"/>
                  </a:lnTo>
                  <a:lnTo>
                    <a:pt x="787406" y="459339"/>
                  </a:lnTo>
                  <a:lnTo>
                    <a:pt x="761820" y="476591"/>
                  </a:lnTo>
                  <a:lnTo>
                    <a:pt x="730491" y="482917"/>
                  </a:lnTo>
                  <a:lnTo>
                    <a:pt x="80492" y="482917"/>
                  </a:lnTo>
                  <a:lnTo>
                    <a:pt x="49157" y="476591"/>
                  </a:lnTo>
                  <a:lnTo>
                    <a:pt x="23572" y="459339"/>
                  </a:lnTo>
                  <a:lnTo>
                    <a:pt x="6324" y="433754"/>
                  </a:lnTo>
                  <a:lnTo>
                    <a:pt x="0" y="402424"/>
                  </a:lnTo>
                  <a:lnTo>
                    <a:pt x="0" y="80492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750308" y="2790052"/>
              <a:ext cx="4389120" cy="483234"/>
            </a:xfrm>
            <a:custGeom>
              <a:avLst/>
              <a:gdLst/>
              <a:ahLst/>
              <a:cxnLst/>
              <a:rect l="l" t="t" r="r" b="b"/>
              <a:pathLst>
                <a:path w="4389120" h="483235">
                  <a:moveTo>
                    <a:pt x="0" y="80492"/>
                  </a:moveTo>
                  <a:lnTo>
                    <a:pt x="6324" y="49163"/>
                  </a:lnTo>
                  <a:lnTo>
                    <a:pt x="23572" y="23577"/>
                  </a:lnTo>
                  <a:lnTo>
                    <a:pt x="49157" y="6326"/>
                  </a:lnTo>
                  <a:lnTo>
                    <a:pt x="80492" y="0"/>
                  </a:lnTo>
                  <a:lnTo>
                    <a:pt x="4308233" y="0"/>
                  </a:lnTo>
                  <a:lnTo>
                    <a:pt x="4339561" y="6326"/>
                  </a:lnTo>
                  <a:lnTo>
                    <a:pt x="4365142" y="23577"/>
                  </a:lnTo>
                  <a:lnTo>
                    <a:pt x="4382389" y="49163"/>
                  </a:lnTo>
                  <a:lnTo>
                    <a:pt x="4388713" y="80492"/>
                  </a:lnTo>
                  <a:lnTo>
                    <a:pt x="4388713" y="402424"/>
                  </a:lnTo>
                  <a:lnTo>
                    <a:pt x="4382389" y="433754"/>
                  </a:lnTo>
                  <a:lnTo>
                    <a:pt x="4365142" y="459339"/>
                  </a:lnTo>
                  <a:lnTo>
                    <a:pt x="4339561" y="476591"/>
                  </a:lnTo>
                  <a:lnTo>
                    <a:pt x="4308233" y="482917"/>
                  </a:lnTo>
                  <a:lnTo>
                    <a:pt x="80492" y="482917"/>
                  </a:lnTo>
                  <a:lnTo>
                    <a:pt x="49157" y="476591"/>
                  </a:lnTo>
                  <a:lnTo>
                    <a:pt x="23572" y="459339"/>
                  </a:lnTo>
                  <a:lnTo>
                    <a:pt x="6324" y="433754"/>
                  </a:lnTo>
                  <a:lnTo>
                    <a:pt x="0" y="402424"/>
                  </a:lnTo>
                  <a:lnTo>
                    <a:pt x="0" y="80492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45969" y="2360574"/>
              <a:ext cx="7075464" cy="4159516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2172" y="6576721"/>
            <a:ext cx="229949" cy="16978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7517" y="537955"/>
            <a:ext cx="10162628" cy="47626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61013" y="1301626"/>
            <a:ext cx="4721225" cy="391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0665" indent="-227965">
              <a:lnSpc>
                <a:spcPts val="3080"/>
              </a:lnSpc>
              <a:buSzPct val="129166"/>
              <a:buFont typeface="Wingdings"/>
              <a:buChar char=""/>
              <a:tabLst>
                <a:tab pos="240665" algn="l"/>
              </a:tabLst>
            </a:pPr>
            <a:r>
              <a:rPr dirty="0" sz="2400">
                <a:latin typeface="맑은 고딕"/>
                <a:cs typeface="맑은 고딕"/>
              </a:rPr>
              <a:t>핀번호</a:t>
            </a:r>
            <a:r>
              <a:rPr dirty="0" sz="2400" spc="-185">
                <a:latin typeface="맑은 고딕"/>
                <a:cs typeface="맑은 고딕"/>
              </a:rPr>
              <a:t> </a:t>
            </a:r>
            <a:r>
              <a:rPr dirty="0" sz="2400">
                <a:latin typeface="맑은 고딕"/>
                <a:cs typeface="맑은 고딕"/>
              </a:rPr>
              <a:t>및</a:t>
            </a:r>
            <a:r>
              <a:rPr dirty="0" sz="2400" spc="-185">
                <a:latin typeface="맑은 고딕"/>
                <a:cs typeface="맑은 고딕"/>
              </a:rPr>
              <a:t> </a:t>
            </a:r>
            <a:r>
              <a:rPr dirty="0" sz="2400">
                <a:latin typeface="맑은 고딕"/>
                <a:cs typeface="맑은 고딕"/>
              </a:rPr>
              <a:t>속도</a:t>
            </a:r>
            <a:r>
              <a:rPr dirty="0" sz="2400" spc="-175">
                <a:latin typeface="맑은 고딕"/>
                <a:cs typeface="맑은 고딕"/>
              </a:rPr>
              <a:t> </a:t>
            </a:r>
            <a:r>
              <a:rPr dirty="0" sz="2400">
                <a:latin typeface="맑은 고딕"/>
                <a:cs typeface="맑은 고딕"/>
              </a:rPr>
              <a:t>값</a:t>
            </a:r>
            <a:r>
              <a:rPr dirty="0" sz="2400" spc="-185">
                <a:latin typeface="맑은 고딕"/>
                <a:cs typeface="맑은 고딕"/>
              </a:rPr>
              <a:t> </a:t>
            </a:r>
            <a:r>
              <a:rPr dirty="0" sz="2400">
                <a:latin typeface="맑은 고딕"/>
                <a:cs typeface="맑은 고딕"/>
              </a:rPr>
              <a:t>입력</a:t>
            </a:r>
            <a:r>
              <a:rPr dirty="0" sz="2400" spc="-185">
                <a:latin typeface="맑은 고딕"/>
                <a:cs typeface="맑은 고딕"/>
              </a:rPr>
              <a:t> </a:t>
            </a:r>
            <a:r>
              <a:rPr dirty="0" sz="2400">
                <a:latin typeface="맑은 고딕"/>
                <a:cs typeface="맑은 고딕"/>
              </a:rPr>
              <a:t>후</a:t>
            </a:r>
            <a:r>
              <a:rPr dirty="0" sz="2400" spc="-185">
                <a:latin typeface="맑은 고딕"/>
                <a:cs typeface="맑은 고딕"/>
              </a:rPr>
              <a:t> </a:t>
            </a:r>
            <a:r>
              <a:rPr dirty="0" sz="2400" spc="-25">
                <a:latin typeface="맑은 고딕"/>
                <a:cs typeface="맑은 고딕"/>
              </a:rPr>
              <a:t>업로드</a:t>
            </a:r>
            <a:endParaRPr sz="2400">
              <a:latin typeface="맑은 고딕"/>
              <a:cs typeface="맑은 고딕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1612" y="1312811"/>
            <a:ext cx="5818661" cy="522994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00952" y="1312802"/>
            <a:ext cx="5777341" cy="522994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Automation</a:t>
            </a:r>
            <a:r>
              <a:rPr dirty="0" spc="-45"/>
              <a:t> </a:t>
            </a:r>
            <a:r>
              <a:rPr dirty="0" spc="-20"/>
              <a:t>L</a:t>
            </a:r>
            <a:r>
              <a:rPr dirty="0" sz="1000" spc="-20"/>
              <a:t>ab.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이진선</dc:creator>
  <dc:title>PowerPoint 프레젠테이션</dc:title>
  <dcterms:created xsi:type="dcterms:W3CDTF">2025-12-06T09:10:13Z</dcterms:created>
  <dcterms:modified xsi:type="dcterms:W3CDTF">2025-12-06T09:10:13Z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0x010100BA27E6F0B2C8AE47A4F264925D43679C</vt:lpwstr>
  </property>
  <property fmtid="{D5CDD505-2E9C-101B-9397-08002B2CF9AE}" pid="3" name="Created">
    <vt:filetime>2025-08-03T00:00:00Z</vt:filetime>
  </property>
  <property fmtid="{D5CDD505-2E9C-101B-9397-08002B2CF9AE}" pid="4" name="Creator">
    <vt:lpwstr>PowerPoint용 Acrobat PDFMaker 25</vt:lpwstr>
  </property>
  <property fmtid="{D5CDD505-2E9C-101B-9397-08002B2CF9AE}" pid="5" name="LastSaved">
    <vt:filetime>2025-12-06T00:00:00Z</vt:filetime>
  </property>
  <property fmtid="{D5CDD505-2E9C-101B-9397-08002B2CF9AE}" pid="6" name="Order">
    <vt:lpwstr>7050200</vt:lpwstr>
  </property>
  <property fmtid="{D5CDD505-2E9C-101B-9397-08002B2CF9AE}" pid="7" name="Producer">
    <vt:lpwstr>Adobe PDF Library 25.1.97</vt:lpwstr>
  </property>
  <property fmtid="{D5CDD505-2E9C-101B-9397-08002B2CF9AE}" pid="8" name="xd_Signature">
    <vt:lpwstr>No</vt:lpwstr>
  </property>
</Properties>
</file>