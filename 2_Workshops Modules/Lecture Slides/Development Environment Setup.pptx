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17" r:id="rId4"/>
  </p:sldMasterIdLst>
  <p:notesMasterIdLst>
    <p:notesMasterId r:id="rId64"/>
  </p:notesMasterIdLst>
  <p:handoutMasterIdLst>
    <p:handoutMasterId r:id="rId65"/>
  </p:handoutMasterIdLst>
  <p:sldIdLst>
    <p:sldId id="1225" r:id="rId5"/>
    <p:sldId id="1127" r:id="rId6"/>
    <p:sldId id="1129" r:id="rId7"/>
    <p:sldId id="1146" r:id="rId8"/>
    <p:sldId id="1150" r:id="rId9"/>
    <p:sldId id="1130" r:id="rId10"/>
    <p:sldId id="1152" r:id="rId11"/>
    <p:sldId id="1153" r:id="rId12"/>
    <p:sldId id="1154" r:id="rId13"/>
    <p:sldId id="1155" r:id="rId14"/>
    <p:sldId id="1156" r:id="rId15"/>
    <p:sldId id="1157" r:id="rId16"/>
    <p:sldId id="1159" r:id="rId17"/>
    <p:sldId id="1160" r:id="rId18"/>
    <p:sldId id="1161" r:id="rId19"/>
    <p:sldId id="1158" r:id="rId20"/>
    <p:sldId id="1162" r:id="rId21"/>
    <p:sldId id="1168" r:id="rId22"/>
    <p:sldId id="1169" r:id="rId23"/>
    <p:sldId id="1170" r:id="rId24"/>
    <p:sldId id="1171" r:id="rId25"/>
    <p:sldId id="1175" r:id="rId26"/>
    <p:sldId id="1172" r:id="rId27"/>
    <p:sldId id="1173" r:id="rId28"/>
    <p:sldId id="1174" r:id="rId29"/>
    <p:sldId id="1177" r:id="rId30"/>
    <p:sldId id="1204" r:id="rId31"/>
    <p:sldId id="1205" r:id="rId32"/>
    <p:sldId id="1206" r:id="rId33"/>
    <p:sldId id="1207" r:id="rId34"/>
    <p:sldId id="1208" r:id="rId35"/>
    <p:sldId id="1209" r:id="rId36"/>
    <p:sldId id="1210" r:id="rId37"/>
    <p:sldId id="1164" r:id="rId38"/>
    <p:sldId id="1215" r:id="rId39"/>
    <p:sldId id="1192" r:id="rId40"/>
    <p:sldId id="1193" r:id="rId41"/>
    <p:sldId id="1194" r:id="rId42"/>
    <p:sldId id="1203" r:id="rId43"/>
    <p:sldId id="1214" r:id="rId44"/>
    <p:sldId id="1197" r:id="rId45"/>
    <p:sldId id="1211" r:id="rId46"/>
    <p:sldId id="1198" r:id="rId47"/>
    <p:sldId id="1212" r:id="rId48"/>
    <p:sldId id="1184" r:id="rId49"/>
    <p:sldId id="1213" r:id="rId50"/>
    <p:sldId id="1200" r:id="rId51"/>
    <p:sldId id="1180" r:id="rId52"/>
    <p:sldId id="1216" r:id="rId53"/>
    <p:sldId id="1218" r:id="rId54"/>
    <p:sldId id="1219" r:id="rId55"/>
    <p:sldId id="1220" r:id="rId56"/>
    <p:sldId id="1223" r:id="rId57"/>
    <p:sldId id="1224" r:id="rId58"/>
    <p:sldId id="1221" r:id="rId59"/>
    <p:sldId id="1222" r:id="rId60"/>
    <p:sldId id="1226" r:id="rId61"/>
    <p:sldId id="1227" r:id="rId62"/>
    <p:sldId id="1139" r:id="rId63"/>
  </p:sldIdLst>
  <p:sldSz cx="12192000" cy="6858000"/>
  <p:notesSz cx="6858000" cy="97742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Arial" panose="020B0604020202020204" pitchFamily="34" charset="0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3429"/>
    <a:srgbClr val="AF572D"/>
    <a:srgbClr val="A6655A"/>
    <a:srgbClr val="5C6540"/>
    <a:srgbClr val="8C392A"/>
    <a:srgbClr val="FF0000"/>
    <a:srgbClr val="0000FF"/>
    <a:srgbClr val="00FF00"/>
    <a:srgbClr val="DEF3F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15943-E64D-47A8-BB9A-D43030ED8436}" v="6" dt="2022-11-18T10:00:11.239"/>
    <p1510:client id="{668729DD-EE4E-4B76-BE52-4B632FA2A3AE}" v="1109" dt="2022-11-18T11:55:35.563"/>
    <p1510:client id="{6F914445-3F21-48D4-B6BA-249D18E64936}" v="198" dt="2022-11-18T12:21:46.570"/>
    <p1510:client id="{7862663B-658E-40CA-8E5C-9F2A959DBAA4}" v="18" dt="2022-11-17T02:16:36.483"/>
    <p1510:client id="{9D27A30E-10E3-4EBF-B25F-6BB397F20F1A}" v="1" dt="2022-11-14T10:48:58.542"/>
    <p1510:client id="{AD58FEDB-3321-4753-B739-0B3E1D83396B}" v="68" dt="2022-11-18T10:44:46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7" d="100"/>
          <a:sy n="137" d="100"/>
        </p:scale>
        <p:origin x="2334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7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도영수" userId="S::cok2529@o365.skku.edu::c5323a97-16a4-4e1e-a482-bedc57da020d" providerId="AD" clId="Web-{45F15943-E64D-47A8-BB9A-D43030ED8436}"/>
    <pc:docChg chg="delSld modSld">
      <pc:chgData name="도영수" userId="S::cok2529@o365.skku.edu::c5323a97-16a4-4e1e-a482-bedc57da020d" providerId="AD" clId="Web-{45F15943-E64D-47A8-BB9A-D43030ED8436}" dt="2022-11-18T10:00:11.239" v="4"/>
      <pc:docMkLst>
        <pc:docMk/>
      </pc:docMkLst>
      <pc:sldChg chg="modSp del">
        <pc:chgData name="도영수" userId="S::cok2529@o365.skku.edu::c5323a97-16a4-4e1e-a482-bedc57da020d" providerId="AD" clId="Web-{45F15943-E64D-47A8-BB9A-D43030ED8436}" dt="2022-11-18T10:00:11.239" v="4"/>
        <pc:sldMkLst>
          <pc:docMk/>
          <pc:sldMk cId="169453261" sldId="534"/>
        </pc:sldMkLst>
        <pc:spChg chg="mod">
          <ac:chgData name="도영수" userId="S::cok2529@o365.skku.edu::c5323a97-16a4-4e1e-a482-bedc57da020d" providerId="AD" clId="Web-{45F15943-E64D-47A8-BB9A-D43030ED8436}" dt="2022-11-18T10:00:08.020" v="3" actId="20577"/>
          <ac:spMkLst>
            <pc:docMk/>
            <pc:sldMk cId="169453261" sldId="534"/>
            <ac:spMk id="7" creationId="{83228239-468E-5187-C8C6-52749009511D}"/>
          </ac:spMkLst>
        </pc:spChg>
      </pc:sldChg>
    </pc:docChg>
  </pc:docChgLst>
  <pc:docChgLst>
    <pc:chgData name="이정주" userId="S::coooooomet@o365.skku.edu::8fa6c15d-0fcd-49c2-903d-7e66d1593aa6" providerId="AD" clId="Web-{6F914445-3F21-48D4-B6BA-249D18E64936}"/>
    <pc:docChg chg="modSld">
      <pc:chgData name="이정주" userId="S::coooooomet@o365.skku.edu::8fa6c15d-0fcd-49c2-903d-7e66d1593aa6" providerId="AD" clId="Web-{6F914445-3F21-48D4-B6BA-249D18E64936}" dt="2022-11-18T12:21:46.570" v="152" actId="1076"/>
      <pc:docMkLst>
        <pc:docMk/>
      </pc:docMkLst>
      <pc:sldChg chg="modSp">
        <pc:chgData name="이정주" userId="S::coooooomet@o365.skku.edu::8fa6c15d-0fcd-49c2-903d-7e66d1593aa6" providerId="AD" clId="Web-{6F914445-3F21-48D4-B6BA-249D18E64936}" dt="2022-11-18T12:21:46.570" v="152" actId="1076"/>
        <pc:sldMkLst>
          <pc:docMk/>
          <pc:sldMk cId="2943062781" sldId="1216"/>
        </pc:sldMkLst>
        <pc:spChg chg="mod">
          <ac:chgData name="이정주" userId="S::coooooomet@o365.skku.edu::8fa6c15d-0fcd-49c2-903d-7e66d1593aa6" providerId="AD" clId="Web-{6F914445-3F21-48D4-B6BA-249D18E64936}" dt="2022-11-18T12:21:37.257" v="149" actId="1076"/>
          <ac:spMkLst>
            <pc:docMk/>
            <pc:sldMk cId="2943062781" sldId="1216"/>
            <ac:spMk id="4" creationId="{EFED3639-5033-DE2C-AA10-C545C8A6DE20}"/>
          </ac:spMkLst>
        </pc:spChg>
        <pc:spChg chg="mod">
          <ac:chgData name="이정주" userId="S::coooooomet@o365.skku.edu::8fa6c15d-0fcd-49c2-903d-7e66d1593aa6" providerId="AD" clId="Web-{6F914445-3F21-48D4-B6BA-249D18E64936}" dt="2022-11-18T12:21:46.570" v="152" actId="1076"/>
          <ac:spMkLst>
            <pc:docMk/>
            <pc:sldMk cId="2943062781" sldId="1216"/>
            <ac:spMk id="7" creationId="{14AE7328-8424-1514-52E1-9395F3E80768}"/>
          </ac:spMkLst>
        </pc:spChg>
        <pc:spChg chg="mod">
          <ac:chgData name="이정주" userId="S::coooooomet@o365.skku.edu::8fa6c15d-0fcd-49c2-903d-7e66d1593aa6" providerId="AD" clId="Web-{6F914445-3F21-48D4-B6BA-249D18E64936}" dt="2022-11-18T12:21:37.257" v="147" actId="1076"/>
          <ac:spMkLst>
            <pc:docMk/>
            <pc:sldMk cId="2943062781" sldId="1216"/>
            <ac:spMk id="14" creationId="{419B7350-CDA8-3588-A035-E561B148E45D}"/>
          </ac:spMkLst>
        </pc:spChg>
        <pc:picChg chg="mod">
          <ac:chgData name="이정주" userId="S::coooooomet@o365.skku.edu::8fa6c15d-0fcd-49c2-903d-7e66d1593aa6" providerId="AD" clId="Web-{6F914445-3F21-48D4-B6BA-249D18E64936}" dt="2022-11-18T12:21:37.242" v="146" actId="1076"/>
          <ac:picMkLst>
            <pc:docMk/>
            <pc:sldMk cId="2943062781" sldId="1216"/>
            <ac:picMk id="5" creationId="{85718646-72A7-8714-9DA8-C68B8C4058EB}"/>
          </ac:picMkLst>
        </pc:picChg>
      </pc:sldChg>
      <pc:sldChg chg="addSp delSp modSp">
        <pc:chgData name="이정주" userId="S::coooooomet@o365.skku.edu::8fa6c15d-0fcd-49c2-903d-7e66d1593aa6" providerId="AD" clId="Web-{6F914445-3F21-48D4-B6BA-249D18E64936}" dt="2022-11-18T12:21:17.194" v="145" actId="1076"/>
        <pc:sldMkLst>
          <pc:docMk/>
          <pc:sldMk cId="553789052" sldId="1226"/>
        </pc:sldMkLst>
        <pc:spChg chg="mod">
          <ac:chgData name="이정주" userId="S::coooooomet@o365.skku.edu::8fa6c15d-0fcd-49c2-903d-7e66d1593aa6" providerId="AD" clId="Web-{6F914445-3F21-48D4-B6BA-249D18E64936}" dt="2022-11-18T12:18:43.329" v="99" actId="20577"/>
          <ac:spMkLst>
            <pc:docMk/>
            <pc:sldMk cId="553789052" sldId="1226"/>
            <ac:spMk id="3" creationId="{00000000-0000-0000-0000-000000000000}"/>
          </ac:spMkLst>
        </pc:spChg>
        <pc:spChg chg="del">
          <ac:chgData name="이정주" userId="S::coooooomet@o365.skku.edu::8fa6c15d-0fcd-49c2-903d-7e66d1593aa6" providerId="AD" clId="Web-{6F914445-3F21-48D4-B6BA-249D18E64936}" dt="2022-11-18T12:15:39.885" v="18"/>
          <ac:spMkLst>
            <pc:docMk/>
            <pc:sldMk cId="553789052" sldId="1226"/>
            <ac:spMk id="10" creationId="{BFBFA413-E934-7D02-07E0-93870F6B5640}"/>
          </ac:spMkLst>
        </pc:spChg>
        <pc:spChg chg="add mod">
          <ac:chgData name="이정주" userId="S::coooooomet@o365.skku.edu::8fa6c15d-0fcd-49c2-903d-7e66d1593aa6" providerId="AD" clId="Web-{6F914445-3F21-48D4-B6BA-249D18E64936}" dt="2022-11-18T12:19:49.769" v="116" actId="14100"/>
          <ac:spMkLst>
            <pc:docMk/>
            <pc:sldMk cId="553789052" sldId="1226"/>
            <ac:spMk id="11" creationId="{21A4F999-8441-D2B7-27C8-F7D4FB9C4631}"/>
          </ac:spMkLst>
        </pc:spChg>
        <pc:spChg chg="del">
          <ac:chgData name="이정주" userId="S::coooooomet@o365.skku.edu::8fa6c15d-0fcd-49c2-903d-7e66d1593aa6" providerId="AD" clId="Web-{6F914445-3F21-48D4-B6BA-249D18E64936}" dt="2022-11-18T12:15:39.401" v="17"/>
          <ac:spMkLst>
            <pc:docMk/>
            <pc:sldMk cId="553789052" sldId="1226"/>
            <ac:spMk id="12" creationId="{AA49E3F0-E180-1783-409C-A9F59AD72E0C}"/>
          </ac:spMkLst>
        </pc:spChg>
        <pc:spChg chg="add mod">
          <ac:chgData name="이정주" userId="S::coooooomet@o365.skku.edu::8fa6c15d-0fcd-49c2-903d-7e66d1593aa6" providerId="AD" clId="Web-{6F914445-3F21-48D4-B6BA-249D18E64936}" dt="2022-11-18T12:20:09.801" v="121" actId="14100"/>
          <ac:spMkLst>
            <pc:docMk/>
            <pc:sldMk cId="553789052" sldId="1226"/>
            <ac:spMk id="13" creationId="{5E7C2467-55BC-62DC-3869-EF6A8D8181A1}"/>
          </ac:spMkLst>
        </pc:spChg>
        <pc:spChg chg="add mod">
          <ac:chgData name="이정주" userId="S::coooooomet@o365.skku.edu::8fa6c15d-0fcd-49c2-903d-7e66d1593aa6" providerId="AD" clId="Web-{6F914445-3F21-48D4-B6BA-249D18E64936}" dt="2022-11-18T12:20:46.849" v="136" actId="1076"/>
          <ac:spMkLst>
            <pc:docMk/>
            <pc:sldMk cId="553789052" sldId="1226"/>
            <ac:spMk id="15" creationId="{FDF964F1-3E31-6B49-4AAD-CF2BB65B94B5}"/>
          </ac:spMkLst>
        </pc:spChg>
        <pc:spChg chg="add mod">
          <ac:chgData name="이정주" userId="S::coooooomet@o365.skku.edu::8fa6c15d-0fcd-49c2-903d-7e66d1593aa6" providerId="AD" clId="Web-{6F914445-3F21-48D4-B6BA-249D18E64936}" dt="2022-11-18T12:21:17.194" v="145" actId="1076"/>
          <ac:spMkLst>
            <pc:docMk/>
            <pc:sldMk cId="553789052" sldId="1226"/>
            <ac:spMk id="16" creationId="{DBDBFACA-592B-6AA5-ABC2-39196D7BB17E}"/>
          </ac:spMkLst>
        </pc:spChg>
        <pc:picChg chg="add del mod">
          <ac:chgData name="이정주" userId="S::coooooomet@o365.skku.edu::8fa6c15d-0fcd-49c2-903d-7e66d1593aa6" providerId="AD" clId="Web-{6F914445-3F21-48D4-B6BA-249D18E64936}" dt="2022-11-18T12:18:08.843" v="80"/>
          <ac:picMkLst>
            <pc:docMk/>
            <pc:sldMk cId="553789052" sldId="1226"/>
            <ac:picMk id="4" creationId="{6B189F50-876B-6FAE-40B6-5AC40456D8F5}"/>
          </ac:picMkLst>
        </pc:picChg>
        <pc:picChg chg="del">
          <ac:chgData name="이정주" userId="S::coooooomet@o365.skku.edu::8fa6c15d-0fcd-49c2-903d-7e66d1593aa6" providerId="AD" clId="Web-{6F914445-3F21-48D4-B6BA-249D18E64936}" dt="2022-11-18T12:15:15.337" v="0"/>
          <ac:picMkLst>
            <pc:docMk/>
            <pc:sldMk cId="553789052" sldId="1226"/>
            <ac:picMk id="5" creationId="{35B759F7-F75A-039F-90F7-E0E76D2CB919}"/>
          </ac:picMkLst>
        </pc:picChg>
        <pc:picChg chg="add del mod modCrop">
          <ac:chgData name="이정주" userId="S::coooooomet@o365.skku.edu::8fa6c15d-0fcd-49c2-903d-7e66d1593aa6" providerId="AD" clId="Web-{6F914445-3F21-48D4-B6BA-249D18E64936}" dt="2022-11-18T12:16:43.809" v="40"/>
          <ac:picMkLst>
            <pc:docMk/>
            <pc:sldMk cId="553789052" sldId="1226"/>
            <ac:picMk id="7" creationId="{4C3EA513-4E0E-3AAA-2E2B-65FB784E8D55}"/>
          </ac:picMkLst>
        </pc:picChg>
        <pc:picChg chg="add mod modCrop">
          <ac:chgData name="이정주" userId="S::coooooomet@o365.skku.edu::8fa6c15d-0fcd-49c2-903d-7e66d1593aa6" providerId="AD" clId="Web-{6F914445-3F21-48D4-B6BA-249D18E64936}" dt="2022-11-18T12:18:34.282" v="89" actId="1076"/>
          <ac:picMkLst>
            <pc:docMk/>
            <pc:sldMk cId="553789052" sldId="1226"/>
            <ac:picMk id="8" creationId="{BC657013-6776-8273-433F-30F27F221610}"/>
          </ac:picMkLst>
        </pc:picChg>
      </pc:sldChg>
      <pc:sldChg chg="addSp delSp modSp">
        <pc:chgData name="이정주" userId="S::coooooomet@o365.skku.edu::8fa6c15d-0fcd-49c2-903d-7e66d1593aa6" providerId="AD" clId="Web-{6F914445-3F21-48D4-B6BA-249D18E64936}" dt="2022-11-18T12:19:22.471" v="112" actId="20577"/>
        <pc:sldMkLst>
          <pc:docMk/>
          <pc:sldMk cId="2101786471" sldId="1227"/>
        </pc:sldMkLst>
        <pc:spChg chg="mod">
          <ac:chgData name="이정주" userId="S::coooooomet@o365.skku.edu::8fa6c15d-0fcd-49c2-903d-7e66d1593aa6" providerId="AD" clId="Web-{6F914445-3F21-48D4-B6BA-249D18E64936}" dt="2022-11-18T12:17:44.858" v="78" actId="20577"/>
          <ac:spMkLst>
            <pc:docMk/>
            <pc:sldMk cId="2101786471" sldId="1227"/>
            <ac:spMk id="2" creationId="{00000000-0000-0000-0000-000000000000}"/>
          </ac:spMkLst>
        </pc:spChg>
        <pc:spChg chg="mod">
          <ac:chgData name="이정주" userId="S::coooooomet@o365.skku.edu::8fa6c15d-0fcd-49c2-903d-7e66d1593aa6" providerId="AD" clId="Web-{6F914445-3F21-48D4-B6BA-249D18E64936}" dt="2022-11-18T12:19:07.658" v="106" actId="20577"/>
          <ac:spMkLst>
            <pc:docMk/>
            <pc:sldMk cId="2101786471" sldId="1227"/>
            <ac:spMk id="3" creationId="{00000000-0000-0000-0000-000000000000}"/>
          </ac:spMkLst>
        </pc:spChg>
        <pc:spChg chg="mod">
          <ac:chgData name="이정주" userId="S::coooooomet@o365.skku.edu::8fa6c15d-0fcd-49c2-903d-7e66d1593aa6" providerId="AD" clId="Web-{6F914445-3F21-48D4-B6BA-249D18E64936}" dt="2022-11-18T12:19:22.471" v="112" actId="20577"/>
          <ac:spMkLst>
            <pc:docMk/>
            <pc:sldMk cId="2101786471" sldId="1227"/>
            <ac:spMk id="10" creationId="{BFBFA413-E934-7D02-07E0-93870F6B5640}"/>
          </ac:spMkLst>
        </pc:spChg>
        <pc:spChg chg="del">
          <ac:chgData name="이정주" userId="S::coooooomet@o365.skku.edu::8fa6c15d-0fcd-49c2-903d-7e66d1593aa6" providerId="AD" clId="Web-{6F914445-3F21-48D4-B6BA-249D18E64936}" dt="2022-11-18T12:16:48.184" v="42"/>
          <ac:spMkLst>
            <pc:docMk/>
            <pc:sldMk cId="2101786471" sldId="1227"/>
            <ac:spMk id="12" creationId="{AA49E3F0-E180-1783-409C-A9F59AD72E0C}"/>
          </ac:spMkLst>
        </pc:spChg>
        <pc:picChg chg="add mod">
          <ac:chgData name="이정주" userId="S::coooooomet@o365.skku.edu::8fa6c15d-0fcd-49c2-903d-7e66d1593aa6" providerId="AD" clId="Web-{6F914445-3F21-48D4-B6BA-249D18E64936}" dt="2022-11-18T12:19:16.033" v="110" actId="1076"/>
          <ac:picMkLst>
            <pc:docMk/>
            <pc:sldMk cId="2101786471" sldId="1227"/>
            <ac:picMk id="4" creationId="{A368AD5B-B27D-037F-BD80-B12FAACDE586}"/>
          </ac:picMkLst>
        </pc:picChg>
        <pc:picChg chg="del">
          <ac:chgData name="이정주" userId="S::coooooomet@o365.skku.edu::8fa6c15d-0fcd-49c2-903d-7e66d1593aa6" providerId="AD" clId="Web-{6F914445-3F21-48D4-B6BA-249D18E64936}" dt="2022-11-18T12:16:46.137" v="41"/>
          <ac:picMkLst>
            <pc:docMk/>
            <pc:sldMk cId="2101786471" sldId="1227"/>
            <ac:picMk id="5" creationId="{35B759F7-F75A-039F-90F7-E0E76D2CB919}"/>
          </ac:picMkLst>
        </pc:picChg>
      </pc:sldChg>
    </pc:docChg>
  </pc:docChgLst>
  <pc:docChgLst>
    <pc:chgData name="홍형근" userId="S::whaihong@o365.skku.edu::d57264f3-9931-49f8-8581-2434942066b2" providerId="AD" clId="Web-{9D27A30E-10E3-4EBF-B25F-6BB397F20F1A}"/>
    <pc:docChg chg="addSld">
      <pc:chgData name="홍형근" userId="S::whaihong@o365.skku.edu::d57264f3-9931-49f8-8581-2434942066b2" providerId="AD" clId="Web-{9D27A30E-10E3-4EBF-B25F-6BB397F20F1A}" dt="2022-11-14T10:48:58.542" v="0"/>
      <pc:docMkLst>
        <pc:docMk/>
      </pc:docMkLst>
      <pc:sldChg chg="add">
        <pc:chgData name="홍형근" userId="S::whaihong@o365.skku.edu::d57264f3-9931-49f8-8581-2434942066b2" providerId="AD" clId="Web-{9D27A30E-10E3-4EBF-B25F-6BB397F20F1A}" dt="2022-11-14T10:48:58.542" v="0"/>
        <pc:sldMkLst>
          <pc:docMk/>
          <pc:sldMk cId="1565036280" sldId="1225"/>
        </pc:sldMkLst>
      </pc:sldChg>
    </pc:docChg>
  </pc:docChgLst>
  <pc:docChgLst>
    <pc:chgData name="이정주" userId="S::coooooomet@o365.skku.edu::8fa6c15d-0fcd-49c2-903d-7e66d1593aa6" providerId="AD" clId="Web-{668729DD-EE4E-4B76-BE52-4B632FA2A3AE}"/>
    <pc:docChg chg="addSld delSld modSld">
      <pc:chgData name="이정주" userId="S::coooooomet@o365.skku.edu::8fa6c15d-0fcd-49c2-903d-7e66d1593aa6" providerId="AD" clId="Web-{668729DD-EE4E-4B76-BE52-4B632FA2A3AE}" dt="2022-11-18T11:55:35.563" v="813" actId="1076"/>
      <pc:docMkLst>
        <pc:docMk/>
      </pc:docMkLst>
      <pc:sldChg chg="modSp">
        <pc:chgData name="이정주" userId="S::coooooomet@o365.skku.edu::8fa6c15d-0fcd-49c2-903d-7e66d1593aa6" providerId="AD" clId="Web-{668729DD-EE4E-4B76-BE52-4B632FA2A3AE}" dt="2022-11-18T11:17:14.421" v="244" actId="1076"/>
        <pc:sldMkLst>
          <pc:docMk/>
          <pc:sldMk cId="1130214608" sldId="1164"/>
        </pc:sldMkLst>
        <pc:spChg chg="mod">
          <ac:chgData name="이정주" userId="S::coooooomet@o365.skku.edu::8fa6c15d-0fcd-49c2-903d-7e66d1593aa6" providerId="AD" clId="Web-{668729DD-EE4E-4B76-BE52-4B632FA2A3AE}" dt="2022-11-18T11:17:08.639" v="243" actId="1076"/>
          <ac:spMkLst>
            <pc:docMk/>
            <pc:sldMk cId="1130214608" sldId="1164"/>
            <ac:spMk id="5" creationId="{8B645CE2-C5AE-7298-AAAC-01C8886E75D1}"/>
          </ac:spMkLst>
        </pc:spChg>
        <pc:spChg chg="mod">
          <ac:chgData name="이정주" userId="S::coooooomet@o365.skku.edu::8fa6c15d-0fcd-49c2-903d-7e66d1593aa6" providerId="AD" clId="Web-{668729DD-EE4E-4B76-BE52-4B632FA2A3AE}" dt="2022-11-18T11:17:14.421" v="244" actId="1076"/>
          <ac:spMkLst>
            <pc:docMk/>
            <pc:sldMk cId="1130214608" sldId="1164"/>
            <ac:spMk id="8" creationId="{2BA26E60-A6F5-14CB-BBC5-D666D3971CA6}"/>
          </ac:spMkLst>
        </pc:spChg>
      </pc:sldChg>
      <pc:sldChg chg="modSp">
        <pc:chgData name="이정주" userId="S::coooooomet@o365.skku.edu::8fa6c15d-0fcd-49c2-903d-7e66d1593aa6" providerId="AD" clId="Web-{668729DD-EE4E-4B76-BE52-4B632FA2A3AE}" dt="2022-11-18T11:29:13.960" v="488" actId="1076"/>
        <pc:sldMkLst>
          <pc:docMk/>
          <pc:sldMk cId="2794005799" sldId="1180"/>
        </pc:sldMkLst>
        <pc:spChg chg="mod">
          <ac:chgData name="이정주" userId="S::coooooomet@o365.skku.edu::8fa6c15d-0fcd-49c2-903d-7e66d1593aa6" providerId="AD" clId="Web-{668729DD-EE4E-4B76-BE52-4B632FA2A3AE}" dt="2022-11-18T11:28:41.161" v="474" actId="14100"/>
          <ac:spMkLst>
            <pc:docMk/>
            <pc:sldMk cId="2794005799" sldId="1180"/>
            <ac:spMk id="14" creationId="{419B7350-CDA8-3588-A035-E561B148E45D}"/>
          </ac:spMkLst>
        </pc:spChg>
        <pc:spChg chg="mod">
          <ac:chgData name="이정주" userId="S::coooooomet@o365.skku.edu::8fa6c15d-0fcd-49c2-903d-7e66d1593aa6" providerId="AD" clId="Web-{668729DD-EE4E-4B76-BE52-4B632FA2A3AE}" dt="2022-11-18T11:29:13.960" v="488" actId="1076"/>
          <ac:spMkLst>
            <pc:docMk/>
            <pc:sldMk cId="2794005799" sldId="1180"/>
            <ac:spMk id="15" creationId="{FEB123B9-6E64-026E-DD2F-D32BFD73F7C5}"/>
          </ac:spMkLst>
        </pc:spChg>
        <pc:picChg chg="mod">
          <ac:chgData name="이정주" userId="S::coooooomet@o365.skku.edu::8fa6c15d-0fcd-49c2-903d-7e66d1593aa6" providerId="AD" clId="Web-{668729DD-EE4E-4B76-BE52-4B632FA2A3AE}" dt="2022-11-18T11:28:32.380" v="472" actId="1076"/>
          <ac:picMkLst>
            <pc:docMk/>
            <pc:sldMk cId="2794005799" sldId="1180"/>
            <ac:picMk id="13" creationId="{7A7B43FB-0A9D-3837-5B4D-5952A9212AEB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25:05.002" v="414" actId="20577"/>
        <pc:sldMkLst>
          <pc:docMk/>
          <pc:sldMk cId="2714138445" sldId="1184"/>
        </pc:sldMkLst>
        <pc:spChg chg="mod">
          <ac:chgData name="이정주" userId="S::coooooomet@o365.skku.edu::8fa6c15d-0fcd-49c2-903d-7e66d1593aa6" providerId="AD" clId="Web-{668729DD-EE4E-4B76-BE52-4B632FA2A3AE}" dt="2022-11-18T11:25:05.002" v="414" actId="20577"/>
          <ac:spMkLst>
            <pc:docMk/>
            <pc:sldMk cId="2714138445" sldId="1184"/>
            <ac:spMk id="9" creationId="{FE5C522E-15DD-0D6C-EFB5-002EBA377B39}"/>
          </ac:spMkLst>
        </pc:spChg>
        <pc:picChg chg="mod">
          <ac:chgData name="이정주" userId="S::coooooomet@o365.skku.edu::8fa6c15d-0fcd-49c2-903d-7e66d1593aa6" providerId="AD" clId="Web-{668729DD-EE4E-4B76-BE52-4B632FA2A3AE}" dt="2022-11-18T11:24:59.705" v="412" actId="1076"/>
          <ac:picMkLst>
            <pc:docMk/>
            <pc:sldMk cId="2714138445" sldId="1184"/>
            <ac:picMk id="5" creationId="{AF976180-CF0E-D445-A257-19F8D36EC3C8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19:18.663" v="283" actId="1076"/>
        <pc:sldMkLst>
          <pc:docMk/>
          <pc:sldMk cId="208020359" sldId="1197"/>
        </pc:sldMkLst>
        <pc:spChg chg="mod">
          <ac:chgData name="이정주" userId="S::coooooomet@o365.skku.edu::8fa6c15d-0fcd-49c2-903d-7e66d1593aa6" providerId="AD" clId="Web-{668729DD-EE4E-4B76-BE52-4B632FA2A3AE}" dt="2022-11-18T11:19:14.475" v="281" actId="1076"/>
          <ac:spMkLst>
            <pc:docMk/>
            <pc:sldMk cId="208020359" sldId="1197"/>
            <ac:spMk id="7" creationId="{EBF99C1F-C2F5-5CFD-3841-846E1EC8FA49}"/>
          </ac:spMkLst>
        </pc:spChg>
        <pc:spChg chg="mod">
          <ac:chgData name="이정주" userId="S::coooooomet@o365.skku.edu::8fa6c15d-0fcd-49c2-903d-7e66d1593aa6" providerId="AD" clId="Web-{668729DD-EE4E-4B76-BE52-4B632FA2A3AE}" dt="2022-11-18T11:19:18.663" v="283" actId="1076"/>
          <ac:spMkLst>
            <pc:docMk/>
            <pc:sldMk cId="208020359" sldId="1197"/>
            <ac:spMk id="9" creationId="{FE5C522E-15DD-0D6C-EFB5-002EBA377B39}"/>
          </ac:spMkLst>
        </pc:spChg>
        <pc:picChg chg="mod">
          <ac:chgData name="이정주" userId="S::coooooomet@o365.skku.edu::8fa6c15d-0fcd-49c2-903d-7e66d1593aa6" providerId="AD" clId="Web-{668729DD-EE4E-4B76-BE52-4B632FA2A3AE}" dt="2022-11-18T11:19:14.459" v="280" actId="1076"/>
          <ac:picMkLst>
            <pc:docMk/>
            <pc:sldMk cId="208020359" sldId="1197"/>
            <ac:picMk id="5" creationId="{C2DDF949-8C6A-E5A2-E5C5-28CAFC18117E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23:56.201" v="378" actId="20577"/>
        <pc:sldMkLst>
          <pc:docMk/>
          <pc:sldMk cId="2005095287" sldId="1198"/>
        </pc:sldMkLst>
        <pc:spChg chg="mod">
          <ac:chgData name="이정주" userId="S::coooooomet@o365.skku.edu::8fa6c15d-0fcd-49c2-903d-7e66d1593aa6" providerId="AD" clId="Web-{668729DD-EE4E-4B76-BE52-4B632FA2A3AE}" dt="2022-11-18T11:23:56.201" v="378" actId="20577"/>
          <ac:spMkLst>
            <pc:docMk/>
            <pc:sldMk cId="2005095287" sldId="1198"/>
            <ac:spMk id="5" creationId="{B9C32104-AE5B-20C2-DBA9-2A2E6CFA39B0}"/>
          </ac:spMkLst>
        </pc:spChg>
        <pc:spChg chg="mod">
          <ac:chgData name="이정주" userId="S::coooooomet@o365.skku.edu::8fa6c15d-0fcd-49c2-903d-7e66d1593aa6" providerId="AD" clId="Web-{668729DD-EE4E-4B76-BE52-4B632FA2A3AE}" dt="2022-11-18T11:20:04.087" v="291" actId="14100"/>
          <ac:spMkLst>
            <pc:docMk/>
            <pc:sldMk cId="2005095287" sldId="1198"/>
            <ac:spMk id="7" creationId="{EBF99C1F-C2F5-5CFD-3841-846E1EC8FA49}"/>
          </ac:spMkLst>
        </pc:spChg>
        <pc:spChg chg="mod">
          <ac:chgData name="이정주" userId="S::coooooomet@o365.skku.edu::8fa6c15d-0fcd-49c2-903d-7e66d1593aa6" providerId="AD" clId="Web-{668729DD-EE4E-4B76-BE52-4B632FA2A3AE}" dt="2022-11-18T11:21:48.349" v="322" actId="1076"/>
          <ac:spMkLst>
            <pc:docMk/>
            <pc:sldMk cId="2005095287" sldId="1198"/>
            <ac:spMk id="8" creationId="{B1CF21C6-0AF1-CE11-4159-6CBE56460BA6}"/>
          </ac:spMkLst>
        </pc:spChg>
        <pc:spChg chg="mod">
          <ac:chgData name="이정주" userId="S::coooooomet@o365.skku.edu::8fa6c15d-0fcd-49c2-903d-7e66d1593aa6" providerId="AD" clId="Web-{668729DD-EE4E-4B76-BE52-4B632FA2A3AE}" dt="2022-11-18T11:23:50.451" v="376" actId="20577"/>
          <ac:spMkLst>
            <pc:docMk/>
            <pc:sldMk cId="2005095287" sldId="1198"/>
            <ac:spMk id="9" creationId="{FE5C522E-15DD-0D6C-EFB5-002EBA377B39}"/>
          </ac:spMkLst>
        </pc:spChg>
        <pc:spChg chg="mod">
          <ac:chgData name="이정주" userId="S::coooooomet@o365.skku.edu::8fa6c15d-0fcd-49c2-903d-7e66d1593aa6" providerId="AD" clId="Web-{668729DD-EE4E-4B76-BE52-4B632FA2A3AE}" dt="2022-11-18T11:19:51.337" v="288" actId="1076"/>
          <ac:spMkLst>
            <pc:docMk/>
            <pc:sldMk cId="2005095287" sldId="1198"/>
            <ac:spMk id="10" creationId="{7193CC76-DBAF-4025-915F-A45F87BC8A53}"/>
          </ac:spMkLst>
        </pc:spChg>
        <pc:spChg chg="mod">
          <ac:chgData name="이정주" userId="S::coooooomet@o365.skku.edu::8fa6c15d-0fcd-49c2-903d-7e66d1593aa6" providerId="AD" clId="Web-{668729DD-EE4E-4B76-BE52-4B632FA2A3AE}" dt="2022-11-18T11:20:39.871" v="304" actId="1076"/>
          <ac:spMkLst>
            <pc:docMk/>
            <pc:sldMk cId="2005095287" sldId="1198"/>
            <ac:spMk id="11" creationId="{67290670-DE08-DCE9-995D-D1F3D3AB8B80}"/>
          </ac:spMkLst>
        </pc:spChg>
        <pc:spChg chg="mod">
          <ac:chgData name="이정주" userId="S::coooooomet@o365.skku.edu::8fa6c15d-0fcd-49c2-903d-7e66d1593aa6" providerId="AD" clId="Web-{668729DD-EE4E-4B76-BE52-4B632FA2A3AE}" dt="2022-11-18T11:23:53.060" v="377" actId="20577"/>
          <ac:spMkLst>
            <pc:docMk/>
            <pc:sldMk cId="2005095287" sldId="1198"/>
            <ac:spMk id="14" creationId="{AF82B550-C509-E9AE-5ADC-3D5374D5EB88}"/>
          </ac:spMkLst>
        </pc:spChg>
        <pc:spChg chg="mod">
          <ac:chgData name="이정주" userId="S::coooooomet@o365.skku.edu::8fa6c15d-0fcd-49c2-903d-7e66d1593aa6" providerId="AD" clId="Web-{668729DD-EE4E-4B76-BE52-4B632FA2A3AE}" dt="2022-11-18T11:21:36.328" v="320" actId="14100"/>
          <ac:spMkLst>
            <pc:docMk/>
            <pc:sldMk cId="2005095287" sldId="1198"/>
            <ac:spMk id="15" creationId="{BFF1E59F-03BE-E104-4C43-2BDF1F1B398F}"/>
          </ac:spMkLst>
        </pc:spChg>
        <pc:picChg chg="mod">
          <ac:chgData name="이정주" userId="S::coooooomet@o365.skku.edu::8fa6c15d-0fcd-49c2-903d-7e66d1593aa6" providerId="AD" clId="Web-{668729DD-EE4E-4B76-BE52-4B632FA2A3AE}" dt="2022-11-18T11:21:48.334" v="321" actId="1076"/>
          <ac:picMkLst>
            <pc:docMk/>
            <pc:sldMk cId="2005095287" sldId="1198"/>
            <ac:picMk id="4" creationId="{0B984E52-8848-E182-AE66-CC978525EB0D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27:51.090" v="453" actId="1076"/>
        <pc:sldMkLst>
          <pc:docMk/>
          <pc:sldMk cId="2646220143" sldId="1200"/>
        </pc:sldMkLst>
        <pc:spChg chg="mod">
          <ac:chgData name="이정주" userId="S::coooooomet@o365.skku.edu::8fa6c15d-0fcd-49c2-903d-7e66d1593aa6" providerId="AD" clId="Web-{668729DD-EE4E-4B76-BE52-4B632FA2A3AE}" dt="2022-11-18T11:27:33.511" v="449" actId="1076"/>
          <ac:spMkLst>
            <pc:docMk/>
            <pc:sldMk cId="2646220143" sldId="1200"/>
            <ac:spMk id="4" creationId="{6079B53E-431A-F7F5-9EA3-61275885F5E3}"/>
          </ac:spMkLst>
        </pc:spChg>
        <pc:spChg chg="mod">
          <ac:chgData name="이정주" userId="S::coooooomet@o365.skku.edu::8fa6c15d-0fcd-49c2-903d-7e66d1593aa6" providerId="AD" clId="Web-{668729DD-EE4E-4B76-BE52-4B632FA2A3AE}" dt="2022-11-18T11:27:28.917" v="448" actId="14100"/>
          <ac:spMkLst>
            <pc:docMk/>
            <pc:sldMk cId="2646220143" sldId="1200"/>
            <ac:spMk id="8" creationId="{ACE736FC-610B-D778-03CB-A6F0BF025A88}"/>
          </ac:spMkLst>
        </pc:spChg>
        <pc:spChg chg="mod">
          <ac:chgData name="이정주" userId="S::coooooomet@o365.skku.edu::8fa6c15d-0fcd-49c2-903d-7e66d1593aa6" providerId="AD" clId="Web-{668729DD-EE4E-4B76-BE52-4B632FA2A3AE}" dt="2022-11-18T11:27:51.090" v="453" actId="1076"/>
          <ac:spMkLst>
            <pc:docMk/>
            <pc:sldMk cId="2646220143" sldId="1200"/>
            <ac:spMk id="10" creationId="{E2ED4CA2-B018-39A7-449B-D48134D37CCF}"/>
          </ac:spMkLst>
        </pc:spChg>
        <pc:spChg chg="mod">
          <ac:chgData name="이정주" userId="S::coooooomet@o365.skku.edu::8fa6c15d-0fcd-49c2-903d-7e66d1593aa6" providerId="AD" clId="Web-{668729DD-EE4E-4B76-BE52-4B632FA2A3AE}" dt="2022-11-18T11:27:47.262" v="452" actId="1076"/>
          <ac:spMkLst>
            <pc:docMk/>
            <pc:sldMk cId="2646220143" sldId="1200"/>
            <ac:spMk id="11" creationId="{CF8F4297-C96E-1F8C-28F8-9AE9C4D8A856}"/>
          </ac:spMkLst>
        </pc:spChg>
        <pc:picChg chg="mod">
          <ac:chgData name="이정주" userId="S::coooooomet@o365.skku.edu::8fa6c15d-0fcd-49c2-903d-7e66d1593aa6" providerId="AD" clId="Web-{668729DD-EE4E-4B76-BE52-4B632FA2A3AE}" dt="2022-11-18T11:27:20.041" v="445" actId="1076"/>
          <ac:picMkLst>
            <pc:docMk/>
            <pc:sldMk cId="2646220143" sldId="1200"/>
            <ac:picMk id="9" creationId="{A50F7BCE-6221-1C72-A348-7B51E5583975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05:03.500" v="35" actId="20577"/>
        <pc:sldMkLst>
          <pc:docMk/>
          <pc:sldMk cId="3350680917" sldId="1204"/>
        </pc:sldMkLst>
        <pc:spChg chg="mod">
          <ac:chgData name="이정주" userId="S::coooooomet@o365.skku.edu::8fa6c15d-0fcd-49c2-903d-7e66d1593aa6" providerId="AD" clId="Web-{668729DD-EE4E-4B76-BE52-4B632FA2A3AE}" dt="2022-11-18T11:05:03.500" v="35" actId="20577"/>
          <ac:spMkLst>
            <pc:docMk/>
            <pc:sldMk cId="3350680917" sldId="1204"/>
            <ac:spMk id="8" creationId="{2BA26E60-A6F5-14CB-BBC5-D666D3971CA6}"/>
          </ac:spMkLst>
        </pc:spChg>
      </pc:sldChg>
      <pc:sldChg chg="modSp">
        <pc:chgData name="이정주" userId="S::coooooomet@o365.skku.edu::8fa6c15d-0fcd-49c2-903d-7e66d1593aa6" providerId="AD" clId="Web-{668729DD-EE4E-4B76-BE52-4B632FA2A3AE}" dt="2022-11-18T11:06:27.740" v="58" actId="1076"/>
        <pc:sldMkLst>
          <pc:docMk/>
          <pc:sldMk cId="680465729" sldId="1205"/>
        </pc:sldMkLst>
        <pc:spChg chg="mod">
          <ac:chgData name="이정주" userId="S::coooooomet@o365.skku.edu::8fa6c15d-0fcd-49c2-903d-7e66d1593aa6" providerId="AD" clId="Web-{668729DD-EE4E-4B76-BE52-4B632FA2A3AE}" dt="2022-11-18T11:06:25.989" v="57" actId="14100"/>
          <ac:spMkLst>
            <pc:docMk/>
            <pc:sldMk cId="680465729" sldId="1205"/>
            <ac:spMk id="5" creationId="{8B645CE2-C5AE-7298-AAAC-01C8886E75D1}"/>
          </ac:spMkLst>
        </pc:spChg>
        <pc:spChg chg="mod">
          <ac:chgData name="이정주" userId="S::coooooomet@o365.skku.edu::8fa6c15d-0fcd-49c2-903d-7e66d1593aa6" providerId="AD" clId="Web-{668729DD-EE4E-4B76-BE52-4B632FA2A3AE}" dt="2022-11-18T11:06:27.740" v="58" actId="1076"/>
          <ac:spMkLst>
            <pc:docMk/>
            <pc:sldMk cId="680465729" sldId="1205"/>
            <ac:spMk id="8" creationId="{2BA26E60-A6F5-14CB-BBC5-D666D3971CA6}"/>
          </ac:spMkLst>
        </pc:spChg>
        <pc:picChg chg="mod">
          <ac:chgData name="이정주" userId="S::coooooomet@o365.skku.edu::8fa6c15d-0fcd-49c2-903d-7e66d1593aa6" providerId="AD" clId="Web-{668729DD-EE4E-4B76-BE52-4B632FA2A3AE}" dt="2022-11-18T11:06:07.613" v="50"/>
          <ac:picMkLst>
            <pc:docMk/>
            <pc:sldMk cId="680465729" sldId="1205"/>
            <ac:picMk id="9" creationId="{164B6348-0916-B03C-A5A5-89F70EFD5E70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07:18.172" v="72" actId="20577"/>
        <pc:sldMkLst>
          <pc:docMk/>
          <pc:sldMk cId="3781746270" sldId="1206"/>
        </pc:sldMkLst>
        <pc:spChg chg="mod">
          <ac:chgData name="이정주" userId="S::coooooomet@o365.skku.edu::8fa6c15d-0fcd-49c2-903d-7e66d1593aa6" providerId="AD" clId="Web-{668729DD-EE4E-4B76-BE52-4B632FA2A3AE}" dt="2022-11-18T11:07:02.210" v="68" actId="14100"/>
          <ac:spMkLst>
            <pc:docMk/>
            <pc:sldMk cId="3781746270" sldId="1206"/>
            <ac:spMk id="5" creationId="{8B645CE2-C5AE-7298-AAAC-01C8886E75D1}"/>
          </ac:spMkLst>
        </pc:spChg>
        <pc:spChg chg="mod">
          <ac:chgData name="이정주" userId="S::coooooomet@o365.skku.edu::8fa6c15d-0fcd-49c2-903d-7e66d1593aa6" providerId="AD" clId="Web-{668729DD-EE4E-4B76-BE52-4B632FA2A3AE}" dt="2022-11-18T11:07:18.172" v="72" actId="20577"/>
          <ac:spMkLst>
            <pc:docMk/>
            <pc:sldMk cId="3781746270" sldId="1206"/>
            <ac:spMk id="8" creationId="{2BA26E60-A6F5-14CB-BBC5-D666D3971CA6}"/>
          </ac:spMkLst>
        </pc:spChg>
        <pc:picChg chg="mod">
          <ac:chgData name="이정주" userId="S::coooooomet@o365.skku.edu::8fa6c15d-0fcd-49c2-903d-7e66d1593aa6" providerId="AD" clId="Web-{668729DD-EE4E-4B76-BE52-4B632FA2A3AE}" dt="2022-11-18T11:06:43.444" v="62" actId="1076"/>
          <ac:picMkLst>
            <pc:docMk/>
            <pc:sldMk cId="3781746270" sldId="1206"/>
            <ac:picMk id="12" creationId="{248EEF2C-10E6-5CC0-D5CA-E547A5A5E3EE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11:21.614" v="152" actId="1076"/>
        <pc:sldMkLst>
          <pc:docMk/>
          <pc:sldMk cId="3445288303" sldId="1207"/>
        </pc:sldMkLst>
        <pc:spChg chg="mod">
          <ac:chgData name="이정주" userId="S::coooooomet@o365.skku.edu::8fa6c15d-0fcd-49c2-903d-7e66d1593aa6" providerId="AD" clId="Web-{668729DD-EE4E-4B76-BE52-4B632FA2A3AE}" dt="2022-11-18T11:07:59.971" v="80" actId="1076"/>
          <ac:spMkLst>
            <pc:docMk/>
            <pc:sldMk cId="3445288303" sldId="1207"/>
            <ac:spMk id="5" creationId="{8B645CE2-C5AE-7298-AAAC-01C8886E75D1}"/>
          </ac:spMkLst>
        </pc:spChg>
        <pc:spChg chg="mod">
          <ac:chgData name="이정주" userId="S::coooooomet@o365.skku.edu::8fa6c15d-0fcd-49c2-903d-7e66d1593aa6" providerId="AD" clId="Web-{668729DD-EE4E-4B76-BE52-4B632FA2A3AE}" dt="2022-11-18T11:10:48.799" v="145" actId="20577"/>
          <ac:spMkLst>
            <pc:docMk/>
            <pc:sldMk cId="3445288303" sldId="1207"/>
            <ac:spMk id="16" creationId="{7EA0C412-EB83-6970-75BB-36276C82F35C}"/>
          </ac:spMkLst>
        </pc:spChg>
        <pc:spChg chg="mod">
          <ac:chgData name="이정주" userId="S::coooooomet@o365.skku.edu::8fa6c15d-0fcd-49c2-903d-7e66d1593aa6" providerId="AD" clId="Web-{668729DD-EE4E-4B76-BE52-4B632FA2A3AE}" dt="2022-11-18T11:08:18.099" v="90" actId="1076"/>
          <ac:spMkLst>
            <pc:docMk/>
            <pc:sldMk cId="3445288303" sldId="1207"/>
            <ac:spMk id="18" creationId="{4BB42E66-4436-274F-2242-B69D4B048904}"/>
          </ac:spMkLst>
        </pc:spChg>
        <pc:spChg chg="mod">
          <ac:chgData name="이정주" userId="S::coooooomet@o365.skku.edu::8fa6c15d-0fcd-49c2-903d-7e66d1593aa6" providerId="AD" clId="Web-{668729DD-EE4E-4B76-BE52-4B632FA2A3AE}" dt="2022-11-18T11:11:21.614" v="152" actId="1076"/>
          <ac:spMkLst>
            <pc:docMk/>
            <pc:sldMk cId="3445288303" sldId="1207"/>
            <ac:spMk id="19" creationId="{723284F7-8A55-89FE-BEF6-FC6484B28FF4}"/>
          </ac:spMkLst>
        </pc:spChg>
        <pc:picChg chg="mod">
          <ac:chgData name="이정주" userId="S::coooooomet@o365.skku.edu::8fa6c15d-0fcd-49c2-903d-7e66d1593aa6" providerId="AD" clId="Web-{668729DD-EE4E-4B76-BE52-4B632FA2A3AE}" dt="2022-11-18T11:08:00.065" v="85" actId="1076"/>
          <ac:picMkLst>
            <pc:docMk/>
            <pc:sldMk cId="3445288303" sldId="1207"/>
            <ac:picMk id="10" creationId="{02CB0D98-292C-402F-B540-054659F5B392}"/>
          </ac:picMkLst>
        </pc:picChg>
        <pc:picChg chg="mod">
          <ac:chgData name="이정주" userId="S::coooooomet@o365.skku.edu::8fa6c15d-0fcd-49c2-903d-7e66d1593aa6" providerId="AD" clId="Web-{668729DD-EE4E-4B76-BE52-4B632FA2A3AE}" dt="2022-11-18T11:08:00.002" v="82" actId="1076"/>
          <ac:picMkLst>
            <pc:docMk/>
            <pc:sldMk cId="3445288303" sldId="1207"/>
            <ac:picMk id="17" creationId="{DDB1029A-B754-848A-2836-F9B41B8DCD5E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14:09.722" v="188" actId="1076"/>
        <pc:sldMkLst>
          <pc:docMk/>
          <pc:sldMk cId="1128735190" sldId="1208"/>
        </pc:sldMkLst>
        <pc:spChg chg="mod">
          <ac:chgData name="이정주" userId="S::coooooomet@o365.skku.edu::8fa6c15d-0fcd-49c2-903d-7e66d1593aa6" providerId="AD" clId="Web-{668729DD-EE4E-4B76-BE52-4B632FA2A3AE}" dt="2022-11-18T11:12:47.702" v="168" actId="1076"/>
          <ac:spMkLst>
            <pc:docMk/>
            <pc:sldMk cId="1128735190" sldId="1208"/>
            <ac:spMk id="8" creationId="{CB1A5ED0-0F78-2095-F050-2B77D8527E32}"/>
          </ac:spMkLst>
        </pc:spChg>
        <pc:spChg chg="mod">
          <ac:chgData name="이정주" userId="S::coooooomet@o365.skku.edu::8fa6c15d-0fcd-49c2-903d-7e66d1593aa6" providerId="AD" clId="Web-{668729DD-EE4E-4B76-BE52-4B632FA2A3AE}" dt="2022-11-18T11:13:27.392" v="175" actId="1076"/>
          <ac:spMkLst>
            <pc:docMk/>
            <pc:sldMk cId="1128735190" sldId="1208"/>
            <ac:spMk id="9" creationId="{3E6A7F77-1B42-9D9D-0256-C032CFB053FC}"/>
          </ac:spMkLst>
        </pc:spChg>
        <pc:spChg chg="mod">
          <ac:chgData name="이정주" userId="S::coooooomet@o365.skku.edu::8fa6c15d-0fcd-49c2-903d-7e66d1593aa6" providerId="AD" clId="Web-{668729DD-EE4E-4B76-BE52-4B632FA2A3AE}" dt="2022-11-18T11:13:14.922" v="173" actId="14100"/>
          <ac:spMkLst>
            <pc:docMk/>
            <pc:sldMk cId="1128735190" sldId="1208"/>
            <ac:spMk id="15" creationId="{ED73F063-BA75-EF66-FE5E-7C4AF2B591F9}"/>
          </ac:spMkLst>
        </pc:spChg>
        <pc:spChg chg="mod">
          <ac:chgData name="이정주" userId="S::coooooomet@o365.skku.edu::8fa6c15d-0fcd-49c2-903d-7e66d1593aa6" providerId="AD" clId="Web-{668729DD-EE4E-4B76-BE52-4B632FA2A3AE}" dt="2022-11-18T11:12:47.592" v="158" actId="1076"/>
          <ac:spMkLst>
            <pc:docMk/>
            <pc:sldMk cId="1128735190" sldId="1208"/>
            <ac:spMk id="18" creationId="{4BB42E66-4436-274F-2242-B69D4B048904}"/>
          </ac:spMkLst>
        </pc:spChg>
        <pc:spChg chg="mod">
          <ac:chgData name="이정주" userId="S::coooooomet@o365.skku.edu::8fa6c15d-0fcd-49c2-903d-7e66d1593aa6" providerId="AD" clId="Web-{668729DD-EE4E-4B76-BE52-4B632FA2A3AE}" dt="2022-11-18T11:14:09.722" v="188" actId="1076"/>
          <ac:spMkLst>
            <pc:docMk/>
            <pc:sldMk cId="1128735190" sldId="1208"/>
            <ac:spMk id="19" creationId="{723284F7-8A55-89FE-BEF6-FC6484B28FF4}"/>
          </ac:spMkLst>
        </pc:spChg>
        <pc:spChg chg="mod">
          <ac:chgData name="이정주" userId="S::coooooomet@o365.skku.edu::8fa6c15d-0fcd-49c2-903d-7e66d1593aa6" providerId="AD" clId="Web-{668729DD-EE4E-4B76-BE52-4B632FA2A3AE}" dt="2022-11-18T11:13:21.454" v="174" actId="1076"/>
          <ac:spMkLst>
            <pc:docMk/>
            <pc:sldMk cId="1128735190" sldId="1208"/>
            <ac:spMk id="20" creationId="{A76432A4-E1C9-62C3-B471-ADCB2168F7B9}"/>
          </ac:spMkLst>
        </pc:spChg>
        <pc:spChg chg="mod">
          <ac:chgData name="이정주" userId="S::coooooomet@o365.skku.edu::8fa6c15d-0fcd-49c2-903d-7e66d1593aa6" providerId="AD" clId="Web-{668729DD-EE4E-4B76-BE52-4B632FA2A3AE}" dt="2022-11-18T11:12:47.670" v="164" actId="1076"/>
          <ac:spMkLst>
            <pc:docMk/>
            <pc:sldMk cId="1128735190" sldId="1208"/>
            <ac:spMk id="23" creationId="{7D0F566D-4212-7739-FE9D-7753DA225E8B}"/>
          </ac:spMkLst>
        </pc:spChg>
        <pc:spChg chg="mod">
          <ac:chgData name="이정주" userId="S::coooooomet@o365.skku.edu::8fa6c15d-0fcd-49c2-903d-7e66d1593aa6" providerId="AD" clId="Web-{668729DD-EE4E-4B76-BE52-4B632FA2A3AE}" dt="2022-11-18T11:13:49.518" v="181" actId="1076"/>
          <ac:spMkLst>
            <pc:docMk/>
            <pc:sldMk cId="1128735190" sldId="1208"/>
            <ac:spMk id="24" creationId="{7CE0F74E-D894-E577-2011-93CD81F5F2B9}"/>
          </ac:spMkLst>
        </pc:spChg>
        <pc:spChg chg="mod">
          <ac:chgData name="이정주" userId="S::coooooomet@o365.skku.edu::8fa6c15d-0fcd-49c2-903d-7e66d1593aa6" providerId="AD" clId="Web-{668729DD-EE4E-4B76-BE52-4B632FA2A3AE}" dt="2022-11-18T11:12:55.874" v="170" actId="14100"/>
          <ac:spMkLst>
            <pc:docMk/>
            <pc:sldMk cId="1128735190" sldId="1208"/>
            <ac:spMk id="25" creationId="{01B97017-8A82-EA83-AF52-59C6636E7296}"/>
          </ac:spMkLst>
        </pc:spChg>
        <pc:spChg chg="mod">
          <ac:chgData name="이정주" userId="S::coooooomet@o365.skku.edu::8fa6c15d-0fcd-49c2-903d-7e66d1593aa6" providerId="AD" clId="Web-{668729DD-EE4E-4B76-BE52-4B632FA2A3AE}" dt="2022-11-18T11:12:58.952" v="171" actId="1076"/>
          <ac:spMkLst>
            <pc:docMk/>
            <pc:sldMk cId="1128735190" sldId="1208"/>
            <ac:spMk id="26" creationId="{3E1A02A4-16A8-FBAC-B8C2-920E06623681}"/>
          </ac:spMkLst>
        </pc:spChg>
        <pc:picChg chg="mod">
          <ac:chgData name="이정주" userId="S::coooooomet@o365.skku.edu::8fa6c15d-0fcd-49c2-903d-7e66d1593aa6" providerId="AD" clId="Web-{668729DD-EE4E-4B76-BE52-4B632FA2A3AE}" dt="2022-11-18T11:12:47.624" v="160" actId="1076"/>
          <ac:picMkLst>
            <pc:docMk/>
            <pc:sldMk cId="1128735190" sldId="1208"/>
            <ac:picMk id="7" creationId="{AE8E4F09-58AD-7C5E-B0BC-5B20D5981CFD}"/>
          </ac:picMkLst>
        </pc:picChg>
        <pc:picChg chg="mod">
          <ac:chgData name="이정주" userId="S::coooooomet@o365.skku.edu::8fa6c15d-0fcd-49c2-903d-7e66d1593aa6" providerId="AD" clId="Web-{668729DD-EE4E-4B76-BE52-4B632FA2A3AE}" dt="2022-11-18T11:12:47.577" v="157" actId="1076"/>
          <ac:picMkLst>
            <pc:docMk/>
            <pc:sldMk cId="1128735190" sldId="1208"/>
            <ac:picMk id="14" creationId="{7E56BFC3-4236-6832-B787-7656A2E94C7B}"/>
          </ac:picMkLst>
        </pc:picChg>
        <pc:picChg chg="mod">
          <ac:chgData name="이정주" userId="S::coooooomet@o365.skku.edu::8fa6c15d-0fcd-49c2-903d-7e66d1593aa6" providerId="AD" clId="Web-{668729DD-EE4E-4B76-BE52-4B632FA2A3AE}" dt="2022-11-18T11:12:47.655" v="163" actId="1076"/>
          <ac:picMkLst>
            <pc:docMk/>
            <pc:sldMk cId="1128735190" sldId="1208"/>
            <ac:picMk id="22" creationId="{F8E73184-1E05-3E28-D0C1-4FB9D6AF827F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15:53.416" v="201"/>
        <pc:sldMkLst>
          <pc:docMk/>
          <pc:sldMk cId="3263964017" sldId="1209"/>
        </pc:sldMkLst>
        <pc:spChg chg="mod">
          <ac:chgData name="이정주" userId="S::coooooomet@o365.skku.edu::8fa6c15d-0fcd-49c2-903d-7e66d1593aa6" providerId="AD" clId="Web-{668729DD-EE4E-4B76-BE52-4B632FA2A3AE}" dt="2022-11-18T11:15:05.835" v="197" actId="20577"/>
          <ac:spMkLst>
            <pc:docMk/>
            <pc:sldMk cId="3263964017" sldId="1209"/>
            <ac:spMk id="9" creationId="{3E6A7F77-1B42-9D9D-0256-C032CFB053FC}"/>
          </ac:spMkLst>
        </pc:spChg>
        <pc:spChg chg="mod">
          <ac:chgData name="이정주" userId="S::coooooomet@o365.skku.edu::8fa6c15d-0fcd-49c2-903d-7e66d1593aa6" providerId="AD" clId="Web-{668729DD-EE4E-4B76-BE52-4B632FA2A3AE}" dt="2022-11-18T11:14:34.943" v="193" actId="1076"/>
          <ac:spMkLst>
            <pc:docMk/>
            <pc:sldMk cId="3263964017" sldId="1209"/>
            <ac:spMk id="15" creationId="{ED73F063-BA75-EF66-FE5E-7C4AF2B591F9}"/>
          </ac:spMkLst>
        </pc:spChg>
        <pc:spChg chg="mod">
          <ac:chgData name="이정주" userId="S::coooooomet@o365.skku.edu::8fa6c15d-0fcd-49c2-903d-7e66d1593aa6" providerId="AD" clId="Web-{668729DD-EE4E-4B76-BE52-4B632FA2A3AE}" dt="2022-11-18T11:14:34.943" v="194" actId="1076"/>
          <ac:spMkLst>
            <pc:docMk/>
            <pc:sldMk cId="3263964017" sldId="1209"/>
            <ac:spMk id="20" creationId="{A76432A4-E1C9-62C3-B471-ADCB2168F7B9}"/>
          </ac:spMkLst>
        </pc:spChg>
        <pc:picChg chg="mod">
          <ac:chgData name="이정주" userId="S::coooooomet@o365.skku.edu::8fa6c15d-0fcd-49c2-903d-7e66d1593aa6" providerId="AD" clId="Web-{668729DD-EE4E-4B76-BE52-4B632FA2A3AE}" dt="2022-11-18T11:14:41.318" v="195" actId="1076"/>
          <ac:picMkLst>
            <pc:docMk/>
            <pc:sldMk cId="3263964017" sldId="1209"/>
            <ac:picMk id="5" creationId="{0D6FFE61-8E3C-E541-CC3A-88BA5FF44996}"/>
          </ac:picMkLst>
        </pc:picChg>
        <pc:picChg chg="mod">
          <ac:chgData name="이정주" userId="S::coooooomet@o365.skku.edu::8fa6c15d-0fcd-49c2-903d-7e66d1593aa6" providerId="AD" clId="Web-{668729DD-EE4E-4B76-BE52-4B632FA2A3AE}" dt="2022-11-18T11:15:53.416" v="201"/>
          <ac:picMkLst>
            <pc:docMk/>
            <pc:sldMk cId="3263964017" sldId="1209"/>
            <ac:picMk id="11" creationId="{791353B4-75D7-662F-1048-9B98E78BB86E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16:50.732" v="238" actId="1076"/>
        <pc:sldMkLst>
          <pc:docMk/>
          <pc:sldMk cId="1760961455" sldId="1210"/>
        </pc:sldMkLst>
        <pc:spChg chg="mod">
          <ac:chgData name="이정주" userId="S::coooooomet@o365.skku.edu::8fa6c15d-0fcd-49c2-903d-7e66d1593aa6" providerId="AD" clId="Web-{668729DD-EE4E-4B76-BE52-4B632FA2A3AE}" dt="2022-11-18T11:16:50.732" v="237" actId="1076"/>
          <ac:spMkLst>
            <pc:docMk/>
            <pc:sldMk cId="1760961455" sldId="1210"/>
            <ac:spMk id="8" creationId="{639B0788-3961-03FB-2450-FF3C11A26164}"/>
          </ac:spMkLst>
        </pc:spChg>
        <pc:spChg chg="mod">
          <ac:chgData name="이정주" userId="S::coooooomet@o365.skku.edu::8fa6c15d-0fcd-49c2-903d-7e66d1593aa6" providerId="AD" clId="Web-{668729DD-EE4E-4B76-BE52-4B632FA2A3AE}" dt="2022-11-18T11:16:50.732" v="238" actId="1076"/>
          <ac:spMkLst>
            <pc:docMk/>
            <pc:sldMk cId="1760961455" sldId="1210"/>
            <ac:spMk id="10" creationId="{02F2B362-5234-1EE8-4F58-45CC04EB1F5B}"/>
          </ac:spMkLst>
        </pc:spChg>
        <pc:picChg chg="mod">
          <ac:chgData name="이정주" userId="S::coooooomet@o365.skku.edu::8fa6c15d-0fcd-49c2-903d-7e66d1593aa6" providerId="AD" clId="Web-{668729DD-EE4E-4B76-BE52-4B632FA2A3AE}" dt="2022-11-18T11:16:50.732" v="236" actId="1076"/>
          <ac:picMkLst>
            <pc:docMk/>
            <pc:sldMk cId="1760961455" sldId="1210"/>
            <ac:picMk id="7" creationId="{83EFA2C5-A266-8D0C-FEA2-EDA818B648BD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19:24.601" v="284" actId="14100"/>
        <pc:sldMkLst>
          <pc:docMk/>
          <pc:sldMk cId="968993514" sldId="1211"/>
        </pc:sldMkLst>
        <pc:spChg chg="mod">
          <ac:chgData name="이정주" userId="S::coooooomet@o365.skku.edu::8fa6c15d-0fcd-49c2-903d-7e66d1593aa6" providerId="AD" clId="Web-{668729DD-EE4E-4B76-BE52-4B632FA2A3AE}" dt="2022-11-18T11:19:24.601" v="284" actId="14100"/>
          <ac:spMkLst>
            <pc:docMk/>
            <pc:sldMk cId="968993514" sldId="1211"/>
            <ac:spMk id="7" creationId="{EBF99C1F-C2F5-5CFD-3841-846E1EC8FA49}"/>
          </ac:spMkLst>
        </pc:spChg>
        <pc:spChg chg="mod">
          <ac:chgData name="이정주" userId="S::coooooomet@o365.skku.edu::8fa6c15d-0fcd-49c2-903d-7e66d1593aa6" providerId="AD" clId="Web-{668729DD-EE4E-4B76-BE52-4B632FA2A3AE}" dt="2022-11-18T10:58:38.689" v="34" actId="1076"/>
          <ac:spMkLst>
            <pc:docMk/>
            <pc:sldMk cId="968993514" sldId="1211"/>
            <ac:spMk id="9" creationId="{FE5C522E-15DD-0D6C-EFB5-002EBA377B39}"/>
          </ac:spMkLst>
        </pc:spChg>
        <pc:picChg chg="mod">
          <ac:chgData name="이정주" userId="S::coooooomet@o365.skku.edu::8fa6c15d-0fcd-49c2-903d-7e66d1593aa6" providerId="AD" clId="Web-{668729DD-EE4E-4B76-BE52-4B632FA2A3AE}" dt="2022-11-18T10:58:38.674" v="32" actId="1076"/>
          <ac:picMkLst>
            <pc:docMk/>
            <pc:sldMk cId="968993514" sldId="1211"/>
            <ac:picMk id="4" creationId="{57C6791E-1F20-2837-CEF9-6640A02E3BC4}"/>
          </ac:picMkLst>
        </pc:picChg>
      </pc:sldChg>
      <pc:sldChg chg="addSp modSp">
        <pc:chgData name="이정주" userId="S::coooooomet@o365.skku.edu::8fa6c15d-0fcd-49c2-903d-7e66d1593aa6" providerId="AD" clId="Web-{668729DD-EE4E-4B76-BE52-4B632FA2A3AE}" dt="2022-11-18T11:24:25.828" v="388" actId="1076"/>
        <pc:sldMkLst>
          <pc:docMk/>
          <pc:sldMk cId="2366270402" sldId="1212"/>
        </pc:sldMkLst>
        <pc:spChg chg="add mod">
          <ac:chgData name="이정주" userId="S::coooooomet@o365.skku.edu::8fa6c15d-0fcd-49c2-903d-7e66d1593aa6" providerId="AD" clId="Web-{668729DD-EE4E-4B76-BE52-4B632FA2A3AE}" dt="2022-11-18T11:23:16.433" v="363" actId="1076"/>
          <ac:spMkLst>
            <pc:docMk/>
            <pc:sldMk cId="2366270402" sldId="1212"/>
            <ac:spMk id="4" creationId="{5115C43F-EE5F-18F9-A51E-C7864D07CC8C}"/>
          </ac:spMkLst>
        </pc:spChg>
        <pc:spChg chg="mod">
          <ac:chgData name="이정주" userId="S::coooooomet@o365.skku.edu::8fa6c15d-0fcd-49c2-903d-7e66d1593aa6" providerId="AD" clId="Web-{668729DD-EE4E-4B76-BE52-4B632FA2A3AE}" dt="2022-11-18T11:24:18.327" v="387" actId="1076"/>
          <ac:spMkLst>
            <pc:docMk/>
            <pc:sldMk cId="2366270402" sldId="1212"/>
            <ac:spMk id="8" creationId="{CB0BE3E1-6754-EE6B-F4A9-789B3768BDAB}"/>
          </ac:spMkLst>
        </pc:spChg>
        <pc:spChg chg="mod">
          <ac:chgData name="이정주" userId="S::coooooomet@o365.skku.edu::8fa6c15d-0fcd-49c2-903d-7e66d1593aa6" providerId="AD" clId="Web-{668729DD-EE4E-4B76-BE52-4B632FA2A3AE}" dt="2022-11-18T11:24:09.811" v="385" actId="20577"/>
          <ac:spMkLst>
            <pc:docMk/>
            <pc:sldMk cId="2366270402" sldId="1212"/>
            <ac:spMk id="9" creationId="{FE5C522E-15DD-0D6C-EFB5-002EBA377B39}"/>
          </ac:spMkLst>
        </pc:spChg>
        <pc:spChg chg="mod">
          <ac:chgData name="이정주" userId="S::coooooomet@o365.skku.edu::8fa6c15d-0fcd-49c2-903d-7e66d1593aa6" providerId="AD" clId="Web-{668729DD-EE4E-4B76-BE52-4B632FA2A3AE}" dt="2022-11-18T11:23:22.636" v="364" actId="1076"/>
          <ac:spMkLst>
            <pc:docMk/>
            <pc:sldMk cId="2366270402" sldId="1212"/>
            <ac:spMk id="10" creationId="{7193CC76-DBAF-4025-915F-A45F87BC8A53}"/>
          </ac:spMkLst>
        </pc:spChg>
        <pc:spChg chg="mod">
          <ac:chgData name="이정주" userId="S::coooooomet@o365.skku.edu::8fa6c15d-0fcd-49c2-903d-7e66d1593aa6" providerId="AD" clId="Web-{668729DD-EE4E-4B76-BE52-4B632FA2A3AE}" dt="2022-11-18T11:24:25.828" v="388" actId="1076"/>
          <ac:spMkLst>
            <pc:docMk/>
            <pc:sldMk cId="2366270402" sldId="1212"/>
            <ac:spMk id="11" creationId="{67290670-DE08-DCE9-995D-D1F3D3AB8B80}"/>
          </ac:spMkLst>
        </pc:spChg>
        <pc:spChg chg="mod">
          <ac:chgData name="이정주" userId="S::coooooomet@o365.skku.edu::8fa6c15d-0fcd-49c2-903d-7e66d1593aa6" providerId="AD" clId="Web-{668729DD-EE4E-4B76-BE52-4B632FA2A3AE}" dt="2022-11-18T11:24:15.186" v="386" actId="1076"/>
          <ac:spMkLst>
            <pc:docMk/>
            <pc:sldMk cId="2366270402" sldId="1212"/>
            <ac:spMk id="12" creationId="{C4803EB5-FC0F-FED8-9C5D-69AD69F877F9}"/>
          </ac:spMkLst>
        </pc:spChg>
      </pc:sldChg>
      <pc:sldChg chg="modSp">
        <pc:chgData name="이정주" userId="S::coooooomet@o365.skku.edu::8fa6c15d-0fcd-49c2-903d-7e66d1593aa6" providerId="AD" clId="Web-{668729DD-EE4E-4B76-BE52-4B632FA2A3AE}" dt="2022-11-18T11:26:59.884" v="442" actId="20577"/>
        <pc:sldMkLst>
          <pc:docMk/>
          <pc:sldMk cId="2154539393" sldId="1213"/>
        </pc:sldMkLst>
        <pc:spChg chg="mod">
          <ac:chgData name="이정주" userId="S::coooooomet@o365.skku.edu::8fa6c15d-0fcd-49c2-903d-7e66d1593aa6" providerId="AD" clId="Web-{668729DD-EE4E-4B76-BE52-4B632FA2A3AE}" dt="2022-11-18T11:26:11.350" v="430" actId="14100"/>
          <ac:spMkLst>
            <pc:docMk/>
            <pc:sldMk cId="2154539393" sldId="1213"/>
            <ac:spMk id="8" creationId="{CB0BE3E1-6754-EE6B-F4A9-789B3768BDAB}"/>
          </ac:spMkLst>
        </pc:spChg>
        <pc:spChg chg="mod">
          <ac:chgData name="이정주" userId="S::coooooomet@o365.skku.edu::8fa6c15d-0fcd-49c2-903d-7e66d1593aa6" providerId="AD" clId="Web-{668729DD-EE4E-4B76-BE52-4B632FA2A3AE}" dt="2022-11-18T11:25:30.378" v="422" actId="14100"/>
          <ac:spMkLst>
            <pc:docMk/>
            <pc:sldMk cId="2154539393" sldId="1213"/>
            <ac:spMk id="10" creationId="{7193CC76-DBAF-4025-915F-A45F87BC8A53}"/>
          </ac:spMkLst>
        </pc:spChg>
        <pc:spChg chg="mod">
          <ac:chgData name="이정주" userId="S::coooooomet@o365.skku.edu::8fa6c15d-0fcd-49c2-903d-7e66d1593aa6" providerId="AD" clId="Web-{668729DD-EE4E-4B76-BE52-4B632FA2A3AE}" dt="2022-11-18T11:26:59.884" v="442" actId="20577"/>
          <ac:spMkLst>
            <pc:docMk/>
            <pc:sldMk cId="2154539393" sldId="1213"/>
            <ac:spMk id="11" creationId="{67290670-DE08-DCE9-995D-D1F3D3AB8B80}"/>
          </ac:spMkLst>
        </pc:spChg>
        <pc:spChg chg="mod">
          <ac:chgData name="이정주" userId="S::coooooomet@o365.skku.edu::8fa6c15d-0fcd-49c2-903d-7e66d1593aa6" providerId="AD" clId="Web-{668729DD-EE4E-4B76-BE52-4B632FA2A3AE}" dt="2022-11-18T11:26:15.303" v="431" actId="1076"/>
          <ac:spMkLst>
            <pc:docMk/>
            <pc:sldMk cId="2154539393" sldId="1213"/>
            <ac:spMk id="12" creationId="{C4803EB5-FC0F-FED8-9C5D-69AD69F877F9}"/>
          </ac:spMkLst>
        </pc:spChg>
        <pc:picChg chg="mod">
          <ac:chgData name="이정주" userId="S::coooooomet@o365.skku.edu::8fa6c15d-0fcd-49c2-903d-7e66d1593aa6" providerId="AD" clId="Web-{668729DD-EE4E-4B76-BE52-4B632FA2A3AE}" dt="2022-11-18T11:25:17.706" v="415" actId="1076"/>
          <ac:picMkLst>
            <pc:docMk/>
            <pc:sldMk cId="2154539393" sldId="1213"/>
            <ac:picMk id="13" creationId="{A2AF4347-0606-4CF3-900E-374F1724D3E7}"/>
          </ac:picMkLst>
        </pc:picChg>
      </pc:sldChg>
      <pc:sldChg chg="addSp modSp">
        <pc:chgData name="이정주" userId="S::coooooomet@o365.skku.edu::8fa6c15d-0fcd-49c2-903d-7e66d1593aa6" providerId="AD" clId="Web-{668729DD-EE4E-4B76-BE52-4B632FA2A3AE}" dt="2022-11-18T11:19:03.224" v="279" actId="1076"/>
        <pc:sldMkLst>
          <pc:docMk/>
          <pc:sldMk cId="387006800" sldId="1214"/>
        </pc:sldMkLst>
        <pc:spChg chg="mod">
          <ac:chgData name="이정주" userId="S::coooooomet@o365.skku.edu::8fa6c15d-0fcd-49c2-903d-7e66d1593aa6" providerId="AD" clId="Web-{668729DD-EE4E-4B76-BE52-4B632FA2A3AE}" dt="2022-11-18T11:18:12.065" v="256" actId="1076"/>
          <ac:spMkLst>
            <pc:docMk/>
            <pc:sldMk cId="387006800" sldId="1214"/>
            <ac:spMk id="3" creationId="{00000000-0000-0000-0000-000000000000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18:21.441" v="258" actId="1076"/>
          <ac:spMkLst>
            <pc:docMk/>
            <pc:sldMk cId="387006800" sldId="1214"/>
            <ac:spMk id="5" creationId="{D80215E1-C1B0-A827-6B51-55E033C04C7D}"/>
          </ac:spMkLst>
        </pc:spChg>
        <pc:spChg chg="mod">
          <ac:chgData name="이정주" userId="S::coooooomet@o365.skku.edu::8fa6c15d-0fcd-49c2-903d-7e66d1593aa6" providerId="AD" clId="Web-{668729DD-EE4E-4B76-BE52-4B632FA2A3AE}" dt="2022-11-18T11:17:40.751" v="247" actId="14100"/>
          <ac:spMkLst>
            <pc:docMk/>
            <pc:sldMk cId="387006800" sldId="1214"/>
            <ac:spMk id="7" creationId="{EBF99C1F-C2F5-5CFD-3841-846E1EC8FA49}"/>
          </ac:spMkLst>
        </pc:spChg>
        <pc:spChg chg="mod">
          <ac:chgData name="이정주" userId="S::coooooomet@o365.skku.edu::8fa6c15d-0fcd-49c2-903d-7e66d1593aa6" providerId="AD" clId="Web-{668729DD-EE4E-4B76-BE52-4B632FA2A3AE}" dt="2022-11-18T11:18:25.378" v="260" actId="1076"/>
          <ac:spMkLst>
            <pc:docMk/>
            <pc:sldMk cId="387006800" sldId="1214"/>
            <ac:spMk id="9" creationId="{FE5C522E-15DD-0D6C-EFB5-002EBA377B39}"/>
          </ac:spMkLst>
        </pc:spChg>
        <pc:spChg chg="mod">
          <ac:chgData name="이정주" userId="S::coooooomet@o365.skku.edu::8fa6c15d-0fcd-49c2-903d-7e66d1593aa6" providerId="AD" clId="Web-{668729DD-EE4E-4B76-BE52-4B632FA2A3AE}" dt="2022-11-18T10:58:20.235" v="26" actId="1076"/>
          <ac:spMkLst>
            <pc:docMk/>
            <pc:sldMk cId="387006800" sldId="1214"/>
            <ac:spMk id="10" creationId="{0BD0FE1C-C2B2-5A3A-250F-9C0ABDB4AB10}"/>
          </ac:spMkLst>
        </pc:spChg>
        <pc:spChg chg="mod">
          <ac:chgData name="이정주" userId="S::coooooomet@o365.skku.edu::8fa6c15d-0fcd-49c2-903d-7e66d1593aa6" providerId="AD" clId="Web-{668729DD-EE4E-4B76-BE52-4B632FA2A3AE}" dt="2022-11-18T10:58:20.235" v="27" actId="1076"/>
          <ac:spMkLst>
            <pc:docMk/>
            <pc:sldMk cId="387006800" sldId="1214"/>
            <ac:spMk id="11" creationId="{C982FA1D-CD9C-174B-8CB8-82957E46628F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18:21.441" v="259" actId="1076"/>
          <ac:spMkLst>
            <pc:docMk/>
            <pc:sldMk cId="387006800" sldId="1214"/>
            <ac:spMk id="12" creationId="{DB8E7B77-8E4E-36F9-18B2-53591637A120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19:03.224" v="279" actId="1076"/>
          <ac:spMkLst>
            <pc:docMk/>
            <pc:sldMk cId="387006800" sldId="1214"/>
            <ac:spMk id="13" creationId="{80CEE24E-229E-FD75-2032-BDCA42CB3799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18:52.489" v="275" actId="1076"/>
          <ac:spMkLst>
            <pc:docMk/>
            <pc:sldMk cId="387006800" sldId="1214"/>
            <ac:spMk id="14" creationId="{D8B212CE-8102-5F44-06E3-02F2A290F1A0}"/>
          </ac:spMkLst>
        </pc:spChg>
        <pc:picChg chg="mod">
          <ac:chgData name="이정주" userId="S::coooooomet@o365.skku.edu::8fa6c15d-0fcd-49c2-903d-7e66d1593aa6" providerId="AD" clId="Web-{668729DD-EE4E-4B76-BE52-4B632FA2A3AE}" dt="2022-11-18T11:18:21.441" v="257" actId="1076"/>
          <ac:picMkLst>
            <pc:docMk/>
            <pc:sldMk cId="387006800" sldId="1214"/>
            <ac:picMk id="4" creationId="{20FF8F49-88AB-65F3-F9C1-6A06342D2E22}"/>
          </ac:picMkLst>
        </pc:picChg>
        <pc:picChg chg="mod">
          <ac:chgData name="이정주" userId="S::coooooomet@o365.skku.edu::8fa6c15d-0fcd-49c2-903d-7e66d1593aa6" providerId="AD" clId="Web-{668729DD-EE4E-4B76-BE52-4B632FA2A3AE}" dt="2022-11-18T10:58:20.219" v="23" actId="1076"/>
          <ac:picMkLst>
            <pc:docMk/>
            <pc:sldMk cId="387006800" sldId="1214"/>
            <ac:picMk id="8" creationId="{3E52B80B-9F62-D6E5-89BC-4544743867F8}"/>
          </ac:picMkLst>
        </pc:picChg>
      </pc:sldChg>
      <pc:sldChg chg="addSp modSp">
        <pc:chgData name="이정주" userId="S::coooooomet@o365.skku.edu::8fa6c15d-0fcd-49c2-903d-7e66d1593aa6" providerId="AD" clId="Web-{668729DD-EE4E-4B76-BE52-4B632FA2A3AE}" dt="2022-11-18T11:50:46.059" v="773" actId="20577"/>
        <pc:sldMkLst>
          <pc:docMk/>
          <pc:sldMk cId="2943062781" sldId="1216"/>
        </pc:sldMkLst>
        <pc:spChg chg="mod">
          <ac:chgData name="이정주" userId="S::coooooomet@o365.skku.edu::8fa6c15d-0fcd-49c2-903d-7e66d1593aa6" providerId="AD" clId="Web-{668729DD-EE4E-4B76-BE52-4B632FA2A3AE}" dt="2022-11-18T11:50:46.059" v="773" actId="20577"/>
          <ac:spMkLst>
            <pc:docMk/>
            <pc:sldMk cId="2943062781" sldId="1216"/>
            <ac:spMk id="3" creationId="{00000000-0000-0000-0000-000000000000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35:47.970" v="513" actId="1076"/>
          <ac:spMkLst>
            <pc:docMk/>
            <pc:sldMk cId="2943062781" sldId="1216"/>
            <ac:spMk id="4" creationId="{EFED3639-5033-DE2C-AA10-C545C8A6DE20}"/>
          </ac:spMkLst>
        </pc:spChg>
        <pc:spChg chg="mod">
          <ac:chgData name="이정주" userId="S::coooooomet@o365.skku.edu::8fa6c15d-0fcd-49c2-903d-7e66d1593aa6" providerId="AD" clId="Web-{668729DD-EE4E-4B76-BE52-4B632FA2A3AE}" dt="2022-11-18T11:41:14.073" v="593" actId="20577"/>
          <ac:spMkLst>
            <pc:docMk/>
            <pc:sldMk cId="2943062781" sldId="1216"/>
            <ac:spMk id="7" creationId="{14AE7328-8424-1514-52E1-9395F3E80768}"/>
          </ac:spMkLst>
        </pc:spChg>
        <pc:spChg chg="mod">
          <ac:chgData name="이정주" userId="S::coooooomet@o365.skku.edu::8fa6c15d-0fcd-49c2-903d-7e66d1593aa6" providerId="AD" clId="Web-{668729DD-EE4E-4B76-BE52-4B632FA2A3AE}" dt="2022-11-18T11:35:27.187" v="508" actId="14100"/>
          <ac:spMkLst>
            <pc:docMk/>
            <pc:sldMk cId="2943062781" sldId="1216"/>
            <ac:spMk id="14" creationId="{419B7350-CDA8-3588-A035-E561B148E45D}"/>
          </ac:spMkLst>
        </pc:spChg>
        <pc:picChg chg="mod">
          <ac:chgData name="이정주" userId="S::coooooomet@o365.skku.edu::8fa6c15d-0fcd-49c2-903d-7e66d1593aa6" providerId="AD" clId="Web-{668729DD-EE4E-4B76-BE52-4B632FA2A3AE}" dt="2022-11-18T11:35:12.624" v="503" actId="1076"/>
          <ac:picMkLst>
            <pc:docMk/>
            <pc:sldMk cId="2943062781" sldId="1216"/>
            <ac:picMk id="5" creationId="{85718646-72A7-8714-9DA8-C68B8C4058EB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50:51.965" v="775" actId="20577"/>
        <pc:sldMkLst>
          <pc:docMk/>
          <pc:sldMk cId="408323943" sldId="1218"/>
        </pc:sldMkLst>
        <pc:spChg chg="mod">
          <ac:chgData name="이정주" userId="S::coooooomet@o365.skku.edu::8fa6c15d-0fcd-49c2-903d-7e66d1593aa6" providerId="AD" clId="Web-{668729DD-EE4E-4B76-BE52-4B632FA2A3AE}" dt="2022-11-18T11:50:51.965" v="775" actId="20577"/>
          <ac:spMkLst>
            <pc:docMk/>
            <pc:sldMk cId="408323943" sldId="1218"/>
            <ac:spMk id="3" creationId="{00000000-0000-0000-0000-000000000000}"/>
          </ac:spMkLst>
        </pc:spChg>
        <pc:spChg chg="mod">
          <ac:chgData name="이정주" userId="S::coooooomet@o365.skku.edu::8fa6c15d-0fcd-49c2-903d-7e66d1593aa6" providerId="AD" clId="Web-{668729DD-EE4E-4B76-BE52-4B632FA2A3AE}" dt="2022-11-18T11:37:57.529" v="535" actId="20577"/>
          <ac:spMkLst>
            <pc:docMk/>
            <pc:sldMk cId="408323943" sldId="1218"/>
            <ac:spMk id="7" creationId="{14AE7328-8424-1514-52E1-9395F3E80768}"/>
          </ac:spMkLst>
        </pc:spChg>
        <pc:spChg chg="mod">
          <ac:chgData name="이정주" userId="S::coooooomet@o365.skku.edu::8fa6c15d-0fcd-49c2-903d-7e66d1593aa6" providerId="AD" clId="Web-{668729DD-EE4E-4B76-BE52-4B632FA2A3AE}" dt="2022-11-18T11:37:34.419" v="523" actId="1076"/>
          <ac:spMkLst>
            <pc:docMk/>
            <pc:sldMk cId="408323943" sldId="1218"/>
            <ac:spMk id="9" creationId="{438B196F-262D-60B2-A888-7853B51E9360}"/>
          </ac:spMkLst>
        </pc:spChg>
        <pc:spChg chg="mod">
          <ac:chgData name="이정주" userId="S::coooooomet@o365.skku.edu::8fa6c15d-0fcd-49c2-903d-7e66d1593aa6" providerId="AD" clId="Web-{668729DD-EE4E-4B76-BE52-4B632FA2A3AE}" dt="2022-11-18T11:37:34.419" v="524" actId="1076"/>
          <ac:spMkLst>
            <pc:docMk/>
            <pc:sldMk cId="408323943" sldId="1218"/>
            <ac:spMk id="11" creationId="{3E470083-F116-2BE3-8824-06D9EDDEF6B5}"/>
          </ac:spMkLst>
        </pc:spChg>
        <pc:spChg chg="mod">
          <ac:chgData name="이정주" userId="S::coooooomet@o365.skku.edu::8fa6c15d-0fcd-49c2-903d-7e66d1593aa6" providerId="AD" clId="Web-{668729DD-EE4E-4B76-BE52-4B632FA2A3AE}" dt="2022-11-18T11:37:34.434" v="525" actId="1076"/>
          <ac:spMkLst>
            <pc:docMk/>
            <pc:sldMk cId="408323943" sldId="1218"/>
            <ac:spMk id="14" creationId="{419B7350-CDA8-3588-A035-E561B148E45D}"/>
          </ac:spMkLst>
        </pc:spChg>
        <pc:picChg chg="mod">
          <ac:chgData name="이정주" userId="S::coooooomet@o365.skku.edu::8fa6c15d-0fcd-49c2-903d-7e66d1593aa6" providerId="AD" clId="Web-{668729DD-EE4E-4B76-BE52-4B632FA2A3AE}" dt="2022-11-18T11:37:34.419" v="522" actId="1076"/>
          <ac:picMkLst>
            <pc:docMk/>
            <pc:sldMk cId="408323943" sldId="1218"/>
            <ac:picMk id="8" creationId="{ED14068B-C658-4C59-7B7F-DDCA911745C2}"/>
          </ac:picMkLst>
        </pc:picChg>
      </pc:sldChg>
      <pc:sldChg chg="addSp delSp modSp">
        <pc:chgData name="이정주" userId="S::coooooomet@o365.skku.edu::8fa6c15d-0fcd-49c2-903d-7e66d1593aa6" providerId="AD" clId="Web-{668729DD-EE4E-4B76-BE52-4B632FA2A3AE}" dt="2022-11-18T11:49:44.399" v="756" actId="1076"/>
        <pc:sldMkLst>
          <pc:docMk/>
          <pc:sldMk cId="2107302732" sldId="1219"/>
        </pc:sldMkLst>
        <pc:spChg chg="mod">
          <ac:chgData name="이정주" userId="S::coooooomet@o365.skku.edu::8fa6c15d-0fcd-49c2-903d-7e66d1593aa6" providerId="AD" clId="Web-{668729DD-EE4E-4B76-BE52-4B632FA2A3AE}" dt="2022-11-18T11:39:55.208" v="571" actId="20577"/>
          <ac:spMkLst>
            <pc:docMk/>
            <pc:sldMk cId="2107302732" sldId="1219"/>
            <ac:spMk id="3" creationId="{00000000-0000-0000-0000-000000000000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47:50.437" v="715" actId="1076"/>
          <ac:spMkLst>
            <pc:docMk/>
            <pc:sldMk cId="2107302732" sldId="1219"/>
            <ac:spMk id="4" creationId="{80416228-7B4E-A35E-1C64-1062FF99E0CB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48:21.392" v="721" actId="1076"/>
          <ac:spMkLst>
            <pc:docMk/>
            <pc:sldMk cId="2107302732" sldId="1219"/>
            <ac:spMk id="5" creationId="{5BDB2E28-0CB4-9150-1843-D247F4178684}"/>
          </ac:spMkLst>
        </pc:spChg>
        <pc:spChg chg="del mod">
          <ac:chgData name="이정주" userId="S::coooooomet@o365.skku.edu::8fa6c15d-0fcd-49c2-903d-7e66d1593aa6" providerId="AD" clId="Web-{668729DD-EE4E-4B76-BE52-4B632FA2A3AE}" dt="2022-11-18T11:49:39.226" v="755"/>
          <ac:spMkLst>
            <pc:docMk/>
            <pc:sldMk cId="2107302732" sldId="1219"/>
            <ac:spMk id="7" creationId="{14AE7328-8424-1514-52E1-9395F3E80768}"/>
          </ac:spMkLst>
        </pc:spChg>
        <pc:spChg chg="mod">
          <ac:chgData name="이정주" userId="S::coooooomet@o365.skku.edu::8fa6c15d-0fcd-49c2-903d-7e66d1593aa6" providerId="AD" clId="Web-{668729DD-EE4E-4B76-BE52-4B632FA2A3AE}" dt="2022-11-18T11:47:50.405" v="711" actId="1076"/>
          <ac:spMkLst>
            <pc:docMk/>
            <pc:sldMk cId="2107302732" sldId="1219"/>
            <ac:spMk id="9" creationId="{118C8294-A287-D01D-2567-7CB6C1B8B1E5}"/>
          </ac:spMkLst>
        </pc:spChg>
        <pc:spChg chg="mod">
          <ac:chgData name="이정주" userId="S::coooooomet@o365.skku.edu::8fa6c15d-0fcd-49c2-903d-7e66d1593aa6" providerId="AD" clId="Web-{668729DD-EE4E-4B76-BE52-4B632FA2A3AE}" dt="2022-11-18T11:47:50.421" v="712" actId="1076"/>
          <ac:spMkLst>
            <pc:docMk/>
            <pc:sldMk cId="2107302732" sldId="1219"/>
            <ac:spMk id="10" creationId="{BFBFA413-E934-7D02-07E0-93870F6B5640}"/>
          </ac:spMkLst>
        </pc:spChg>
        <pc:spChg chg="mod">
          <ac:chgData name="이정주" userId="S::coooooomet@o365.skku.edu::8fa6c15d-0fcd-49c2-903d-7e66d1593aa6" providerId="AD" clId="Web-{668729DD-EE4E-4B76-BE52-4B632FA2A3AE}" dt="2022-11-18T11:48:24.861" v="722" actId="14100"/>
          <ac:spMkLst>
            <pc:docMk/>
            <pc:sldMk cId="2107302732" sldId="1219"/>
            <ac:spMk id="11" creationId="{FF37B0D0-064E-C53A-38ED-4B731A0DE3D0}"/>
          </ac:spMkLst>
        </pc:spChg>
        <pc:spChg chg="mod">
          <ac:chgData name="이정주" userId="S::coooooomet@o365.skku.edu::8fa6c15d-0fcd-49c2-903d-7e66d1593aa6" providerId="AD" clId="Web-{668729DD-EE4E-4B76-BE52-4B632FA2A3AE}" dt="2022-11-18T11:47:50.437" v="714" actId="1076"/>
          <ac:spMkLst>
            <pc:docMk/>
            <pc:sldMk cId="2107302732" sldId="1219"/>
            <ac:spMk id="12" creationId="{AA49E3F0-E180-1783-409C-A9F59AD72E0C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48:49.003" v="732" actId="1076"/>
          <ac:spMkLst>
            <pc:docMk/>
            <pc:sldMk cId="2107302732" sldId="1219"/>
            <ac:spMk id="13" creationId="{6E6E24C0-002C-1EED-E44A-721078785C6B}"/>
          </ac:spMkLst>
        </pc:spChg>
        <pc:spChg chg="mod">
          <ac:chgData name="이정주" userId="S::coooooomet@o365.skku.edu::8fa6c15d-0fcd-49c2-903d-7e66d1593aa6" providerId="AD" clId="Web-{668729DD-EE4E-4B76-BE52-4B632FA2A3AE}" dt="2022-11-18T11:47:50.405" v="710" actId="1076"/>
          <ac:spMkLst>
            <pc:docMk/>
            <pc:sldMk cId="2107302732" sldId="1219"/>
            <ac:spMk id="14" creationId="{419B7350-CDA8-3588-A035-E561B148E45D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49:44.399" v="756" actId="1076"/>
          <ac:spMkLst>
            <pc:docMk/>
            <pc:sldMk cId="2107302732" sldId="1219"/>
            <ac:spMk id="16" creationId="{FCD4730D-202F-4013-83FF-01FFFE9D742E}"/>
          </ac:spMkLst>
        </pc:spChg>
        <pc:picChg chg="mod">
          <ac:chgData name="이정주" userId="S::coooooomet@o365.skku.edu::8fa6c15d-0fcd-49c2-903d-7e66d1593aa6" providerId="AD" clId="Web-{668729DD-EE4E-4B76-BE52-4B632FA2A3AE}" dt="2022-11-18T11:47:50.390" v="709" actId="1076"/>
          <ac:picMkLst>
            <pc:docMk/>
            <pc:sldMk cId="2107302732" sldId="1219"/>
            <ac:picMk id="8" creationId="{F444E568-BA8E-F9AA-751A-308B6664860E}"/>
          </ac:picMkLst>
        </pc:picChg>
      </pc:sldChg>
      <pc:sldChg chg="modSp">
        <pc:chgData name="이정주" userId="S::coooooomet@o365.skku.edu::8fa6c15d-0fcd-49c2-903d-7e66d1593aa6" providerId="AD" clId="Web-{668729DD-EE4E-4B76-BE52-4B632FA2A3AE}" dt="2022-11-18T11:40:57.900" v="591" actId="1076"/>
        <pc:sldMkLst>
          <pc:docMk/>
          <pc:sldMk cId="4099871166" sldId="1220"/>
        </pc:sldMkLst>
        <pc:spChg chg="mod">
          <ac:chgData name="이정주" userId="S::coooooomet@o365.skku.edu::8fa6c15d-0fcd-49c2-903d-7e66d1593aa6" providerId="AD" clId="Web-{668729DD-EE4E-4B76-BE52-4B632FA2A3AE}" dt="2022-11-18T11:40:35.664" v="586" actId="20577"/>
          <ac:spMkLst>
            <pc:docMk/>
            <pc:sldMk cId="4099871166" sldId="1220"/>
            <ac:spMk id="3" creationId="{00000000-0000-0000-0000-000000000000}"/>
          </ac:spMkLst>
        </pc:spChg>
        <pc:spChg chg="mod">
          <ac:chgData name="이정주" userId="S::coooooomet@o365.skku.edu::8fa6c15d-0fcd-49c2-903d-7e66d1593aa6" providerId="AD" clId="Web-{668729DD-EE4E-4B76-BE52-4B632FA2A3AE}" dt="2022-11-18T11:40:57.900" v="591" actId="1076"/>
          <ac:spMkLst>
            <pc:docMk/>
            <pc:sldMk cId="4099871166" sldId="1220"/>
            <ac:spMk id="10" creationId="{BFBFA413-E934-7D02-07E0-93870F6B5640}"/>
          </ac:spMkLst>
        </pc:spChg>
        <pc:spChg chg="mod">
          <ac:chgData name="이정주" userId="S::coooooomet@o365.skku.edu::8fa6c15d-0fcd-49c2-903d-7e66d1593aa6" providerId="AD" clId="Web-{668729DD-EE4E-4B76-BE52-4B632FA2A3AE}" dt="2022-11-18T11:40:49.008" v="589" actId="14100"/>
          <ac:spMkLst>
            <pc:docMk/>
            <pc:sldMk cId="4099871166" sldId="1220"/>
            <ac:spMk id="12" creationId="{AA49E3F0-E180-1783-409C-A9F59AD72E0C}"/>
          </ac:spMkLst>
        </pc:spChg>
        <pc:picChg chg="mod">
          <ac:chgData name="이정주" userId="S::coooooomet@o365.skku.edu::8fa6c15d-0fcd-49c2-903d-7e66d1593aa6" providerId="AD" clId="Web-{668729DD-EE4E-4B76-BE52-4B632FA2A3AE}" dt="2022-11-18T11:40:41.805" v="587" actId="1076"/>
          <ac:picMkLst>
            <pc:docMk/>
            <pc:sldMk cId="4099871166" sldId="1220"/>
            <ac:picMk id="15" creationId="{68541AC2-96D4-421B-6640-A996DB278B13}"/>
          </ac:picMkLst>
        </pc:picChg>
      </pc:sldChg>
      <pc:sldChg chg="addSp modSp">
        <pc:chgData name="이정주" userId="S::coooooomet@o365.skku.edu::8fa6c15d-0fcd-49c2-903d-7e66d1593aa6" providerId="AD" clId="Web-{668729DD-EE4E-4B76-BE52-4B632FA2A3AE}" dt="2022-11-18T11:54:55.545" v="800" actId="1076"/>
        <pc:sldMkLst>
          <pc:docMk/>
          <pc:sldMk cId="228050725" sldId="1221"/>
        </pc:sldMkLst>
        <pc:spChg chg="mod">
          <ac:chgData name="이정주" userId="S::coooooomet@o365.skku.edu::8fa6c15d-0fcd-49c2-903d-7e66d1593aa6" providerId="AD" clId="Web-{668729DD-EE4E-4B76-BE52-4B632FA2A3AE}" dt="2022-11-18T11:51:07.248" v="777" actId="20577"/>
          <ac:spMkLst>
            <pc:docMk/>
            <pc:sldMk cId="228050725" sldId="1221"/>
            <ac:spMk id="3" creationId="{00000000-0000-0000-0000-000000000000}"/>
          </ac:spMkLst>
        </pc:spChg>
        <pc:spChg chg="mod">
          <ac:chgData name="이정주" userId="S::coooooomet@o365.skku.edu::8fa6c15d-0fcd-49c2-903d-7e66d1593aa6" providerId="AD" clId="Web-{668729DD-EE4E-4B76-BE52-4B632FA2A3AE}" dt="2022-11-18T11:53:58.276" v="792" actId="1076"/>
          <ac:spMkLst>
            <pc:docMk/>
            <pc:sldMk cId="228050725" sldId="1221"/>
            <ac:spMk id="7" creationId="{14AE7328-8424-1514-52E1-9395F3E80768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54:55.545" v="800" actId="1076"/>
          <ac:spMkLst>
            <pc:docMk/>
            <pc:sldMk cId="228050725" sldId="1221"/>
            <ac:spMk id="8" creationId="{907C37B9-9340-BD94-84D4-61ECA4CE4779}"/>
          </ac:spMkLst>
        </pc:spChg>
        <pc:spChg chg="mod">
          <ac:chgData name="이정주" userId="S::coooooomet@o365.skku.edu::8fa6c15d-0fcd-49c2-903d-7e66d1593aa6" providerId="AD" clId="Web-{668729DD-EE4E-4B76-BE52-4B632FA2A3AE}" dt="2022-11-18T11:54:11.730" v="795" actId="1076"/>
          <ac:spMkLst>
            <pc:docMk/>
            <pc:sldMk cId="228050725" sldId="1221"/>
            <ac:spMk id="9" creationId="{118C8294-A287-D01D-2567-7CB6C1B8B1E5}"/>
          </ac:spMkLst>
        </pc:spChg>
        <pc:spChg chg="mod">
          <ac:chgData name="이정주" userId="S::coooooomet@o365.skku.edu::8fa6c15d-0fcd-49c2-903d-7e66d1593aa6" providerId="AD" clId="Web-{668729DD-EE4E-4B76-BE52-4B632FA2A3AE}" dt="2022-11-18T11:54:20.793" v="798" actId="1076"/>
          <ac:spMkLst>
            <pc:docMk/>
            <pc:sldMk cId="228050725" sldId="1221"/>
            <ac:spMk id="10" creationId="{BFBFA413-E934-7D02-07E0-93870F6B5640}"/>
          </ac:spMkLst>
        </pc:spChg>
        <pc:spChg chg="mod">
          <ac:chgData name="이정주" userId="S::coooooomet@o365.skku.edu::8fa6c15d-0fcd-49c2-903d-7e66d1593aa6" providerId="AD" clId="Web-{668729DD-EE4E-4B76-BE52-4B632FA2A3AE}" dt="2022-11-18T11:51:24.485" v="782" actId="14100"/>
          <ac:spMkLst>
            <pc:docMk/>
            <pc:sldMk cId="228050725" sldId="1221"/>
            <ac:spMk id="11" creationId="{FF37B0D0-064E-C53A-38ED-4B731A0DE3D0}"/>
          </ac:spMkLst>
        </pc:spChg>
        <pc:spChg chg="mod">
          <ac:chgData name="이정주" userId="S::coooooomet@o365.skku.edu::8fa6c15d-0fcd-49c2-903d-7e66d1593aa6" providerId="AD" clId="Web-{668729DD-EE4E-4B76-BE52-4B632FA2A3AE}" dt="2022-11-18T11:51:20.079" v="780" actId="1076"/>
          <ac:spMkLst>
            <pc:docMk/>
            <pc:sldMk cId="228050725" sldId="1221"/>
            <ac:spMk id="14" creationId="{419B7350-CDA8-3588-A035-E561B148E45D}"/>
          </ac:spMkLst>
        </pc:spChg>
      </pc:sldChg>
      <pc:sldChg chg="modSp">
        <pc:chgData name="이정주" userId="S::coooooomet@o365.skku.edu::8fa6c15d-0fcd-49c2-903d-7e66d1593aa6" providerId="AD" clId="Web-{668729DD-EE4E-4B76-BE52-4B632FA2A3AE}" dt="2022-11-18T11:55:35.563" v="813" actId="1076"/>
        <pc:sldMkLst>
          <pc:docMk/>
          <pc:sldMk cId="2071915317" sldId="1222"/>
        </pc:sldMkLst>
        <pc:spChg chg="mod">
          <ac:chgData name="이정주" userId="S::coooooomet@o365.skku.edu::8fa6c15d-0fcd-49c2-903d-7e66d1593aa6" providerId="AD" clId="Web-{668729DD-EE4E-4B76-BE52-4B632FA2A3AE}" dt="2022-11-18T11:55:16.531" v="811" actId="20577"/>
          <ac:spMkLst>
            <pc:docMk/>
            <pc:sldMk cId="2071915317" sldId="1222"/>
            <ac:spMk id="3" creationId="{00000000-0000-0000-0000-000000000000}"/>
          </ac:spMkLst>
        </pc:spChg>
        <pc:spChg chg="mod">
          <ac:chgData name="이정주" userId="S::coooooomet@o365.skku.edu::8fa6c15d-0fcd-49c2-903d-7e66d1593aa6" providerId="AD" clId="Web-{668729DD-EE4E-4B76-BE52-4B632FA2A3AE}" dt="2022-11-18T11:55:35.563" v="813" actId="1076"/>
          <ac:spMkLst>
            <pc:docMk/>
            <pc:sldMk cId="2071915317" sldId="1222"/>
            <ac:spMk id="10" creationId="{BFBFA413-E934-7D02-07E0-93870F6B5640}"/>
          </ac:spMkLst>
        </pc:spChg>
      </pc:sldChg>
      <pc:sldChg chg="addSp delSp modSp">
        <pc:chgData name="이정주" userId="S::coooooomet@o365.skku.edu::8fa6c15d-0fcd-49c2-903d-7e66d1593aa6" providerId="AD" clId="Web-{668729DD-EE4E-4B76-BE52-4B632FA2A3AE}" dt="2022-11-18T11:46:04.368" v="684" actId="1076"/>
        <pc:sldMkLst>
          <pc:docMk/>
          <pc:sldMk cId="2520469738" sldId="1223"/>
        </pc:sldMkLst>
        <pc:spChg chg="mod">
          <ac:chgData name="이정주" userId="S::coooooomet@o365.skku.edu::8fa6c15d-0fcd-49c2-903d-7e66d1593aa6" providerId="AD" clId="Web-{668729DD-EE4E-4B76-BE52-4B632FA2A3AE}" dt="2022-11-18T11:41:27.465" v="600" actId="20577"/>
          <ac:spMkLst>
            <pc:docMk/>
            <pc:sldMk cId="2520469738" sldId="1223"/>
            <ac:spMk id="3" creationId="{00000000-0000-0000-0000-000000000000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42:50.454" v="624" actId="14100"/>
          <ac:spMkLst>
            <pc:docMk/>
            <pc:sldMk cId="2520469738" sldId="1223"/>
            <ac:spMk id="4" creationId="{6244B06D-9CD0-6146-865B-0573F384FF0C}"/>
          </ac:spMkLst>
        </pc:spChg>
        <pc:spChg chg="mod">
          <ac:chgData name="이정주" userId="S::coooooomet@o365.skku.edu::8fa6c15d-0fcd-49c2-903d-7e66d1593aa6" providerId="AD" clId="Web-{668729DD-EE4E-4B76-BE52-4B632FA2A3AE}" dt="2022-11-18T11:46:04.368" v="684" actId="1076"/>
          <ac:spMkLst>
            <pc:docMk/>
            <pc:sldMk cId="2520469738" sldId="1223"/>
            <ac:spMk id="7" creationId="{14AE7328-8424-1514-52E1-9395F3E80768}"/>
          </ac:spMkLst>
        </pc:spChg>
        <pc:spChg chg="add mod">
          <ac:chgData name="이정주" userId="S::coooooomet@o365.skku.edu::8fa6c15d-0fcd-49c2-903d-7e66d1593aa6" providerId="AD" clId="Web-{668729DD-EE4E-4B76-BE52-4B632FA2A3AE}" dt="2022-11-18T11:43:10.690" v="632" actId="1076"/>
          <ac:spMkLst>
            <pc:docMk/>
            <pc:sldMk cId="2520469738" sldId="1223"/>
            <ac:spMk id="8" creationId="{603171E8-8FEB-8C3C-FEA3-959DDB659E73}"/>
          </ac:spMkLst>
        </pc:spChg>
        <pc:spChg chg="del mod">
          <ac:chgData name="이정주" userId="S::coooooomet@o365.skku.edu::8fa6c15d-0fcd-49c2-903d-7e66d1593aa6" providerId="AD" clId="Web-{668729DD-EE4E-4B76-BE52-4B632FA2A3AE}" dt="2022-11-18T11:43:38.760" v="637"/>
          <ac:spMkLst>
            <pc:docMk/>
            <pc:sldMk cId="2520469738" sldId="1223"/>
            <ac:spMk id="9" creationId="{118C8294-A287-D01D-2567-7CB6C1B8B1E5}"/>
          </ac:spMkLst>
        </pc:spChg>
        <pc:spChg chg="mod">
          <ac:chgData name="이정주" userId="S::coooooomet@o365.skku.edu::8fa6c15d-0fcd-49c2-903d-7e66d1593aa6" providerId="AD" clId="Web-{668729DD-EE4E-4B76-BE52-4B632FA2A3AE}" dt="2022-11-18T11:43:29.113" v="635" actId="1076"/>
          <ac:spMkLst>
            <pc:docMk/>
            <pc:sldMk cId="2520469738" sldId="1223"/>
            <ac:spMk id="10" creationId="{BFBFA413-E934-7D02-07E0-93870F6B5640}"/>
          </ac:spMkLst>
        </pc:spChg>
        <pc:spChg chg="mod">
          <ac:chgData name="이정주" userId="S::coooooomet@o365.skku.edu::8fa6c15d-0fcd-49c2-903d-7e66d1593aa6" providerId="AD" clId="Web-{668729DD-EE4E-4B76-BE52-4B632FA2A3AE}" dt="2022-11-18T11:41:56.092" v="605" actId="14100"/>
          <ac:spMkLst>
            <pc:docMk/>
            <pc:sldMk cId="2520469738" sldId="1223"/>
            <ac:spMk id="11" creationId="{FF37B0D0-064E-C53A-38ED-4B731A0DE3D0}"/>
          </ac:spMkLst>
        </pc:spChg>
        <pc:spChg chg="mod">
          <ac:chgData name="이정주" userId="S::coooooomet@o365.skku.edu::8fa6c15d-0fcd-49c2-903d-7e66d1593aa6" providerId="AD" clId="Web-{668729DD-EE4E-4B76-BE52-4B632FA2A3AE}" dt="2022-11-18T11:43:33.410" v="636" actId="14100"/>
          <ac:spMkLst>
            <pc:docMk/>
            <pc:sldMk cId="2520469738" sldId="1223"/>
            <ac:spMk id="12" creationId="{AA49E3F0-E180-1783-409C-A9F59AD72E0C}"/>
          </ac:spMkLst>
        </pc:spChg>
        <pc:spChg chg="mod">
          <ac:chgData name="이정주" userId="S::coooooomet@o365.skku.edu::8fa6c15d-0fcd-49c2-903d-7e66d1593aa6" providerId="AD" clId="Web-{668729DD-EE4E-4B76-BE52-4B632FA2A3AE}" dt="2022-11-18T11:41:52.138" v="604" actId="14100"/>
          <ac:spMkLst>
            <pc:docMk/>
            <pc:sldMk cId="2520469738" sldId="1223"/>
            <ac:spMk id="14" creationId="{419B7350-CDA8-3588-A035-E561B148E45D}"/>
          </ac:spMkLst>
        </pc:spChg>
      </pc:sldChg>
      <pc:sldChg chg="modSp">
        <pc:chgData name="이정주" userId="S::coooooomet@o365.skku.edu::8fa6c15d-0fcd-49c2-903d-7e66d1593aa6" providerId="AD" clId="Web-{668729DD-EE4E-4B76-BE52-4B632FA2A3AE}" dt="2022-11-18T11:50:09.056" v="760" actId="1076"/>
        <pc:sldMkLst>
          <pc:docMk/>
          <pc:sldMk cId="3975190678" sldId="1224"/>
        </pc:sldMkLst>
        <pc:spChg chg="mod">
          <ac:chgData name="이정주" userId="S::coooooomet@o365.skku.edu::8fa6c15d-0fcd-49c2-903d-7e66d1593aa6" providerId="AD" clId="Web-{668729DD-EE4E-4B76-BE52-4B632FA2A3AE}" dt="2022-11-18T11:45:32.397" v="680" actId="20577"/>
          <ac:spMkLst>
            <pc:docMk/>
            <pc:sldMk cId="3975190678" sldId="1224"/>
            <ac:spMk id="3" creationId="{00000000-0000-0000-0000-000000000000}"/>
          </ac:spMkLst>
        </pc:spChg>
        <pc:spChg chg="mod">
          <ac:chgData name="이정주" userId="S::coooooomet@o365.skku.edu::8fa6c15d-0fcd-49c2-903d-7e66d1593aa6" providerId="AD" clId="Web-{668729DD-EE4E-4B76-BE52-4B632FA2A3AE}" dt="2022-11-18T11:50:09.056" v="760" actId="1076"/>
          <ac:spMkLst>
            <pc:docMk/>
            <pc:sldMk cId="3975190678" sldId="1224"/>
            <ac:spMk id="10" creationId="{BFBFA413-E934-7D02-07E0-93870F6B5640}"/>
          </ac:spMkLst>
        </pc:spChg>
        <pc:spChg chg="mod">
          <ac:chgData name="이정주" userId="S::coooooomet@o365.skku.edu::8fa6c15d-0fcd-49c2-903d-7e66d1593aa6" providerId="AD" clId="Web-{668729DD-EE4E-4B76-BE52-4B632FA2A3AE}" dt="2022-11-18T11:49:57.790" v="758" actId="14100"/>
          <ac:spMkLst>
            <pc:docMk/>
            <pc:sldMk cId="3975190678" sldId="1224"/>
            <ac:spMk id="12" creationId="{AA49E3F0-E180-1783-409C-A9F59AD72E0C}"/>
          </ac:spMkLst>
        </pc:spChg>
      </pc:sldChg>
      <pc:sldChg chg="modSp add replId">
        <pc:chgData name="이정주" userId="S::coooooomet@o365.skku.edu::8fa6c15d-0fcd-49c2-903d-7e66d1593aa6" providerId="AD" clId="Web-{668729DD-EE4E-4B76-BE52-4B632FA2A3AE}" dt="2022-11-18T10:48:20.636" v="22" actId="20577"/>
        <pc:sldMkLst>
          <pc:docMk/>
          <pc:sldMk cId="553789052" sldId="1226"/>
        </pc:sldMkLst>
        <pc:spChg chg="mod">
          <ac:chgData name="이정주" userId="S::coooooomet@o365.skku.edu::8fa6c15d-0fcd-49c2-903d-7e66d1593aa6" providerId="AD" clId="Web-{668729DD-EE4E-4B76-BE52-4B632FA2A3AE}" dt="2022-11-18T10:47:30.211" v="9" actId="20577"/>
          <ac:spMkLst>
            <pc:docMk/>
            <pc:sldMk cId="553789052" sldId="1226"/>
            <ac:spMk id="2" creationId="{00000000-0000-0000-0000-000000000000}"/>
          </ac:spMkLst>
        </pc:spChg>
        <pc:spChg chg="mod">
          <ac:chgData name="이정주" userId="S::coooooomet@o365.skku.edu::8fa6c15d-0fcd-49c2-903d-7e66d1593aa6" providerId="AD" clId="Web-{668729DD-EE4E-4B76-BE52-4B632FA2A3AE}" dt="2022-11-18T10:48:20.636" v="22" actId="20577"/>
          <ac:spMkLst>
            <pc:docMk/>
            <pc:sldMk cId="553789052" sldId="1226"/>
            <ac:spMk id="3" creationId="{00000000-0000-0000-0000-000000000000}"/>
          </ac:spMkLst>
        </pc:spChg>
      </pc:sldChg>
      <pc:sldChg chg="add replId">
        <pc:chgData name="이정주" userId="S::coooooomet@o365.skku.edu::8fa6c15d-0fcd-49c2-903d-7e66d1593aa6" providerId="AD" clId="Web-{668729DD-EE4E-4B76-BE52-4B632FA2A3AE}" dt="2022-11-18T10:47:14.522" v="1"/>
        <pc:sldMkLst>
          <pc:docMk/>
          <pc:sldMk cId="2101786471" sldId="1227"/>
        </pc:sldMkLst>
      </pc:sldChg>
      <pc:sldChg chg="add del replId">
        <pc:chgData name="이정주" userId="S::coooooomet@o365.skku.edu::8fa6c15d-0fcd-49c2-903d-7e66d1593aa6" providerId="AD" clId="Web-{668729DD-EE4E-4B76-BE52-4B632FA2A3AE}" dt="2022-11-18T11:14:18.317" v="189"/>
        <pc:sldMkLst>
          <pc:docMk/>
          <pc:sldMk cId="4208513919" sldId="1228"/>
        </pc:sldMkLst>
      </pc:sldChg>
    </pc:docChg>
  </pc:docChgLst>
  <pc:docChgLst>
    <pc:chgData name="이정주" userId="S::coooooomet@o365.skku.edu::8fa6c15d-0fcd-49c2-903d-7e66d1593aa6" providerId="AD" clId="Web-{7862663B-658E-40CA-8E5C-9F2A959DBAA4}"/>
    <pc:docChg chg="modSld">
      <pc:chgData name="이정주" userId="S::coooooomet@o365.skku.edu::8fa6c15d-0fcd-49c2-903d-7e66d1593aa6" providerId="AD" clId="Web-{7862663B-658E-40CA-8E5C-9F2A959DBAA4}" dt="2022-11-17T02:16:36.483" v="14" actId="1076"/>
      <pc:docMkLst>
        <pc:docMk/>
      </pc:docMkLst>
      <pc:sldChg chg="addSp modSp">
        <pc:chgData name="이정주" userId="S::coooooomet@o365.skku.edu::8fa6c15d-0fcd-49c2-903d-7e66d1593aa6" providerId="AD" clId="Web-{7862663B-658E-40CA-8E5C-9F2A959DBAA4}" dt="2022-11-17T02:16:36.483" v="14" actId="1076"/>
        <pc:sldMkLst>
          <pc:docMk/>
          <pc:sldMk cId="2005095287" sldId="1198"/>
        </pc:sldMkLst>
        <pc:picChg chg="add mod">
          <ac:chgData name="이정주" userId="S::coooooomet@o365.skku.edu::8fa6c15d-0fcd-49c2-903d-7e66d1593aa6" providerId="AD" clId="Web-{7862663B-658E-40CA-8E5C-9F2A959DBAA4}" dt="2022-11-17T02:16:36.483" v="14" actId="1076"/>
          <ac:picMkLst>
            <pc:docMk/>
            <pc:sldMk cId="2005095287" sldId="1198"/>
            <ac:picMk id="4" creationId="{0B984E52-8848-E182-AE66-CC978525EB0D}"/>
          </ac:picMkLst>
        </pc:picChg>
      </pc:sldChg>
      <pc:sldChg chg="addSp modSp">
        <pc:chgData name="이정주" userId="S::coooooomet@o365.skku.edu::8fa6c15d-0fcd-49c2-903d-7e66d1593aa6" providerId="AD" clId="Web-{7862663B-658E-40CA-8E5C-9F2A959DBAA4}" dt="2022-11-17T02:15:22.169" v="10" actId="14100"/>
        <pc:sldMkLst>
          <pc:docMk/>
          <pc:sldMk cId="968993514" sldId="1211"/>
        </pc:sldMkLst>
        <pc:picChg chg="add mod">
          <ac:chgData name="이정주" userId="S::coooooomet@o365.skku.edu::8fa6c15d-0fcd-49c2-903d-7e66d1593aa6" providerId="AD" clId="Web-{7862663B-658E-40CA-8E5C-9F2A959DBAA4}" dt="2022-11-17T02:15:22.169" v="10" actId="14100"/>
          <ac:picMkLst>
            <pc:docMk/>
            <pc:sldMk cId="968993514" sldId="1211"/>
            <ac:picMk id="5" creationId="{3A0EBF22-5314-E64F-2984-4E808BABCCCE}"/>
          </ac:picMkLst>
        </pc:picChg>
      </pc:sldChg>
      <pc:sldChg chg="addSp modSp">
        <pc:chgData name="이정주" userId="S::coooooomet@o365.skku.edu::8fa6c15d-0fcd-49c2-903d-7e66d1593aa6" providerId="AD" clId="Web-{7862663B-658E-40CA-8E5C-9F2A959DBAA4}" dt="2022-11-17T02:14:19.308" v="5" actId="1076"/>
        <pc:sldMkLst>
          <pc:docMk/>
          <pc:sldMk cId="387006800" sldId="1214"/>
        </pc:sldMkLst>
        <pc:picChg chg="add mod">
          <ac:chgData name="이정주" userId="S::coooooomet@o365.skku.edu::8fa6c15d-0fcd-49c2-903d-7e66d1593aa6" providerId="AD" clId="Web-{7862663B-658E-40CA-8E5C-9F2A959DBAA4}" dt="2022-11-17T02:14:19.308" v="5" actId="1076"/>
          <ac:picMkLst>
            <pc:docMk/>
            <pc:sldMk cId="387006800" sldId="1214"/>
            <ac:picMk id="4" creationId="{20FF8F49-88AB-65F3-F9C1-6A06342D2E22}"/>
          </ac:picMkLst>
        </pc:picChg>
      </pc:sldChg>
    </pc:docChg>
  </pc:docChgLst>
  <pc:docChgLst>
    <pc:chgData name="홍형근" userId="S::whaihong@o365.skku.edu::d57264f3-9931-49f8-8581-2434942066b2" providerId="AD" clId="Web-{AD58FEDB-3321-4753-B739-0B3E1D83396B}"/>
    <pc:docChg chg="modSld">
      <pc:chgData name="홍형근" userId="S::whaihong@o365.skku.edu::d57264f3-9931-49f8-8581-2434942066b2" providerId="AD" clId="Web-{AD58FEDB-3321-4753-B739-0B3E1D83396B}" dt="2022-11-18T10:44:46.414" v="43"/>
      <pc:docMkLst>
        <pc:docMk/>
      </pc:docMkLst>
      <pc:sldChg chg="addSp modSp">
        <pc:chgData name="홍형근" userId="S::whaihong@o365.skku.edu::d57264f3-9931-49f8-8581-2434942066b2" providerId="AD" clId="Web-{AD58FEDB-3321-4753-B739-0B3E1D83396B}" dt="2022-11-18T10:43:58.318" v="36" actId="14100"/>
        <pc:sldMkLst>
          <pc:docMk/>
          <pc:sldMk cId="2005095287" sldId="1198"/>
        </pc:sldMkLst>
        <pc:spChg chg="add mod">
          <ac:chgData name="홍형근" userId="S::whaihong@o365.skku.edu::d57264f3-9931-49f8-8581-2434942066b2" providerId="AD" clId="Web-{AD58FEDB-3321-4753-B739-0B3E1D83396B}" dt="2022-11-18T10:43:42.599" v="31" actId="1076"/>
          <ac:spMkLst>
            <pc:docMk/>
            <pc:sldMk cId="2005095287" sldId="1198"/>
            <ac:spMk id="5" creationId="{B9C32104-AE5B-20C2-DBA9-2A2E6CFA39B0}"/>
          </ac:spMkLst>
        </pc:spChg>
        <pc:spChg chg="add mod">
          <ac:chgData name="홍형근" userId="S::whaihong@o365.skku.edu::d57264f3-9931-49f8-8581-2434942066b2" providerId="AD" clId="Web-{AD58FEDB-3321-4753-B739-0B3E1D83396B}" dt="2022-11-18T10:43:58.318" v="36" actId="14100"/>
          <ac:spMkLst>
            <pc:docMk/>
            <pc:sldMk cId="2005095287" sldId="1198"/>
            <ac:spMk id="8" creationId="{B1CF21C6-0AF1-CE11-4159-6CBE56460BA6}"/>
          </ac:spMkLst>
        </pc:spChg>
        <pc:picChg chg="mod modCrop">
          <ac:chgData name="홍형근" userId="S::whaihong@o365.skku.edu::d57264f3-9931-49f8-8581-2434942066b2" providerId="AD" clId="Web-{AD58FEDB-3321-4753-B739-0B3E1D83396B}" dt="2022-11-18T10:43:46.177" v="32" actId="1076"/>
          <ac:picMkLst>
            <pc:docMk/>
            <pc:sldMk cId="2005095287" sldId="1198"/>
            <ac:picMk id="4" creationId="{0B984E52-8848-E182-AE66-CC978525EB0D}"/>
          </ac:picMkLst>
        </pc:picChg>
      </pc:sldChg>
      <pc:sldChg chg="delSp modSp">
        <pc:chgData name="홍형근" userId="S::whaihong@o365.skku.edu::d57264f3-9931-49f8-8581-2434942066b2" providerId="AD" clId="Web-{AD58FEDB-3321-4753-B739-0B3E1D83396B}" dt="2022-11-18T10:44:46.414" v="43"/>
        <pc:sldMkLst>
          <pc:docMk/>
          <pc:sldMk cId="968993514" sldId="1211"/>
        </pc:sldMkLst>
        <pc:picChg chg="del mod">
          <ac:chgData name="홍형근" userId="S::whaihong@o365.skku.edu::d57264f3-9931-49f8-8581-2434942066b2" providerId="AD" clId="Web-{AD58FEDB-3321-4753-B739-0B3E1D83396B}" dt="2022-11-18T10:44:46.414" v="43"/>
          <ac:picMkLst>
            <pc:docMk/>
            <pc:sldMk cId="968993514" sldId="1211"/>
            <ac:picMk id="5" creationId="{3A0EBF22-5314-E64F-2984-4E808BABCCC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5288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285288"/>
            <a:ext cx="29718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E5758B46-D086-4040-A424-4998639399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30857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7800" y="7620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6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296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62C68922-E985-41E2-BB72-844A006B0DA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3204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1ECC34CC-3B9C-4829-ADC5-A8920E96D46A}"/>
              </a:ext>
            </a:extLst>
          </p:cNvPr>
          <p:cNvSpPr/>
          <p:nvPr userDrawn="1"/>
        </p:nvSpPr>
        <p:spPr>
          <a:xfrm>
            <a:off x="2665076" y="681281"/>
            <a:ext cx="7145317" cy="52292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5" y="1098391"/>
            <a:ext cx="10318419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8" y="5979215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ko-KR" altLang="en-US"/>
              <a:t>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5" y="6375694"/>
            <a:ext cx="2329723" cy="348463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21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054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/>
            </a:lvl1pPr>
            <a:lvl2pPr>
              <a:defRPr sz="2500"/>
            </a:lvl2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13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 title="scalloped circle"/>
          <p:cNvSpPr/>
          <p:nvPr userDrawn="1"/>
        </p:nvSpPr>
        <p:spPr bwMode="auto">
          <a:xfrm>
            <a:off x="2750820" y="630954"/>
            <a:ext cx="6973824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825" y="1073907"/>
            <a:ext cx="9906355" cy="2355111"/>
          </a:xfrm>
        </p:spPr>
        <p:txBody>
          <a:bodyPr anchor="b">
            <a:normAutofit/>
          </a:bodyPr>
          <a:lstStyle>
            <a:lvl1pPr algn="ctr">
              <a:defRPr sz="4400" spc="0" baseline="0">
                <a:solidFill>
                  <a:srgbClr val="8DC63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825" y="3753054"/>
            <a:ext cx="9906355" cy="95113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 i="0" cap="all" spc="300" baseline="0">
                <a:solidFill>
                  <a:schemeClr val="tx1"/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Rectangle 9" title="left edge border"/>
          <p:cNvSpPr/>
          <p:nvPr userDrawn="1"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100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4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19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 title="righ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4917" y="382403"/>
            <a:ext cx="10615083" cy="670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917" y="1232759"/>
            <a:ext cx="10615083" cy="4932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7" y="6446814"/>
            <a:ext cx="2329723" cy="348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4679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20353" y="644679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0BE543-6413-4545-9641-1FF646F0C22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381189" y="6396584"/>
            <a:ext cx="1799529" cy="366175"/>
            <a:chOff x="97573" y="6396555"/>
            <a:chExt cx="1349647" cy="366174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428672" y="6454999"/>
              <a:ext cx="1018548" cy="276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i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Automation Lab</a:t>
              </a:r>
              <a:endParaRPr lang="ko-KR" altLang="en-US" sz="1100" i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13" name="그림 12"/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3" y="6396555"/>
              <a:ext cx="366174" cy="366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84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3" r:id="rId4"/>
    <p:sldLayoutId id="2147484224" r:id="rId5"/>
  </p:sldLayoutIdLst>
  <p:hf hdr="0" ftr="0" dt="0"/>
  <p:txStyles>
    <p:titleStyle>
      <a:lvl1pPr algn="l" defTabSz="685766" rtl="0" eaLnBrk="1" latinLnBrk="1" hangingPunct="1">
        <a:lnSpc>
          <a:spcPct val="90000"/>
        </a:lnSpc>
        <a:spcBef>
          <a:spcPct val="0"/>
        </a:spcBef>
        <a:buNone/>
        <a:defRPr sz="4000" kern="1200" cap="none" spc="15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3984" indent="-323984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n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7968" indent="-287986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l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935954" indent="-251988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 2" panose="05020102010507070707" pitchFamily="18" charset="2"/>
        <a:buChar char="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1" indent="-215989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38203" indent="-185730" algn="l" defTabSz="685766" rtl="0" eaLnBrk="1" latinLnBrk="1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685766" rtl="0" eaLnBrk="1" latinLnBrk="1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652" indent="-228589" algn="l" defTabSz="685766" rtl="0" eaLnBrk="1" latinLnBrk="1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8829" indent="-228589" algn="l" defTabSz="685766" rtl="0" eaLnBrk="1" latinLnBrk="1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006" indent="-228589" algn="l" defTabSz="685766" rtl="0" eaLnBrk="1" latinLnBrk="1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1056" userDrawn="1">
          <p15:clr>
            <a:srgbClr val="F26B43"/>
          </p15:clr>
        </p15:guide>
        <p15:guide id="2" pos="9600" userDrawn="1">
          <p15:clr>
            <a:srgbClr val="F26B43"/>
          </p15:clr>
        </p15:guide>
        <p15:guide id="3" pos="792" userDrawn="1">
          <p15:clr>
            <a:srgbClr val="F26B43"/>
          </p15:clr>
        </p15:guide>
        <p15:guide id="4" pos="7200" userDrawn="1">
          <p15:clr>
            <a:srgbClr val="F26B43"/>
          </p15:clr>
        </p15:guide>
        <p15:guide id="5" orient="horz" pos="4008" userDrawn="1">
          <p15:clr>
            <a:srgbClr val="F26B43"/>
          </p15:clr>
        </p15:guide>
        <p15:guide id="6" orient="horz" pos="1435" userDrawn="1">
          <p15:clr>
            <a:srgbClr val="F26B43"/>
          </p15:clr>
        </p15:guide>
        <p15:guide id="7" orient="horz" pos="3720" userDrawn="1">
          <p15:clr>
            <a:srgbClr val="F26B43"/>
          </p15:clr>
        </p15:guide>
        <p15:guide id="8" orient="horz" pos="240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orient="horz" pos="4179" userDrawn="1">
          <p15:clr>
            <a:srgbClr val="F26B43"/>
          </p15:clr>
        </p15:guide>
        <p15:guide id="11" pos="5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amtec.com/en/support#rplidar-a-serie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duino.cc/en/software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ko-kr/pycharm/download/#section=windows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2374050" y="1664804"/>
            <a:ext cx="7772400" cy="1368425"/>
          </a:xfrm>
        </p:spPr>
        <p:txBody>
          <a:bodyPr/>
          <a:lstStyle/>
          <a:p>
            <a:r>
              <a:rPr lang="en-US" altLang="ko-KR" sz="3600" b="1"/>
              <a:t>Future Vehicle </a:t>
            </a:r>
            <a:br>
              <a:rPr lang="en-US" altLang="ko-KR" sz="3600" b="1"/>
            </a:br>
            <a:r>
              <a:rPr lang="en-US" altLang="ko-KR" sz="3600" b="1"/>
              <a:t>Education Workshop</a:t>
            </a:r>
            <a:endParaRPr lang="ko-KR" altLang="en-US" sz="3600" b="1"/>
          </a:p>
        </p:txBody>
      </p:sp>
      <p:sp>
        <p:nvSpPr>
          <p:cNvPr id="4" name="TextBox 3"/>
          <p:cNvSpPr txBox="1"/>
          <p:nvPr userDrawn="1"/>
        </p:nvSpPr>
        <p:spPr>
          <a:xfrm>
            <a:off x="4999330" y="4057902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i="1"/>
              <a:t>Automation</a:t>
            </a:r>
            <a:r>
              <a:rPr lang="en-US" altLang="ko-KR" sz="2000" i="1"/>
              <a:t> </a:t>
            </a:r>
            <a:r>
              <a:rPr lang="en-US" altLang="ko-KR" sz="2400" i="1"/>
              <a:t>L</a:t>
            </a:r>
            <a:r>
              <a:rPr lang="en-US" altLang="ko-KR" sz="2000" i="1"/>
              <a:t>ab.</a:t>
            </a:r>
            <a:endParaRPr lang="ko-KR" altLang="en-US" sz="2000" i="1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786" y="4699132"/>
            <a:ext cx="784927" cy="784927"/>
          </a:xfrm>
          <a:prstGeom prst="rect">
            <a:avLst/>
          </a:prstGeom>
        </p:spPr>
      </p:pic>
      <p:sp>
        <p:nvSpPr>
          <p:cNvPr id="7" name="제목 5">
            <a:extLst>
              <a:ext uri="{FF2B5EF4-FFF2-40B4-BE49-F238E27FC236}">
                <a16:creationId xmlns:a16="http://schemas.microsoft.com/office/drawing/2014/main" id="{83228239-468E-5187-C8C6-52749009511D}"/>
              </a:ext>
            </a:extLst>
          </p:cNvPr>
          <p:cNvSpPr txBox="1">
            <a:spLocks/>
          </p:cNvSpPr>
          <p:nvPr/>
        </p:nvSpPr>
        <p:spPr>
          <a:xfrm>
            <a:off x="3073896" y="2749944"/>
            <a:ext cx="6372708" cy="1368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68576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7500" kern="1200" cap="none" spc="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2800">
                <a:latin typeface="+mj-ea"/>
              </a:rPr>
              <a:t>  </a:t>
            </a:r>
            <a:r>
              <a:rPr kumimoji="0" lang="en-US" altLang="ko-KR" sz="2800" spc="300">
                <a:latin typeface="+mj-ea"/>
              </a:rPr>
              <a:t>Subject</a:t>
            </a:r>
            <a:r>
              <a:rPr kumimoji="0" lang="en-US" altLang="ko-KR" sz="2800">
                <a:latin typeface="+mj-ea"/>
              </a:rPr>
              <a:t>:</a:t>
            </a:r>
            <a:br>
              <a:rPr kumimoji="0" lang="en-US" altLang="ko-KR" sz="2800">
                <a:latin typeface="+mj-ea"/>
              </a:rPr>
            </a:br>
            <a:r>
              <a:rPr kumimoji="0" lang="en-US" altLang="ko-KR" sz="2800">
                <a:latin typeface="+mj-ea"/>
              </a:rPr>
              <a:t>Environment Setting</a:t>
            </a:r>
            <a:endParaRPr lang="en-US" altLang="ko-KR" sz="2800" err="1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6503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PC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PC Hardware Environment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21BAFAF-7BAC-164D-05F1-063A6F2B2F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552" y="1988840"/>
            <a:ext cx="3348372" cy="33483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CE6475-F50B-A666-36F3-C9EDC7025C90}"/>
              </a:ext>
            </a:extLst>
          </p:cNvPr>
          <p:cNvSpPr txBox="1"/>
          <p:nvPr/>
        </p:nvSpPr>
        <p:spPr>
          <a:xfrm>
            <a:off x="1821187" y="5337212"/>
            <a:ext cx="3833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Operating System: Window10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60DFD1-EC27-48A5-6732-11C580D24A3D}"/>
              </a:ext>
            </a:extLst>
          </p:cNvPr>
          <p:cNvSpPr txBox="1"/>
          <p:nvPr/>
        </p:nvSpPr>
        <p:spPr>
          <a:xfrm>
            <a:off x="6730882" y="5337212"/>
            <a:ext cx="2859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Architecture: x86, x64</a:t>
            </a:r>
          </a:p>
        </p:txBody>
      </p:sp>
      <p:pic>
        <p:nvPicPr>
          <p:cNvPr id="15" name="그래픽 14" descr="컴퓨터 단색으로 채워진">
            <a:extLst>
              <a:ext uri="{FF2B5EF4-FFF2-40B4-BE49-F238E27FC236}">
                <a16:creationId xmlns:a16="http://schemas.microsoft.com/office/drawing/2014/main" id="{526166CD-E523-F1D9-5B61-8859324C4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9800" y="2412712"/>
            <a:ext cx="2674130" cy="267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PC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Check your PC's hardware specifications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3B1FBC-B88F-6283-B223-6273690A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716" y="1903110"/>
            <a:ext cx="5292588" cy="427322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FA35928-A680-9100-A04F-6B08C002746E}"/>
              </a:ext>
            </a:extLst>
          </p:cNvPr>
          <p:cNvSpPr/>
          <p:nvPr/>
        </p:nvSpPr>
        <p:spPr>
          <a:xfrm>
            <a:off x="3431704" y="2429444"/>
            <a:ext cx="2520279" cy="531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33A4A-7A91-81B9-40C9-05FE1E93DF28}"/>
              </a:ext>
            </a:extLst>
          </p:cNvPr>
          <p:cNvSpPr txBox="1"/>
          <p:nvPr/>
        </p:nvSpPr>
        <p:spPr>
          <a:xfrm>
            <a:off x="2734077" y="2495140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49702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C9AFB49-B263-572B-6D54-E970F39D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80" y="1857094"/>
            <a:ext cx="6091949" cy="473367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PC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Check your PC's hardware specifications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A35928-A680-9100-A04F-6B08C002746E}"/>
              </a:ext>
            </a:extLst>
          </p:cNvPr>
          <p:cNvSpPr/>
          <p:nvPr/>
        </p:nvSpPr>
        <p:spPr>
          <a:xfrm>
            <a:off x="3395701" y="3293541"/>
            <a:ext cx="1476163" cy="531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33A4A-7A91-81B9-40C9-05FE1E93DF28}"/>
              </a:ext>
            </a:extLst>
          </p:cNvPr>
          <p:cNvSpPr txBox="1"/>
          <p:nvPr/>
        </p:nvSpPr>
        <p:spPr>
          <a:xfrm>
            <a:off x="2698073" y="3385226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297763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5C7F42F-4A23-E9CB-3363-24DEBCDE1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956" y="1890592"/>
            <a:ext cx="4652126" cy="457440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PC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Check your PC's hardware specifications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A35928-A680-9100-A04F-6B08C002746E}"/>
              </a:ext>
            </a:extLst>
          </p:cNvPr>
          <p:cNvSpPr/>
          <p:nvPr/>
        </p:nvSpPr>
        <p:spPr>
          <a:xfrm>
            <a:off x="3827749" y="6181047"/>
            <a:ext cx="648072" cy="3457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33A4A-7A91-81B9-40C9-05FE1E93DF28}"/>
              </a:ext>
            </a:extLst>
          </p:cNvPr>
          <p:cNvSpPr txBox="1"/>
          <p:nvPr/>
        </p:nvSpPr>
        <p:spPr>
          <a:xfrm>
            <a:off x="3130122" y="6181047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282672-C667-3848-818E-0A608408A3B0}"/>
              </a:ext>
            </a:extLst>
          </p:cNvPr>
          <p:cNvSpPr/>
          <p:nvPr/>
        </p:nvSpPr>
        <p:spPr>
          <a:xfrm>
            <a:off x="5771964" y="3905184"/>
            <a:ext cx="1980220" cy="2438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EB7712-CCD4-FD55-A03B-DFFF6183E198}"/>
              </a:ext>
            </a:extLst>
          </p:cNvPr>
          <p:cNvSpPr/>
          <p:nvPr/>
        </p:nvSpPr>
        <p:spPr>
          <a:xfrm>
            <a:off x="5771964" y="5229200"/>
            <a:ext cx="1332148" cy="2438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60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LiDAR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4" name="그림 3" descr="실내, 이어폰, 어두운이(가) 표시된 사진&#10;&#10;자동 생성된 설명">
            <a:extLst>
              <a:ext uri="{FF2B5EF4-FFF2-40B4-BE49-F238E27FC236}">
                <a16:creationId xmlns:a16="http://schemas.microsoft.com/office/drawing/2014/main" id="{3623C661-D20F-A8ED-E21D-D70256A49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822" y="2087103"/>
            <a:ext cx="5163271" cy="386769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7176120" y="5193196"/>
            <a:ext cx="1152128" cy="8280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8400256" y="5425186"/>
            <a:ext cx="2999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Connect the short wire</a:t>
            </a:r>
            <a:b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</a:b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to the PC</a:t>
            </a:r>
          </a:p>
        </p:txBody>
      </p:sp>
    </p:spTree>
    <p:extLst>
      <p:ext uri="{BB962C8B-B14F-4D97-AF65-F5344CB8AC3E}">
        <p14:creationId xmlns:p14="http://schemas.microsoft.com/office/powerpoint/2010/main" val="1368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684B196-3495-603E-C4F6-37A1F79E4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589" y="2005427"/>
            <a:ext cx="5571738" cy="447589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Verify Lidar Device Connection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251684" y="2568514"/>
            <a:ext cx="2592288" cy="536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2554057" y="2632846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697316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sym typeface="Wingdings" panose="05000000000000000000" pitchFamily="2" charset="2"/>
              </a:rPr>
              <a:t>Verify Lidar Device Connection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5C2AE02-4F06-C495-C717-0435B534C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038" b="61461"/>
          <a:stretch/>
        </p:blipFill>
        <p:spPr>
          <a:xfrm>
            <a:off x="3285494" y="2062324"/>
            <a:ext cx="5621012" cy="27158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539716" y="4293096"/>
            <a:ext cx="3204356" cy="5400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3285494" y="4867192"/>
            <a:ext cx="5849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Other Device CP2102 USB Recognition Checks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CBA3F9-61A5-EFF3-46BA-FC33881C0CC3}"/>
              </a:ext>
            </a:extLst>
          </p:cNvPr>
          <p:cNvSpPr txBox="1"/>
          <p:nvPr/>
        </p:nvSpPr>
        <p:spPr>
          <a:xfrm>
            <a:off x="3285493" y="5257754"/>
            <a:ext cx="6885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If not recognized, check the lidar USB port connection</a:t>
            </a:r>
          </a:p>
        </p:txBody>
      </p:sp>
    </p:spTree>
    <p:extLst>
      <p:ext uri="{BB962C8B-B14F-4D97-AF65-F5344CB8AC3E}">
        <p14:creationId xmlns:p14="http://schemas.microsoft.com/office/powerpoint/2010/main" val="404743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5688684B-117C-5206-4F71-A03FC4FD9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57" y="2672215"/>
            <a:ext cx="7451199" cy="36853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LiDAR Driver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074D1B-3853-8CB1-937B-51AFBEDBDA34}"/>
              </a:ext>
            </a:extLst>
          </p:cNvPr>
          <p:cNvSpPr txBox="1"/>
          <p:nvPr/>
        </p:nvSpPr>
        <p:spPr>
          <a:xfrm>
            <a:off x="821044" y="1903110"/>
            <a:ext cx="8493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Download page: </a:t>
            </a:r>
          </a:p>
          <a:p>
            <a:r>
              <a:rPr lang="en-US" altLang="ko-KR" sz="2000">
                <a:latin typeface="+mj-ea"/>
                <a:ea typeface="+mj-ea"/>
                <a:hlinkClick r:id="rId3"/>
              </a:rPr>
              <a:t>https://www.slamtec.com/en/support#rplidar-a-series</a:t>
            </a:r>
            <a:endParaRPr lang="ko-KR" altLang="en-US" sz="2000"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5915980" y="4833156"/>
            <a:ext cx="576064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5231904" y="4797152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B27E5F-65B8-8AC9-7968-0405DCE3B5F1}"/>
              </a:ext>
            </a:extLst>
          </p:cNvPr>
          <p:cNvSpPr txBox="1"/>
          <p:nvPr/>
        </p:nvSpPr>
        <p:spPr>
          <a:xfrm>
            <a:off x="4151784" y="5168475"/>
            <a:ext cx="6618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Path: SDK and Firmware - RPLIDAR SDK - Download</a:t>
            </a:r>
          </a:p>
        </p:txBody>
      </p:sp>
    </p:spTree>
    <p:extLst>
      <p:ext uri="{BB962C8B-B14F-4D97-AF65-F5344CB8AC3E}">
        <p14:creationId xmlns:p14="http://schemas.microsoft.com/office/powerpoint/2010/main" val="1024680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C61B376-3FFD-3EF2-380F-59C06FA9D8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6" r="3250" b="36627"/>
          <a:stretch/>
        </p:blipFill>
        <p:spPr>
          <a:xfrm>
            <a:off x="767408" y="2526587"/>
            <a:ext cx="4752528" cy="27026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LiDAR Driver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1631504" y="4835985"/>
            <a:ext cx="2520280" cy="267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4151784" y="4769677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A4847F2-D1EE-0189-8E37-534EAD02B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267" y="2207035"/>
            <a:ext cx="4519414" cy="33417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50EBE8A-B475-675C-5064-4BCCAC38BE3C}"/>
              </a:ext>
            </a:extLst>
          </p:cNvPr>
          <p:cNvSpPr/>
          <p:nvPr/>
        </p:nvSpPr>
        <p:spPr>
          <a:xfrm>
            <a:off x="9408368" y="5255120"/>
            <a:ext cx="864096" cy="267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5CC68E-9E01-1D37-1127-E8B3303BD82B}"/>
              </a:ext>
            </a:extLst>
          </p:cNvPr>
          <p:cNvSpPr txBox="1"/>
          <p:nvPr/>
        </p:nvSpPr>
        <p:spPr>
          <a:xfrm>
            <a:off x="9491602" y="4855010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632554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LiDAR Driver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11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AE3F2FA-CFE9-4196-5655-A0E8C1E6E860}"/>
              </a:ext>
            </a:extLst>
          </p:cNvPr>
          <p:cNvGrpSpPr/>
          <p:nvPr/>
        </p:nvGrpSpPr>
        <p:grpSpPr>
          <a:xfrm>
            <a:off x="479376" y="3139587"/>
            <a:ext cx="5856845" cy="1348887"/>
            <a:chOff x="479376" y="3139587"/>
            <a:chExt cx="5856845" cy="1348887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91F745B-A9E7-7680-9D07-2732438FE176}"/>
                </a:ext>
              </a:extLst>
            </p:cNvPr>
            <p:cNvGrpSpPr/>
            <p:nvPr/>
          </p:nvGrpSpPr>
          <p:grpSpPr>
            <a:xfrm>
              <a:off x="479376" y="3139587"/>
              <a:ext cx="5856845" cy="1104900"/>
              <a:chOff x="2455218" y="2097601"/>
              <a:chExt cx="5856845" cy="1104900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DA9DF363-C0ED-8BC1-6B33-2D6DC7F9C7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20351"/>
              <a:stretch/>
            </p:blipFill>
            <p:spPr>
              <a:xfrm>
                <a:off x="2455218" y="2097601"/>
                <a:ext cx="5856845" cy="11049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B645CE2-C5AE-7298-AAAC-01C8886E75D1}"/>
                  </a:ext>
                </a:extLst>
              </p:cNvPr>
              <p:cNvSpPr/>
              <p:nvPr/>
            </p:nvSpPr>
            <p:spPr>
              <a:xfrm>
                <a:off x="2491222" y="2711050"/>
                <a:ext cx="2452650" cy="34690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A26E60-A6F5-14CB-BBC5-D666D3971CA6}"/>
                </a:ext>
              </a:extLst>
            </p:cNvPr>
            <p:cNvSpPr txBox="1"/>
            <p:nvPr/>
          </p:nvSpPr>
          <p:spPr>
            <a:xfrm>
              <a:off x="1523492" y="4088364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solidFill>
                    <a:srgbClr val="FF0000"/>
                  </a:solidFill>
                  <a:latin typeface="+mj-ea"/>
                  <a:ea typeface="+mj-ea"/>
                </a:rPr>
                <a:t>클릭</a:t>
              </a:r>
              <a:endParaRPr lang="en-US" altLang="ko-KR" sz="200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F279F53-773A-3EFD-F280-A044D7529E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269"/>
          <a:stretch/>
        </p:blipFill>
        <p:spPr>
          <a:xfrm>
            <a:off x="6539152" y="2412771"/>
            <a:ext cx="5400600" cy="2977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72493E-6B59-2200-A378-3C96351DF920}"/>
              </a:ext>
            </a:extLst>
          </p:cNvPr>
          <p:cNvSpPr/>
          <p:nvPr/>
        </p:nvSpPr>
        <p:spPr>
          <a:xfrm>
            <a:off x="6575156" y="3569544"/>
            <a:ext cx="2257148" cy="255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DD9CA8-C69E-DACF-1413-073282922336}"/>
              </a:ext>
            </a:extLst>
          </p:cNvPr>
          <p:cNvSpPr txBox="1"/>
          <p:nvPr/>
        </p:nvSpPr>
        <p:spPr>
          <a:xfrm>
            <a:off x="7541131" y="316943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+mj-ea"/>
                <a:ea typeface="+mj-ea"/>
              </a:rPr>
              <a:t>클릭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71122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4">
            <a:extLst>
              <a:ext uri="{FF2B5EF4-FFF2-40B4-BE49-F238E27FC236}">
                <a16:creationId xmlns:a16="http://schemas.microsoft.com/office/drawing/2014/main" id="{C7E29B51-EF5E-08B1-F96B-731334674F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95" r="2113" b="58968"/>
          <a:stretch/>
        </p:blipFill>
        <p:spPr>
          <a:xfrm>
            <a:off x="6564052" y="2756035"/>
            <a:ext cx="5303692" cy="2028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LiDAR Driver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78EC706-8036-162D-6090-A6724B23E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52" y="3220903"/>
            <a:ext cx="5734850" cy="10288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560660" y="3868975"/>
            <a:ext cx="2448272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1559496" y="4157007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0A87931-07B0-4BF3-7DE4-DE053F1AF015}"/>
              </a:ext>
            </a:extLst>
          </p:cNvPr>
          <p:cNvSpPr/>
          <p:nvPr/>
        </p:nvSpPr>
        <p:spPr>
          <a:xfrm>
            <a:off x="7752184" y="4293096"/>
            <a:ext cx="2459498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E1081A-D481-A7B0-AF13-6D24CBBE8A0B}"/>
              </a:ext>
            </a:extLst>
          </p:cNvPr>
          <p:cNvSpPr txBox="1"/>
          <p:nvPr/>
        </p:nvSpPr>
        <p:spPr>
          <a:xfrm>
            <a:off x="10211682" y="4237057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575066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LiDAR Driver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AECC9A4-1AF2-2AC8-1B9D-3D42FD17F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684" y="2328783"/>
            <a:ext cx="5982535" cy="24387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359696" y="3412021"/>
            <a:ext cx="2412268" cy="4490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2927648" y="4889237"/>
            <a:ext cx="6181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Run programs that meet your PC's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2846136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A53D0BF-F37A-C5A6-B540-5F6430C48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6" y="2142336"/>
            <a:ext cx="5543550" cy="36195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LiDAR Driver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4223978" y="5337212"/>
            <a:ext cx="972108" cy="417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4361218" y="5767106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2447AD-41E0-FE5A-2434-F59A4E43A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80" y="2147606"/>
            <a:ext cx="5543550" cy="36195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1C43499-5984-0306-451B-445C35CED668}"/>
              </a:ext>
            </a:extLst>
          </p:cNvPr>
          <p:cNvSpPr/>
          <p:nvPr/>
        </p:nvSpPr>
        <p:spPr>
          <a:xfrm>
            <a:off x="7361820" y="4656429"/>
            <a:ext cx="1404156" cy="417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C1173D-CE0F-0E01-4CD6-D11109E2440F}"/>
              </a:ext>
            </a:extLst>
          </p:cNvPr>
          <p:cNvSpPr/>
          <p:nvPr/>
        </p:nvSpPr>
        <p:spPr>
          <a:xfrm>
            <a:off x="9948428" y="5337211"/>
            <a:ext cx="972108" cy="417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9651C0-C6FB-4A69-0E60-4BE601D3B3A7}"/>
              </a:ext>
            </a:extLst>
          </p:cNvPr>
          <p:cNvSpPr txBox="1"/>
          <p:nvPr/>
        </p:nvSpPr>
        <p:spPr>
          <a:xfrm>
            <a:off x="8024238" y="5877879"/>
            <a:ext cx="3727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Check Agree, then click Next</a:t>
            </a:r>
          </a:p>
        </p:txBody>
      </p:sp>
    </p:spTree>
    <p:extLst>
      <p:ext uri="{BB962C8B-B14F-4D97-AF65-F5344CB8AC3E}">
        <p14:creationId xmlns:p14="http://schemas.microsoft.com/office/powerpoint/2010/main" val="3600351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D8A85AB-FDD1-C58C-7570-0879E71E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1968763"/>
            <a:ext cx="5543550" cy="36195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LiDAR Driver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6662594" y="5143705"/>
            <a:ext cx="922890" cy="4490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6775225" y="5621178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690673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683D814-935B-AC97-38D2-C2FE1560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1914526"/>
            <a:ext cx="5931114" cy="434391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LiDAR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LiDAR Driver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431704" y="5229200"/>
            <a:ext cx="2808312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6420036" y="5056237"/>
            <a:ext cx="46135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Device Manager</a:t>
            </a:r>
            <a:r>
              <a:rPr lang="ko-KR" altLang="en-US" sz="2000">
                <a:latin typeface="+mj-ea"/>
                <a:ea typeface="+mj-ea"/>
              </a:rPr>
              <a:t> </a:t>
            </a:r>
            <a:r>
              <a:rPr lang="en-US" altLang="ko-KR" sz="2000">
                <a:latin typeface="+mj-ea"/>
                <a:ea typeface="+mj-ea"/>
              </a:rPr>
              <a:t>– port(COM &amp; LPT)</a:t>
            </a:r>
          </a:p>
          <a:p>
            <a:r>
              <a:rPr lang="en-US" altLang="ko-KR" sz="2000">
                <a:latin typeface="+mj-ea"/>
                <a:ea typeface="+mj-ea"/>
              </a:rPr>
              <a:t>CP2102 USB 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Recognition check</a:t>
            </a:r>
          </a:p>
        </p:txBody>
      </p:sp>
    </p:spTree>
    <p:extLst>
      <p:ext uri="{BB962C8B-B14F-4D97-AF65-F5344CB8AC3E}">
        <p14:creationId xmlns:p14="http://schemas.microsoft.com/office/powerpoint/2010/main" val="1222594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6959C26-8717-77F8-7674-F1C343610F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4"/>
          <a:stretch/>
        </p:blipFill>
        <p:spPr>
          <a:xfrm>
            <a:off x="3601737" y="2748513"/>
            <a:ext cx="4988525" cy="38711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Arduino IDE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755740" y="3193478"/>
            <a:ext cx="1944216" cy="4490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1235460" y="3113125"/>
            <a:ext cx="2575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Arduino IDE 1.8.19 </a:t>
            </a:r>
          </a:p>
          <a:p>
            <a:pPr algn="ctr"/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Version check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49933-D6BF-2907-1822-1DB82F7F8037}"/>
              </a:ext>
            </a:extLst>
          </p:cNvPr>
          <p:cNvSpPr txBox="1"/>
          <p:nvPr/>
        </p:nvSpPr>
        <p:spPr>
          <a:xfrm>
            <a:off x="821044" y="1903110"/>
            <a:ext cx="8493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Download page:</a:t>
            </a:r>
          </a:p>
          <a:p>
            <a:r>
              <a:rPr lang="en-US" altLang="ko-KR" sz="2000">
                <a:latin typeface="+mj-ea"/>
                <a:ea typeface="+mj-ea"/>
                <a:hlinkClick r:id="rId3"/>
              </a:rPr>
              <a:t>https://www.arduino.cc/en/software</a:t>
            </a:r>
            <a:endParaRPr lang="ko-KR" altLang="en-US" sz="200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1ED741-6861-90B0-2E2D-D1133FADA8C6}"/>
              </a:ext>
            </a:extLst>
          </p:cNvPr>
          <p:cNvSpPr/>
          <p:nvPr/>
        </p:nvSpPr>
        <p:spPr>
          <a:xfrm>
            <a:off x="6708068" y="3371985"/>
            <a:ext cx="1080120" cy="201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08BA87-F791-C203-8872-B3C12430F779}"/>
              </a:ext>
            </a:extLst>
          </p:cNvPr>
          <p:cNvSpPr txBox="1"/>
          <p:nvPr/>
        </p:nvSpPr>
        <p:spPr>
          <a:xfrm>
            <a:off x="7807237" y="3220846"/>
            <a:ext cx="2626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>
                <a:latin typeface="+mj-ea"/>
                <a:ea typeface="+mj-ea"/>
              </a:rPr>
              <a:t>Click and Download</a:t>
            </a:r>
          </a:p>
        </p:txBody>
      </p:sp>
    </p:spTree>
    <p:extLst>
      <p:ext uri="{BB962C8B-B14F-4D97-AF65-F5344CB8AC3E}">
        <p14:creationId xmlns:p14="http://schemas.microsoft.com/office/powerpoint/2010/main" val="1207834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Arduino IDE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BA17A5-3682-D016-C6EF-20A150F3CA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71" t="3157" r="3674" b="7154"/>
          <a:stretch/>
        </p:blipFill>
        <p:spPr>
          <a:xfrm>
            <a:off x="4223792" y="1968763"/>
            <a:ext cx="4356484" cy="44033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5123892" y="3753036"/>
            <a:ext cx="1260140" cy="4490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4426265" y="3774844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475746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AA56E9E-BE92-7DC3-72FE-D87046423C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82" r="11462" b="68290"/>
          <a:stretch/>
        </p:blipFill>
        <p:spPr>
          <a:xfrm>
            <a:off x="1091444" y="3126793"/>
            <a:ext cx="4788532" cy="1417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Arduino IDE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1091444" y="3811541"/>
            <a:ext cx="2106234" cy="347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1795747" y="4159377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880CB5-E118-4DDD-E8FF-D1692E472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751" y="2312876"/>
            <a:ext cx="4019550" cy="27622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DB17F2C-745F-0773-2A83-50EB258DDA1C}"/>
              </a:ext>
            </a:extLst>
          </p:cNvPr>
          <p:cNvSpPr/>
          <p:nvPr/>
        </p:nvSpPr>
        <p:spPr>
          <a:xfrm>
            <a:off x="9912424" y="4689140"/>
            <a:ext cx="900100" cy="347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70C5AD-E302-E6F2-63AE-368984EA9ECC}"/>
              </a:ext>
            </a:extLst>
          </p:cNvPr>
          <p:cNvSpPr txBox="1"/>
          <p:nvPr/>
        </p:nvSpPr>
        <p:spPr>
          <a:xfrm>
            <a:off x="10013660" y="5075126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4D194B23-5E60-4E73-3AF7-3EA33595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7" y="382403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19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57E6884-19BE-6182-D117-C9E9F1F3E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110" y="2527097"/>
            <a:ext cx="4019550" cy="276225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Arduino IDE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2963652" y="3405919"/>
            <a:ext cx="2237500" cy="9231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3432224" y="4325069"/>
            <a:ext cx="1446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Check ALL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ABCE18-7823-E6E8-8159-349E5E13E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571" y="2527097"/>
            <a:ext cx="4019550" cy="27622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D623B93-1B3A-43C8-C0AA-C2BD9A7FBFF2}"/>
              </a:ext>
            </a:extLst>
          </p:cNvPr>
          <p:cNvSpPr/>
          <p:nvPr/>
        </p:nvSpPr>
        <p:spPr>
          <a:xfrm>
            <a:off x="4367808" y="4869160"/>
            <a:ext cx="894848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C3C561-D058-2344-9B2C-5C7BA2293C37}"/>
              </a:ext>
            </a:extLst>
          </p:cNvPr>
          <p:cNvSpPr txBox="1"/>
          <p:nvPr/>
        </p:nvSpPr>
        <p:spPr>
          <a:xfrm>
            <a:off x="4482954" y="5289347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7268F7-42C8-0901-02DD-3A54D52A05BA}"/>
              </a:ext>
            </a:extLst>
          </p:cNvPr>
          <p:cNvSpPr/>
          <p:nvPr/>
        </p:nvSpPr>
        <p:spPr>
          <a:xfrm>
            <a:off x="9893254" y="4873238"/>
            <a:ext cx="894848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34B8ED-599F-AE5F-3512-612456EB3462}"/>
              </a:ext>
            </a:extLst>
          </p:cNvPr>
          <p:cNvSpPr txBox="1"/>
          <p:nvPr/>
        </p:nvSpPr>
        <p:spPr>
          <a:xfrm>
            <a:off x="10008400" y="5293425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967520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Arduino IDE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A00FDB-23A8-D1B2-A178-CCBC512FD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060" y="2868553"/>
            <a:ext cx="5127274" cy="239824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6A418C7-42A8-A75C-281D-47B910449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25" y="2868553"/>
            <a:ext cx="5540250" cy="243897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971764" y="4376079"/>
            <a:ext cx="864096" cy="371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1792193" y="2420385"/>
            <a:ext cx="78061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Device Software Installation Notification Appearing, Install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C8C5C-7373-1ED7-5E44-D1D4B7228F50}"/>
              </a:ext>
            </a:extLst>
          </p:cNvPr>
          <p:cNvSpPr txBox="1"/>
          <p:nvPr/>
        </p:nvSpPr>
        <p:spPr>
          <a:xfrm>
            <a:off x="4054998" y="3927911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AF3BAF-C4B0-1D4E-A42B-F56522029CAE}"/>
              </a:ext>
            </a:extLst>
          </p:cNvPr>
          <p:cNvSpPr txBox="1"/>
          <p:nvPr/>
        </p:nvSpPr>
        <p:spPr>
          <a:xfrm>
            <a:off x="9714486" y="3905957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89AC9A-A5EE-4EBF-0012-46FFFBA8C29A}"/>
              </a:ext>
            </a:extLst>
          </p:cNvPr>
          <p:cNvSpPr/>
          <p:nvPr/>
        </p:nvSpPr>
        <p:spPr>
          <a:xfrm>
            <a:off x="9660396" y="4354125"/>
            <a:ext cx="864096" cy="371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516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ECAB431-8486-101C-0797-EC534BA4A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87" y="2886451"/>
            <a:ext cx="5420599" cy="257700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Install </a:t>
            </a:r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Arduino IDE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6444239" y="4490093"/>
            <a:ext cx="936104" cy="371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1922439" y="2387581"/>
            <a:ext cx="78061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Device Software Installation Notification Appearing, Install 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C8C5C-7373-1ED7-5E44-D1D4B7228F50}"/>
              </a:ext>
            </a:extLst>
          </p:cNvPr>
          <p:cNvSpPr txBox="1"/>
          <p:nvPr/>
        </p:nvSpPr>
        <p:spPr>
          <a:xfrm>
            <a:off x="6563477" y="4041925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708288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5590A57-422C-F0AF-FB24-1D4F4827E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796" y="2479923"/>
            <a:ext cx="4019550" cy="276225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Arduino IDE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7356140" y="4833156"/>
            <a:ext cx="887202" cy="3780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8279346" y="4811134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197973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1CF7D2D-277B-ADB4-E8CC-5002EE11B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313" y="1946396"/>
            <a:ext cx="5799040" cy="46733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Arduino IDE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321312" y="2528900"/>
            <a:ext cx="2486655" cy="576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1552559" y="2616877"/>
            <a:ext cx="1735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Run Arduino</a:t>
            </a:r>
          </a:p>
        </p:txBody>
      </p:sp>
    </p:spTree>
    <p:extLst>
      <p:ext uri="{BB962C8B-B14F-4D97-AF65-F5344CB8AC3E}">
        <p14:creationId xmlns:p14="http://schemas.microsoft.com/office/powerpoint/2010/main" val="1447715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E38DE74-EF8B-CE6E-223B-447B2D05A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190" y="2038345"/>
            <a:ext cx="5857875" cy="41433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Arduino IDE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336906" y="4185084"/>
            <a:ext cx="4235258" cy="10811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6126498" y="5744994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5E3F73-3436-BF18-E1C7-1A629B2014CA}"/>
              </a:ext>
            </a:extLst>
          </p:cNvPr>
          <p:cNvSpPr/>
          <p:nvPr/>
        </p:nvSpPr>
        <p:spPr>
          <a:xfrm>
            <a:off x="6780076" y="5724794"/>
            <a:ext cx="1332148" cy="4405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05DB92-34B6-1EE6-42D9-2D2126B6232C}"/>
              </a:ext>
            </a:extLst>
          </p:cNvPr>
          <p:cNvSpPr txBox="1"/>
          <p:nvPr/>
        </p:nvSpPr>
        <p:spPr>
          <a:xfrm>
            <a:off x="7572164" y="4520829"/>
            <a:ext cx="2980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Private Network Check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87911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Arduino IDE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Arduino IDE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Initial screen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19FB528-95E3-B7C7-3651-69802FEE7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772" y="1918831"/>
            <a:ext cx="3760266" cy="471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234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47C8956-0A71-54FD-74D1-6960333C1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382396"/>
            <a:ext cx="5181493" cy="57332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Python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Python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5915981" y="4689140"/>
            <a:ext cx="5004556" cy="13321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3427684" y="4917355"/>
            <a:ext cx="226412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Choose version and download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A8B1D-8965-07F3-F29D-8C0D5C667816}"/>
              </a:ext>
            </a:extLst>
          </p:cNvPr>
          <p:cNvSpPr txBox="1"/>
          <p:nvPr/>
        </p:nvSpPr>
        <p:spPr>
          <a:xfrm>
            <a:off x="814917" y="1903110"/>
            <a:ext cx="8493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Download</a:t>
            </a:r>
            <a:r>
              <a:rPr lang="ko-KR" altLang="en-US" sz="2000">
                <a:latin typeface="+mj-ea"/>
                <a:ea typeface="+mj-ea"/>
              </a:rPr>
              <a:t> </a:t>
            </a:r>
            <a:r>
              <a:rPr lang="en-US" altLang="ko-KR" sz="2000">
                <a:latin typeface="+mj-ea"/>
                <a:ea typeface="+mj-ea"/>
              </a:rPr>
              <a:t>Page: </a:t>
            </a:r>
          </a:p>
          <a:p>
            <a:r>
              <a:rPr lang="en-US" altLang="ko-KR" sz="2000">
                <a:latin typeface="+mj-ea"/>
                <a:ea typeface="+mj-ea"/>
                <a:hlinkClick r:id="rId3"/>
              </a:rPr>
              <a:t>https://www.python.org/downloads/ </a:t>
            </a:r>
            <a:endParaRPr lang="en-US" altLang="ko-KR" sz="20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50680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64B6348-0916-B03C-A5A5-89F70EFD5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533" y="2707575"/>
            <a:ext cx="8134135" cy="2529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Python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Python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1845509" y="4460671"/>
            <a:ext cx="8029312" cy="276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4469015" y="5370906"/>
            <a:ext cx="3892219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Version 3.9.13 Click Download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A8B1D-8965-07F3-F29D-8C0D5C667816}"/>
              </a:ext>
            </a:extLst>
          </p:cNvPr>
          <p:cNvSpPr txBox="1"/>
          <p:nvPr/>
        </p:nvSpPr>
        <p:spPr>
          <a:xfrm>
            <a:off x="814917" y="1903110"/>
            <a:ext cx="8493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Download Page: </a:t>
            </a:r>
          </a:p>
          <a:p>
            <a:r>
              <a:rPr lang="en-US" altLang="ko-KR" sz="2000">
                <a:latin typeface="+mj-ea"/>
                <a:ea typeface="+mj-ea"/>
                <a:hlinkClick r:id="rId3"/>
              </a:rPr>
              <a:t>https://www.python.org/downloads/ </a:t>
            </a:r>
            <a:endParaRPr lang="en-US" altLang="ko-KR" sz="20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80465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48EEF2C-10E6-5CC0-D5CA-E547A5A5E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297" y="247946"/>
            <a:ext cx="4690979" cy="625046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Python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Python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4375057" y="4668857"/>
            <a:ext cx="4593507" cy="1110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9020113" y="4970145"/>
            <a:ext cx="2263761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Check the “Files”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81746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2CB0D98-292C-402F-B540-054659F5B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34" y="2373348"/>
            <a:ext cx="6699696" cy="286474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Python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Python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583748" y="4610218"/>
            <a:ext cx="1140623" cy="514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A0C412-EB83-6970-75BB-36276C82F35C}"/>
              </a:ext>
            </a:extLst>
          </p:cNvPr>
          <p:cNvSpPr txBox="1"/>
          <p:nvPr/>
        </p:nvSpPr>
        <p:spPr>
          <a:xfrm>
            <a:off x="548390" y="5370660"/>
            <a:ext cx="6817379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Select your PC hardware specifications (64-bit, 32-bit)</a:t>
            </a:r>
            <a:endParaRPr lang="ko-KR" altLang="en-US" sz="2000">
              <a:latin typeface="+mj-ea"/>
              <a:ea typeface="+mj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DB1029A-B754-848A-2836-F9B41B8DC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209" y="1353632"/>
            <a:ext cx="4160215" cy="409071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B42E66-4436-274F-2242-B69D4B048904}"/>
              </a:ext>
            </a:extLst>
          </p:cNvPr>
          <p:cNvSpPr/>
          <p:nvPr/>
        </p:nvSpPr>
        <p:spPr>
          <a:xfrm>
            <a:off x="9573243" y="3158679"/>
            <a:ext cx="1750339" cy="2181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284F7-8A55-89FE-BEF6-FC6484B28FF4}"/>
              </a:ext>
            </a:extLst>
          </p:cNvPr>
          <p:cNvSpPr txBox="1"/>
          <p:nvPr/>
        </p:nvSpPr>
        <p:spPr>
          <a:xfrm>
            <a:off x="7305880" y="5493231"/>
            <a:ext cx="476228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>
                <a:latin typeface="+mj-ea"/>
                <a:ea typeface="+mj-ea"/>
              </a:rPr>
              <a:t>Hardware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Specifications</a:t>
            </a:r>
          </a:p>
          <a:p>
            <a:pPr algn="ctr"/>
            <a:r>
              <a:rPr lang="en-US" altLang="ko-KR">
                <a:latin typeface="Malgun Gothic"/>
                <a:ea typeface="Malgun Gothic"/>
              </a:rPr>
              <a:t>Check out the first part of this document (page 5)</a:t>
            </a:r>
            <a:endParaRPr lang="ko-KR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288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7E56BFC3-4236-6832-B787-7656A2E94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951" y="3378747"/>
            <a:ext cx="3717401" cy="228849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Python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Python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BB42E66-4436-274F-2242-B69D4B048904}"/>
              </a:ext>
            </a:extLst>
          </p:cNvPr>
          <p:cNvSpPr/>
          <p:nvPr/>
        </p:nvSpPr>
        <p:spPr>
          <a:xfrm>
            <a:off x="7764021" y="5257812"/>
            <a:ext cx="1847277" cy="385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284F7-8A55-89FE-BEF6-FC6484B28FF4}"/>
              </a:ext>
            </a:extLst>
          </p:cNvPr>
          <p:cNvSpPr txBox="1"/>
          <p:nvPr/>
        </p:nvSpPr>
        <p:spPr>
          <a:xfrm>
            <a:off x="6572175" y="5726193"/>
            <a:ext cx="425956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2000">
                <a:latin typeface="+mj-ea"/>
                <a:ea typeface="+mj-ea"/>
              </a:rPr>
              <a:t>If only one is active
Check only the following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E8E4F09-58AD-7C5E-B0BC-5B20D5981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619" y="1887870"/>
            <a:ext cx="5319729" cy="9470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B1A5ED0-0F78-2095-F050-2B77D8527E32}"/>
              </a:ext>
            </a:extLst>
          </p:cNvPr>
          <p:cNvSpPr/>
          <p:nvPr/>
        </p:nvSpPr>
        <p:spPr>
          <a:xfrm>
            <a:off x="2181974" y="2620035"/>
            <a:ext cx="1305158" cy="21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6A7F77-1B42-9D9D-0256-C032CFB053FC}"/>
              </a:ext>
            </a:extLst>
          </p:cNvPr>
          <p:cNvSpPr txBox="1"/>
          <p:nvPr/>
        </p:nvSpPr>
        <p:spPr>
          <a:xfrm>
            <a:off x="2785612" y="2219925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73F063-BA75-EF66-FE5E-7C4AF2B591F9}"/>
              </a:ext>
            </a:extLst>
          </p:cNvPr>
          <p:cNvSpPr/>
          <p:nvPr/>
        </p:nvSpPr>
        <p:spPr>
          <a:xfrm>
            <a:off x="7847612" y="4009177"/>
            <a:ext cx="2670590" cy="6944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6432A4-E1C9-62C3-B471-ADCB2168F7B9}"/>
              </a:ext>
            </a:extLst>
          </p:cNvPr>
          <p:cNvSpPr txBox="1"/>
          <p:nvPr/>
        </p:nvSpPr>
        <p:spPr>
          <a:xfrm>
            <a:off x="10518203" y="4156346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8E73184-1E05-3E28-D0C1-4FB9D6AF8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622" y="3405846"/>
            <a:ext cx="3601333" cy="221703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D0F566D-4212-7739-FE9D-7753DA225E8B}"/>
              </a:ext>
            </a:extLst>
          </p:cNvPr>
          <p:cNvSpPr/>
          <p:nvPr/>
        </p:nvSpPr>
        <p:spPr>
          <a:xfrm>
            <a:off x="2863177" y="5199757"/>
            <a:ext cx="2016224" cy="401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E0F74E-D894-E577-2011-93CD81F5F2B9}"/>
              </a:ext>
            </a:extLst>
          </p:cNvPr>
          <p:cNvSpPr txBox="1"/>
          <p:nvPr/>
        </p:nvSpPr>
        <p:spPr>
          <a:xfrm>
            <a:off x="1571883" y="5722934"/>
            <a:ext cx="4600430" cy="7274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2000">
                <a:latin typeface="+mj-ea"/>
                <a:ea typeface="+mj-ea"/>
              </a:rPr>
              <a:t>If both checkboxes are enabled</a:t>
            </a:r>
          </a:p>
          <a:p>
            <a:pPr algn="ctr"/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Check both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B97017-8A82-EA83-AF52-59C6636E7296}"/>
              </a:ext>
            </a:extLst>
          </p:cNvPr>
          <p:cNvSpPr/>
          <p:nvPr/>
        </p:nvSpPr>
        <p:spPr>
          <a:xfrm>
            <a:off x="3039401" y="4077141"/>
            <a:ext cx="2602206" cy="6944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1A02A4-16A8-FBAC-B8C2-920E06623681}"/>
              </a:ext>
            </a:extLst>
          </p:cNvPr>
          <p:cNvSpPr txBox="1"/>
          <p:nvPr/>
        </p:nvSpPr>
        <p:spPr>
          <a:xfrm>
            <a:off x="5641605" y="4224310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128735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91353B4-75D7-662F-1048-9B98E78BB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154" y="2526302"/>
            <a:ext cx="4398696" cy="27079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D6FFE61-8E3C-E541-CC3A-88BA5FF44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41" y="2526302"/>
            <a:ext cx="4400836" cy="270922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Python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Python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73F063-BA75-EF66-FE5E-7C4AF2B591F9}"/>
              </a:ext>
            </a:extLst>
          </p:cNvPr>
          <p:cNvSpPr/>
          <p:nvPr/>
        </p:nvSpPr>
        <p:spPr>
          <a:xfrm>
            <a:off x="10070398" y="4924473"/>
            <a:ext cx="746452" cy="309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6432A4-E1C9-62C3-B471-ADCB2168F7B9}"/>
              </a:ext>
            </a:extLst>
          </p:cNvPr>
          <p:cNvSpPr txBox="1"/>
          <p:nvPr/>
        </p:nvSpPr>
        <p:spPr>
          <a:xfrm>
            <a:off x="10104008" y="5330411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263964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Python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Python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EFA2C5-A266-8D0C-FEA2-EDA818B64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771" y="2259914"/>
            <a:ext cx="4650710" cy="375879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39B0788-3961-03FB-2450-FF3C11A26164}"/>
              </a:ext>
            </a:extLst>
          </p:cNvPr>
          <p:cNvSpPr/>
          <p:nvPr/>
        </p:nvSpPr>
        <p:spPr>
          <a:xfrm>
            <a:off x="2648925" y="3088499"/>
            <a:ext cx="2121714" cy="11295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F2B362-5234-1EE8-4F58-45CC04EB1F5B}"/>
              </a:ext>
            </a:extLst>
          </p:cNvPr>
          <p:cNvSpPr txBox="1"/>
          <p:nvPr/>
        </p:nvSpPr>
        <p:spPr>
          <a:xfrm>
            <a:off x="7397327" y="3510130"/>
            <a:ext cx="4873385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After searching for Python 
Make sure the installation is complete</a:t>
            </a:r>
            <a:endParaRPr lang="ko-KR" altLang="en-US" sz="20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60961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71D9829-9BF9-0CCD-F89E-0B0CB6967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905" y="3069553"/>
            <a:ext cx="6033979" cy="32264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lnstall PyCharm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182749" y="5262132"/>
            <a:ext cx="610355" cy="2190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3787471" y="5173481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A8B1D-8965-07F3-F29D-8C0D5C667816}"/>
              </a:ext>
            </a:extLst>
          </p:cNvPr>
          <p:cNvSpPr txBox="1"/>
          <p:nvPr/>
        </p:nvSpPr>
        <p:spPr>
          <a:xfrm>
            <a:off x="821044" y="1903110"/>
            <a:ext cx="84936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Download Page:</a:t>
            </a:r>
          </a:p>
          <a:p>
            <a:r>
              <a:rPr lang="ko-KR" altLang="en-US" sz="2000">
                <a:latin typeface="+mj-ea"/>
                <a:ea typeface="+mj-ea"/>
                <a:hlinkClick r:id="rId3"/>
              </a:rPr>
              <a:t>https://www.jetbrains.com/ko-kr/pycharm/download/#section=windows</a:t>
            </a:r>
            <a:endParaRPr lang="en-US" altLang="ko-KR" sz="20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30214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36EEF2A2-4FB2-F6A4-250D-ABC5F76E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716" y="2194372"/>
            <a:ext cx="4696516" cy="393392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PyCharm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5887974" y="5322603"/>
            <a:ext cx="1980220" cy="1800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7968208" y="5225564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33662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3AC54716-A1FF-87A3-69A3-0A2AF72CB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87" y="2969730"/>
            <a:ext cx="5033846" cy="10035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DFEFB02-3A09-2FF1-F91F-800AFB2BC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48" y="2132856"/>
            <a:ext cx="4752975" cy="36957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PyCharm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5E3F73-3436-BF18-E1C7-1A629B2014CA}"/>
              </a:ext>
            </a:extLst>
          </p:cNvPr>
          <p:cNvSpPr/>
          <p:nvPr/>
        </p:nvSpPr>
        <p:spPr>
          <a:xfrm>
            <a:off x="9579800" y="5414824"/>
            <a:ext cx="789449" cy="354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207D79-B089-2C7A-B8DF-B2358B6278AB}"/>
              </a:ext>
            </a:extLst>
          </p:cNvPr>
          <p:cNvSpPr txBox="1"/>
          <p:nvPr/>
        </p:nvSpPr>
        <p:spPr>
          <a:xfrm>
            <a:off x="9625710" y="5014714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958934" y="3681028"/>
            <a:ext cx="2112730" cy="313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1847528" y="3320019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279389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B8B125C-42A2-035F-9289-9CC06288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4" y="2209533"/>
            <a:ext cx="4752975" cy="3695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FA82ECC-9074-DB7F-5614-8D4DED7C6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79" y="2189810"/>
            <a:ext cx="4752975" cy="36957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PyCharm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5E3F73-3436-BF18-E1C7-1A629B2014CA}"/>
              </a:ext>
            </a:extLst>
          </p:cNvPr>
          <p:cNvSpPr/>
          <p:nvPr/>
        </p:nvSpPr>
        <p:spPr>
          <a:xfrm>
            <a:off x="4007768" y="5486832"/>
            <a:ext cx="864096" cy="354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207D79-B089-2C7A-B8DF-B2358B6278AB}"/>
              </a:ext>
            </a:extLst>
          </p:cNvPr>
          <p:cNvSpPr txBox="1"/>
          <p:nvPr/>
        </p:nvSpPr>
        <p:spPr>
          <a:xfrm>
            <a:off x="4091002" y="5109997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1307468" y="4365104"/>
            <a:ext cx="4104456" cy="354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1384773" y="3769766"/>
            <a:ext cx="4392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Choose a PyCharm path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831FA7-5A90-CD7B-4655-91D62C2316A9}"/>
              </a:ext>
            </a:extLst>
          </p:cNvPr>
          <p:cNvSpPr/>
          <p:nvPr/>
        </p:nvSpPr>
        <p:spPr>
          <a:xfrm>
            <a:off x="9624392" y="5486832"/>
            <a:ext cx="864096" cy="354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ADFE36-D825-5156-7973-167475F0532E}"/>
              </a:ext>
            </a:extLst>
          </p:cNvPr>
          <p:cNvSpPr txBox="1"/>
          <p:nvPr/>
        </p:nvSpPr>
        <p:spPr>
          <a:xfrm>
            <a:off x="9707626" y="5109997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5DD3D3-CEA3-264D-4C10-AC64499280B6}"/>
              </a:ext>
            </a:extLst>
          </p:cNvPr>
          <p:cNvSpPr/>
          <p:nvPr/>
        </p:nvSpPr>
        <p:spPr>
          <a:xfrm>
            <a:off x="6780076" y="3212976"/>
            <a:ext cx="4104456" cy="16888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A0E5EA-1132-4551-2C40-8E562806B8F0}"/>
              </a:ext>
            </a:extLst>
          </p:cNvPr>
          <p:cNvSpPr txBox="1"/>
          <p:nvPr/>
        </p:nvSpPr>
        <p:spPr>
          <a:xfrm>
            <a:off x="8020286" y="2824504"/>
            <a:ext cx="2864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Check the checkbox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15169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72FBAED0-9A8B-E8FE-A2C9-F4C500DB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374" y="2140529"/>
            <a:ext cx="4752975" cy="36957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C9AFF45-DA3C-3D46-6281-8B7B2E143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92" y="2118573"/>
            <a:ext cx="4752975" cy="36957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Install PyCharm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5E3F73-3436-BF18-E1C7-1A629B2014CA}"/>
              </a:ext>
            </a:extLst>
          </p:cNvPr>
          <p:cNvSpPr/>
          <p:nvPr/>
        </p:nvSpPr>
        <p:spPr>
          <a:xfrm>
            <a:off x="9579800" y="5414824"/>
            <a:ext cx="789449" cy="354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207D79-B089-2C7A-B8DF-B2358B6278AB}"/>
              </a:ext>
            </a:extLst>
          </p:cNvPr>
          <p:cNvSpPr txBox="1"/>
          <p:nvPr/>
        </p:nvSpPr>
        <p:spPr>
          <a:xfrm>
            <a:off x="9625710" y="5014714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645CE2-C5AE-7298-AAAC-01C8886E75D1}"/>
              </a:ext>
            </a:extLst>
          </p:cNvPr>
          <p:cNvSpPr/>
          <p:nvPr/>
        </p:nvSpPr>
        <p:spPr>
          <a:xfrm>
            <a:off x="3850780" y="5418890"/>
            <a:ext cx="805060" cy="354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26E60-A6F5-14CB-BBC5-D666D3971CA6}"/>
              </a:ext>
            </a:extLst>
          </p:cNvPr>
          <p:cNvSpPr txBox="1"/>
          <p:nvPr/>
        </p:nvSpPr>
        <p:spPr>
          <a:xfrm>
            <a:off x="3904496" y="5018780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98D08A-C4E8-C917-3ADE-F90A61EC53C2}"/>
              </a:ext>
            </a:extLst>
          </p:cNvPr>
          <p:cNvSpPr/>
          <p:nvPr/>
        </p:nvSpPr>
        <p:spPr>
          <a:xfrm>
            <a:off x="8184232" y="3633943"/>
            <a:ext cx="1692188" cy="354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029840-0193-21C6-7EB1-E4DE3E1E651C}"/>
              </a:ext>
            </a:extLst>
          </p:cNvPr>
          <p:cNvSpPr txBox="1"/>
          <p:nvPr/>
        </p:nvSpPr>
        <p:spPr>
          <a:xfrm>
            <a:off x="9865206" y="3633943"/>
            <a:ext cx="100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reboot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90362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A005A11-982B-B62B-3D7A-E786C9A69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135" y="1756491"/>
            <a:ext cx="5389984" cy="467498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D0FE1C-C2B2-5A3A-250F-9C0ABDB4AB10}"/>
              </a:ext>
            </a:extLst>
          </p:cNvPr>
          <p:cNvSpPr/>
          <p:nvPr/>
        </p:nvSpPr>
        <p:spPr>
          <a:xfrm>
            <a:off x="3575720" y="2660557"/>
            <a:ext cx="2124236" cy="576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FD2725-D186-578B-6797-29F09662CCBB}"/>
              </a:ext>
            </a:extLst>
          </p:cNvPr>
          <p:cNvSpPr txBox="1"/>
          <p:nvPr/>
        </p:nvSpPr>
        <p:spPr>
          <a:xfrm>
            <a:off x="1687897" y="2784648"/>
            <a:ext cx="1846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Run PyCharm</a:t>
            </a:r>
          </a:p>
        </p:txBody>
      </p:sp>
    </p:spTree>
    <p:extLst>
      <p:ext uri="{BB962C8B-B14F-4D97-AF65-F5344CB8AC3E}">
        <p14:creationId xmlns:p14="http://schemas.microsoft.com/office/powerpoint/2010/main" val="3883252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E52B80B-9F62-D6E5-89BC-45447438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794" y="2624614"/>
            <a:ext cx="3562350" cy="16287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F99C1F-C2F5-5CFD-3841-846E1EC8FA49}"/>
              </a:ext>
            </a:extLst>
          </p:cNvPr>
          <p:cNvSpPr/>
          <p:nvPr/>
        </p:nvSpPr>
        <p:spPr>
          <a:xfrm>
            <a:off x="4204044" y="3809750"/>
            <a:ext cx="802992" cy="361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C522E-15DD-0D6C-EFB5-002EBA377B39}"/>
              </a:ext>
            </a:extLst>
          </p:cNvPr>
          <p:cNvSpPr txBox="1"/>
          <p:nvPr/>
        </p:nvSpPr>
        <p:spPr>
          <a:xfrm>
            <a:off x="4092871" y="4249390"/>
            <a:ext cx="1100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D0FE1C-C2B2-5A3A-250F-9C0ABDB4AB10}"/>
              </a:ext>
            </a:extLst>
          </p:cNvPr>
          <p:cNvSpPr/>
          <p:nvPr/>
        </p:nvSpPr>
        <p:spPr>
          <a:xfrm>
            <a:off x="1541794" y="3567754"/>
            <a:ext cx="1762150" cy="312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82FA1D-CD9C-174B-8CB8-82957E46628F}"/>
              </a:ext>
            </a:extLst>
          </p:cNvPr>
          <p:cNvSpPr txBox="1"/>
          <p:nvPr/>
        </p:nvSpPr>
        <p:spPr>
          <a:xfrm>
            <a:off x="2043804" y="3853279"/>
            <a:ext cx="137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Check</a:t>
            </a:r>
          </a:p>
        </p:txBody>
      </p:sp>
      <p:pic>
        <p:nvPicPr>
          <p:cNvPr id="4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20FF8F49-88AB-65F3-F9C1-6A06342D2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910" y="2161352"/>
            <a:ext cx="4541176" cy="350760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80215E1-C1B0-A827-6B51-55E033C04C7D}"/>
              </a:ext>
            </a:extLst>
          </p:cNvPr>
          <p:cNvSpPr/>
          <p:nvPr/>
        </p:nvSpPr>
        <p:spPr>
          <a:xfrm>
            <a:off x="6621793" y="5062445"/>
            <a:ext cx="3344765" cy="243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8E7B77-8E4E-36F9-18B2-53591637A120}"/>
              </a:ext>
            </a:extLst>
          </p:cNvPr>
          <p:cNvSpPr/>
          <p:nvPr/>
        </p:nvSpPr>
        <p:spPr>
          <a:xfrm>
            <a:off x="10202351" y="5304441"/>
            <a:ext cx="705300" cy="3024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EE24E-229E-FD75-2032-BDCA42CB3799}"/>
              </a:ext>
            </a:extLst>
          </p:cNvPr>
          <p:cNvSpPr txBox="1"/>
          <p:nvPr/>
        </p:nvSpPr>
        <p:spPr>
          <a:xfrm>
            <a:off x="5287020" y="4982082"/>
            <a:ext cx="131346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sz="2000">
                <a:solidFill>
                  <a:srgbClr val="FF0000"/>
                </a:solidFill>
                <a:latin typeface="Malgun Gothic"/>
                <a:ea typeface="Malgun Gothic"/>
              </a:rPr>
              <a:t>①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Check</a:t>
            </a:r>
            <a:endParaRPr 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B212CE-8102-5F44-06E3-02F2A290F1A0}"/>
              </a:ext>
            </a:extLst>
          </p:cNvPr>
          <p:cNvSpPr txBox="1"/>
          <p:nvPr/>
        </p:nvSpPr>
        <p:spPr>
          <a:xfrm>
            <a:off x="10052101" y="5665928"/>
            <a:ext cx="101292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sz="2000">
                <a:solidFill>
                  <a:srgbClr val="FF0000"/>
                </a:solidFill>
                <a:latin typeface="Malgun Gothic"/>
                <a:ea typeface="Malgun Gothic"/>
              </a:rPr>
              <a:t>②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870068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2DDF949-8C6A-E5A2-E5C5-28CAFC18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844" y="1862704"/>
            <a:ext cx="5184576" cy="424132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F99C1F-C2F5-5CFD-3841-846E1EC8FA49}"/>
              </a:ext>
            </a:extLst>
          </p:cNvPr>
          <p:cNvSpPr/>
          <p:nvPr/>
        </p:nvSpPr>
        <p:spPr>
          <a:xfrm>
            <a:off x="6100676" y="3586962"/>
            <a:ext cx="864096" cy="818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C522E-15DD-0D6C-EFB5-002EBA377B39}"/>
              </a:ext>
            </a:extLst>
          </p:cNvPr>
          <p:cNvSpPr txBox="1"/>
          <p:nvPr/>
        </p:nvSpPr>
        <p:spPr>
          <a:xfrm>
            <a:off x="6184664" y="4404655"/>
            <a:ext cx="983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08020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C6791E-1F20-2837-CEF9-6640A02E3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511" y="2030149"/>
            <a:ext cx="4992415" cy="408412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F99C1F-C2F5-5CFD-3841-846E1EC8FA49}"/>
              </a:ext>
            </a:extLst>
          </p:cNvPr>
          <p:cNvSpPr/>
          <p:nvPr/>
        </p:nvSpPr>
        <p:spPr>
          <a:xfrm>
            <a:off x="3642511" y="2523380"/>
            <a:ext cx="2098001" cy="2001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C522E-15DD-0D6C-EFB5-002EBA377B39}"/>
              </a:ext>
            </a:extLst>
          </p:cNvPr>
          <p:cNvSpPr txBox="1"/>
          <p:nvPr/>
        </p:nvSpPr>
        <p:spPr>
          <a:xfrm>
            <a:off x="5739082" y="2417708"/>
            <a:ext cx="983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968993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439FD598-1B38-201C-892B-419B03CD0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53" y="1878101"/>
            <a:ext cx="5567332" cy="458817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F99C1F-C2F5-5CFD-3841-846E1EC8FA49}"/>
              </a:ext>
            </a:extLst>
          </p:cNvPr>
          <p:cNvSpPr/>
          <p:nvPr/>
        </p:nvSpPr>
        <p:spPr>
          <a:xfrm>
            <a:off x="1631503" y="2173087"/>
            <a:ext cx="5040561" cy="2633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C522E-15DD-0D6C-EFB5-002EBA377B39}"/>
              </a:ext>
            </a:extLst>
          </p:cNvPr>
          <p:cNvSpPr txBox="1"/>
          <p:nvPr/>
        </p:nvSpPr>
        <p:spPr>
          <a:xfrm>
            <a:off x="6672064" y="2083115"/>
            <a:ext cx="442849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r>
              <a:rPr lang="ko-KR" altLang="en-US" sz="2000">
                <a:latin typeface="Arial"/>
                <a:ea typeface="굴림체"/>
                <a:cs typeface="Arial"/>
              </a:rPr>
              <a:t> </a:t>
            </a:r>
            <a:r>
              <a:rPr lang="en-US" altLang="ko-KR" sz="2000">
                <a:latin typeface="+mj-ea"/>
                <a:ea typeface="+mj-ea"/>
              </a:rPr>
              <a:t>Locate Project Files Folders
(Keep Initial Value)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93CC76-DBAF-4025-915F-A45F87BC8A53}"/>
              </a:ext>
            </a:extLst>
          </p:cNvPr>
          <p:cNvSpPr/>
          <p:nvPr/>
        </p:nvSpPr>
        <p:spPr>
          <a:xfrm>
            <a:off x="1251374" y="3846320"/>
            <a:ext cx="1559593" cy="2633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90670-DE08-DCE9-995D-D1F3D3AB8B80}"/>
              </a:ext>
            </a:extLst>
          </p:cNvPr>
          <p:cNvSpPr txBox="1"/>
          <p:nvPr/>
        </p:nvSpPr>
        <p:spPr>
          <a:xfrm>
            <a:off x="2810967" y="3739896"/>
            <a:ext cx="1402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 check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82B550-C509-E9AE-5ADC-3D5374D5EB88}"/>
              </a:ext>
            </a:extLst>
          </p:cNvPr>
          <p:cNvSpPr txBox="1"/>
          <p:nvPr/>
        </p:nvSpPr>
        <p:spPr>
          <a:xfrm>
            <a:off x="6670092" y="4007639"/>
            <a:ext cx="568863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  <a:r>
              <a:rPr lang="en-US" altLang="ko-KR" sz="2000">
                <a:latin typeface="+mj-ea"/>
                <a:ea typeface="+mj-ea"/>
              </a:rPr>
              <a:t> Add Interpreter 
   -&gt;Add Local Interpreter</a:t>
            </a:r>
            <a:r>
              <a:rPr lang="ko-KR" altLang="en-US" sz="2000">
                <a:solidFill>
                  <a:srgbClr val="FF0000"/>
                </a:solidFill>
                <a:latin typeface="+mj-ea"/>
                <a:ea typeface="+mj-ea"/>
              </a:rPr>
              <a:t>클릭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F1E59F-03BE-E104-4C43-2BDF1F1B398F}"/>
              </a:ext>
            </a:extLst>
          </p:cNvPr>
          <p:cNvSpPr/>
          <p:nvPr/>
        </p:nvSpPr>
        <p:spPr>
          <a:xfrm>
            <a:off x="5267908" y="4045822"/>
            <a:ext cx="1404261" cy="4993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0B984E52-8848-E182-AE66-CC978525EB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961" r="200" b="46636"/>
          <a:stretch/>
        </p:blipFill>
        <p:spPr>
          <a:xfrm>
            <a:off x="6794159" y="5396651"/>
            <a:ext cx="5166198" cy="435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C32104-AE5B-20C2-DBA9-2A2E6CFA39B0}"/>
              </a:ext>
            </a:extLst>
          </p:cNvPr>
          <p:cNvSpPr txBox="1"/>
          <p:nvPr/>
        </p:nvSpPr>
        <p:spPr>
          <a:xfrm>
            <a:off x="6819154" y="5830093"/>
            <a:ext cx="4078019" cy="7357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  <a:r>
              <a:rPr lang="ko-KR" altLang="en-US" sz="2000">
                <a:solidFill>
                  <a:srgbClr val="FF0000"/>
                </a:solidFill>
                <a:latin typeface="+mj-ea"/>
                <a:ea typeface="+mj-ea"/>
              </a:rPr>
              <a:t>-</a:t>
            </a:r>
            <a:r>
              <a:rPr lang="ko-KR" altLang="en-US">
                <a:solidFill>
                  <a:srgbClr val="FF0000"/>
                </a:solidFill>
                <a:latin typeface="+mj-ea"/>
                <a:ea typeface="+mj-ea"/>
              </a:rPr>
              <a:t>1</a:t>
            </a:r>
            <a:r>
              <a:rPr lang="en-US" altLang="ko-KR" sz="2000">
                <a:latin typeface="+mj-ea"/>
                <a:ea typeface="+mj-ea"/>
              </a:rPr>
              <a:t> If it pops up like this </a:t>
            </a:r>
            <a:br>
              <a:rPr lang="en-US" altLang="ko-KR" sz="2000">
                <a:latin typeface="+mj-ea"/>
                <a:ea typeface="+mj-ea"/>
              </a:rPr>
            </a:br>
            <a:r>
              <a:rPr lang="en-US" altLang="ko-KR" sz="2000">
                <a:latin typeface="+mj-ea"/>
                <a:ea typeface="+mj-ea"/>
              </a:rPr>
              <a:t> Click the ... to proceed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CF21C6-0AF1-CE11-4159-6CBE56460BA6}"/>
              </a:ext>
            </a:extLst>
          </p:cNvPr>
          <p:cNvSpPr/>
          <p:nvPr/>
        </p:nvSpPr>
        <p:spPr>
          <a:xfrm>
            <a:off x="11618565" y="5568723"/>
            <a:ext cx="341282" cy="268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0952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95D558D-2F72-9B90-AE07-8BBB2F1A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44" y="2052243"/>
            <a:ext cx="7846932" cy="43439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F99C1F-C2F5-5CFD-3841-846E1EC8FA49}"/>
              </a:ext>
            </a:extLst>
          </p:cNvPr>
          <p:cNvSpPr/>
          <p:nvPr/>
        </p:nvSpPr>
        <p:spPr>
          <a:xfrm>
            <a:off x="2999656" y="2348877"/>
            <a:ext cx="5040561" cy="312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C522E-15DD-0D6C-EFB5-002EBA377B39}"/>
              </a:ext>
            </a:extLst>
          </p:cNvPr>
          <p:cNvSpPr txBox="1"/>
          <p:nvPr/>
        </p:nvSpPr>
        <p:spPr>
          <a:xfrm>
            <a:off x="4591515" y="1632649"/>
            <a:ext cx="360918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②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2000" err="1">
                <a:latin typeface="+mj-ea"/>
                <a:ea typeface="+mj-ea"/>
              </a:rPr>
              <a:t>Interpreter</a:t>
            </a:r>
            <a:r>
              <a:rPr lang="ko-KR" altLang="en-US" sz="2000">
                <a:latin typeface="+mj-ea"/>
                <a:ea typeface="+mj-ea"/>
              </a:rPr>
              <a:t> 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check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93CC76-DBAF-4025-915F-A45F87BC8A53}"/>
              </a:ext>
            </a:extLst>
          </p:cNvPr>
          <p:cNvSpPr/>
          <p:nvPr/>
        </p:nvSpPr>
        <p:spPr>
          <a:xfrm>
            <a:off x="1071905" y="2739349"/>
            <a:ext cx="1332148" cy="2215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90670-DE08-DCE9-995D-D1F3D3AB8B80}"/>
              </a:ext>
            </a:extLst>
          </p:cNvPr>
          <p:cNvSpPr txBox="1"/>
          <p:nvPr/>
        </p:nvSpPr>
        <p:spPr>
          <a:xfrm>
            <a:off x="2162241" y="2967467"/>
            <a:ext cx="12555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r>
              <a:rPr lang="ko-KR" altLang="en-US" sz="2000">
                <a:solidFill>
                  <a:srgbClr val="FF0000"/>
                </a:solidFill>
                <a:latin typeface="+mj-ea"/>
                <a:ea typeface="+mj-ea"/>
              </a:rPr>
              <a:t> 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0BE3E1-6754-EE6B-F4A9-789B3768BDAB}"/>
              </a:ext>
            </a:extLst>
          </p:cNvPr>
          <p:cNvSpPr/>
          <p:nvPr/>
        </p:nvSpPr>
        <p:spPr>
          <a:xfrm>
            <a:off x="7408610" y="6065227"/>
            <a:ext cx="792088" cy="312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03EB5-FC0F-FED8-9C5D-69AD69F877F9}"/>
              </a:ext>
            </a:extLst>
          </p:cNvPr>
          <p:cNvSpPr txBox="1"/>
          <p:nvPr/>
        </p:nvSpPr>
        <p:spPr>
          <a:xfrm>
            <a:off x="7262071" y="5644444"/>
            <a:ext cx="126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 Click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5C43F-EE5F-18F9-A51E-C7864D07CC8C}"/>
              </a:ext>
            </a:extLst>
          </p:cNvPr>
          <p:cNvSpPr txBox="1"/>
          <p:nvPr/>
        </p:nvSpPr>
        <p:spPr>
          <a:xfrm>
            <a:off x="8886092" y="2047632"/>
            <a:ext cx="320235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2000">
                <a:latin typeface="맑은 고딕"/>
                <a:ea typeface="맑은 고딕"/>
              </a:rPr>
              <a:t>If you don't have an Interpreter,
Python not installed
Requires Python reinstallation</a:t>
            </a:r>
            <a:endParaRPr lang="en-US" altLang="ko-KR" sz="2000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662704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F976180-CF0E-D445-A257-19F8D36EC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199" y="2997405"/>
            <a:ext cx="4191000" cy="188595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C522E-15DD-0D6C-EFB5-002EBA377B39}"/>
              </a:ext>
            </a:extLst>
          </p:cNvPr>
          <p:cNvSpPr txBox="1"/>
          <p:nvPr/>
        </p:nvSpPr>
        <p:spPr>
          <a:xfrm>
            <a:off x="6946932" y="3427297"/>
            <a:ext cx="432837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When you encounter the following error:</a:t>
            </a:r>
          </a:p>
          <a:p>
            <a:r>
              <a:rPr lang="en-US" altLang="ko-KR" sz="2000">
                <a:latin typeface="+mj-ea"/>
                <a:ea typeface="+mj-ea"/>
              </a:rPr>
              <a:t>Reinstall to 2022.1.4 version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141384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A2AF4347-0606-4CF3-900E-374F1724D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170" y="1895975"/>
            <a:ext cx="5386400" cy="440643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93CC76-DBAF-4025-915F-A45F87BC8A53}"/>
              </a:ext>
            </a:extLst>
          </p:cNvPr>
          <p:cNvSpPr/>
          <p:nvPr/>
        </p:nvSpPr>
        <p:spPr>
          <a:xfrm>
            <a:off x="4190056" y="4012837"/>
            <a:ext cx="3758244" cy="2997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90670-DE08-DCE9-995D-D1F3D3AB8B80}"/>
              </a:ext>
            </a:extLst>
          </p:cNvPr>
          <p:cNvSpPr txBox="1"/>
          <p:nvPr/>
        </p:nvSpPr>
        <p:spPr>
          <a:xfrm>
            <a:off x="8819678" y="3924299"/>
            <a:ext cx="262119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①</a:t>
            </a:r>
            <a:r>
              <a:rPr lang="ko-KR" altLang="en-US" sz="200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2000" err="1">
                <a:latin typeface="+mj-ea"/>
                <a:ea typeface="+mj-ea"/>
              </a:rPr>
              <a:t>interpreter</a:t>
            </a:r>
            <a:r>
              <a:rPr lang="ko-KR" altLang="en-US" sz="2000">
                <a:latin typeface="+mj-ea"/>
                <a:ea typeface="+mj-ea"/>
              </a:rPr>
              <a:t> </a:t>
            </a:r>
            <a:r>
              <a:rPr lang="en-US" altLang="ko-KR" sz="2000">
                <a:latin typeface="+mj-ea"/>
                <a:ea typeface="+mj-ea"/>
              </a:rPr>
              <a:t>check</a:t>
            </a:r>
            <a:endParaRPr lang="ko-KR" altLang="en-US" sz="2000">
              <a:latin typeface="+mj-ea"/>
              <a:ea typeface="+mj-ea"/>
            </a:endParaRPr>
          </a:p>
          <a:p>
            <a:pPr algn="ctr"/>
            <a:r>
              <a:rPr lang="ko-KR" altLang="en-US" sz="2000">
                <a:latin typeface="+mj-ea"/>
                <a:ea typeface="+mj-ea"/>
              </a:rPr>
              <a:t>(</a:t>
            </a:r>
            <a:r>
              <a:rPr lang="ko-KR" altLang="en-US" sz="2000" err="1">
                <a:latin typeface="+mj-ea"/>
                <a:ea typeface="+mj-ea"/>
              </a:rPr>
              <a:t>Python</a:t>
            </a:r>
            <a:r>
              <a:rPr lang="ko-KR" altLang="en-US" sz="2000">
                <a:latin typeface="+mj-ea"/>
                <a:ea typeface="+mj-ea"/>
              </a:rPr>
              <a:t> 3.9)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0BE3E1-6754-EE6B-F4A9-789B3768BDAB}"/>
              </a:ext>
            </a:extLst>
          </p:cNvPr>
          <p:cNvSpPr/>
          <p:nvPr/>
        </p:nvSpPr>
        <p:spPr>
          <a:xfrm>
            <a:off x="7621191" y="6024069"/>
            <a:ext cx="606473" cy="2731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03EB5-FC0F-FED8-9C5D-69AD69F877F9}"/>
              </a:ext>
            </a:extLst>
          </p:cNvPr>
          <p:cNvSpPr txBox="1"/>
          <p:nvPr/>
        </p:nvSpPr>
        <p:spPr>
          <a:xfrm>
            <a:off x="7371251" y="5619547"/>
            <a:ext cx="126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 Click</a:t>
            </a:r>
          </a:p>
        </p:txBody>
      </p:sp>
    </p:spTree>
    <p:extLst>
      <p:ext uri="{BB962C8B-B14F-4D97-AF65-F5344CB8AC3E}">
        <p14:creationId xmlns:p14="http://schemas.microsoft.com/office/powerpoint/2010/main" val="21545393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50F7BCE-6221-1C72-A348-7B51E5583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78" y="1971495"/>
            <a:ext cx="6156684" cy="441095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9B53E-431A-F7F5-9EA3-61275885F5E3}"/>
              </a:ext>
            </a:extLst>
          </p:cNvPr>
          <p:cNvSpPr txBox="1"/>
          <p:nvPr/>
        </p:nvSpPr>
        <p:spPr>
          <a:xfrm>
            <a:off x="7961060" y="5840517"/>
            <a:ext cx="388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 Python 3.9 check</a:t>
            </a:r>
            <a:r>
              <a:rPr lang="ko-KR" altLang="en-US" sz="200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E736FC-610B-D778-03CB-A6F0BF025A88}"/>
              </a:ext>
            </a:extLst>
          </p:cNvPr>
          <p:cNvSpPr/>
          <p:nvPr/>
        </p:nvSpPr>
        <p:spPr>
          <a:xfrm>
            <a:off x="8837441" y="6240181"/>
            <a:ext cx="512337" cy="1771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D4CA2-B018-39A7-449B-D48134D37CCF}"/>
              </a:ext>
            </a:extLst>
          </p:cNvPr>
          <p:cNvSpPr txBox="1"/>
          <p:nvPr/>
        </p:nvSpPr>
        <p:spPr>
          <a:xfrm>
            <a:off x="7998972" y="1624490"/>
            <a:ext cx="388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 Click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8F4297-C96E-1F8C-28F8-9AE9C4D8A856}"/>
              </a:ext>
            </a:extLst>
          </p:cNvPr>
          <p:cNvSpPr/>
          <p:nvPr/>
        </p:nvSpPr>
        <p:spPr>
          <a:xfrm>
            <a:off x="8453727" y="2093429"/>
            <a:ext cx="193314" cy="149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220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A7B43FB-0A9D-3837-5B4D-5952A9212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403" y="1946653"/>
            <a:ext cx="6802321" cy="427517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PyCharm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>
            <a:normAutofit/>
          </a:bodyPr>
          <a:lstStyle/>
          <a:p>
            <a:r>
              <a:rPr lang="en-US" altLang="ko-KR" b="1">
                <a:latin typeface="+mj-ea"/>
                <a:ea typeface="+mj-ea"/>
                <a:sym typeface="Wingdings" panose="05000000000000000000" pitchFamily="2" charset="2"/>
              </a:rPr>
              <a:t>I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nterpreter setting</a:t>
            </a:r>
            <a:endParaRPr lang="en-US" altLang="ko-KR" b="1">
              <a:latin typeface="+mj-ea"/>
              <a:ea typeface="+mj-ea"/>
              <a:sym typeface="Wingdings" panose="05000000000000000000" pitchFamily="2" charset="2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B7350-CDA8-3588-A035-E561B148E45D}"/>
              </a:ext>
            </a:extLst>
          </p:cNvPr>
          <p:cNvSpPr/>
          <p:nvPr/>
        </p:nvSpPr>
        <p:spPr>
          <a:xfrm>
            <a:off x="3738854" y="4723743"/>
            <a:ext cx="1448018" cy="496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B123B9-6E64-026E-DD2F-D32BFD73F7C5}"/>
              </a:ext>
            </a:extLst>
          </p:cNvPr>
          <p:cNvSpPr txBox="1"/>
          <p:nvPr/>
        </p:nvSpPr>
        <p:spPr>
          <a:xfrm>
            <a:off x="617732" y="4723743"/>
            <a:ext cx="252344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2000">
                <a:latin typeface="+mj-ea"/>
                <a:ea typeface="+mj-ea"/>
              </a:rPr>
              <a:t>'Hi, PyCharm’ </a:t>
            </a:r>
            <a:r>
              <a:rPr lang="en-US" altLang="ko-KR" sz="2000">
                <a:latin typeface="+mj-ea"/>
                <a:ea typeface="+mj-ea"/>
              </a:rPr>
              <a:t>is out</a:t>
            </a:r>
          </a:p>
        </p:txBody>
      </p:sp>
    </p:spTree>
    <p:extLst>
      <p:ext uri="{BB962C8B-B14F-4D97-AF65-F5344CB8AC3E}">
        <p14:creationId xmlns:p14="http://schemas.microsoft.com/office/powerpoint/2010/main" val="27940057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5718646-72A7-8714-9DA8-C68B8C4058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r="34458" b="39604"/>
          <a:stretch/>
        </p:blipFill>
        <p:spPr>
          <a:xfrm>
            <a:off x="4526201" y="1455243"/>
            <a:ext cx="4654842" cy="50765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Library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23850" indent="-323850"/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Install the library</a:t>
            </a:r>
            <a:endParaRPr lang="en-US" altLang="ko-KR" sz="8800" b="1">
              <a:latin typeface="+mj-ea"/>
              <a:ea typeface="+mj-ea"/>
              <a:sym typeface="Wingdings" panose="05000000000000000000" pitchFamily="2" charset="2"/>
            </a:endParaRPr>
          </a:p>
          <a:p>
            <a:pPr marL="323850" indent="-323850"/>
            <a:endParaRPr lang="en-US" altLang="ko-KR" b="1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49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B7350-CDA8-3588-A035-E561B148E45D}"/>
              </a:ext>
            </a:extLst>
          </p:cNvPr>
          <p:cNvSpPr/>
          <p:nvPr/>
        </p:nvSpPr>
        <p:spPr>
          <a:xfrm>
            <a:off x="4804192" y="2982541"/>
            <a:ext cx="2209666" cy="2595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E7328-8424-1514-52E1-9395F3E80768}"/>
              </a:ext>
            </a:extLst>
          </p:cNvPr>
          <p:cNvSpPr txBox="1"/>
          <p:nvPr/>
        </p:nvSpPr>
        <p:spPr>
          <a:xfrm>
            <a:off x="2067349" y="2570854"/>
            <a:ext cx="257567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File </a:t>
            </a:r>
            <a:r>
              <a:rPr lang="en-US" altLang="ko-KR" sz="2000" dirty="0">
                <a:latin typeface="+mj-ea"/>
                <a:ea typeface="+mj-ea"/>
              </a:rPr>
              <a:t>- </a:t>
            </a:r>
            <a:r>
              <a:rPr lang="en-US" altLang="ko-KR" sz="2000">
                <a:latin typeface="+mj-ea"/>
                <a:ea typeface="+mj-ea"/>
              </a:rPr>
              <a:t>Settings 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  <a:endParaRPr lang="en-US" altLang="ko-KR" sz="2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ED3639-5033-DE2C-AA10-C545C8A6DE20}"/>
              </a:ext>
            </a:extLst>
          </p:cNvPr>
          <p:cNvSpPr/>
          <p:nvPr/>
        </p:nvSpPr>
        <p:spPr>
          <a:xfrm>
            <a:off x="4749763" y="1425884"/>
            <a:ext cx="402638" cy="3031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0627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D14068B-C658-4C59-7B7F-DDCA91174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426" y="1881339"/>
            <a:ext cx="6425400" cy="465580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Library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23850" indent="-323850"/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Install the library</a:t>
            </a:r>
            <a:endParaRPr lang="en-US" altLang="ko-KR" sz="8800" b="1">
              <a:latin typeface="+mj-ea"/>
              <a:ea typeface="+mj-ea"/>
              <a:sym typeface="Wingdings" panose="05000000000000000000" pitchFamily="2" charset="2"/>
            </a:endParaRPr>
          </a:p>
          <a:p>
            <a:pPr marL="323850" indent="-323850"/>
            <a:endParaRPr lang="en-US" altLang="ko-KR" b="1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50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B7350-CDA8-3588-A035-E561B148E45D}"/>
              </a:ext>
            </a:extLst>
          </p:cNvPr>
          <p:cNvSpPr/>
          <p:nvPr/>
        </p:nvSpPr>
        <p:spPr>
          <a:xfrm>
            <a:off x="4313346" y="3157703"/>
            <a:ext cx="1428429" cy="3575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E7328-8424-1514-52E1-9395F3E80768}"/>
              </a:ext>
            </a:extLst>
          </p:cNvPr>
          <p:cNvSpPr txBox="1"/>
          <p:nvPr/>
        </p:nvSpPr>
        <p:spPr>
          <a:xfrm>
            <a:off x="514893" y="3075057"/>
            <a:ext cx="379257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① </a:t>
            </a:r>
            <a:r>
              <a:rPr lang="en-US" altLang="ko-KR" sz="2000">
                <a:latin typeface="맑은 고딕"/>
                <a:ea typeface="맑은 고딕"/>
              </a:rPr>
              <a:t>Project: &lt;Project Name&gt;</a:t>
            </a:r>
          </a:p>
          <a:p>
            <a:r>
              <a:rPr lang="en-US" altLang="ko-KR" sz="2000">
                <a:latin typeface="+mj-ea"/>
                <a:ea typeface="+mj-ea"/>
              </a:rPr>
              <a:t>-&gt; Python Interpreter</a:t>
            </a:r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 Check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8B196F-262D-60B2-A888-7853B51E9360}"/>
              </a:ext>
            </a:extLst>
          </p:cNvPr>
          <p:cNvSpPr/>
          <p:nvPr/>
        </p:nvSpPr>
        <p:spPr>
          <a:xfrm>
            <a:off x="5741775" y="2723153"/>
            <a:ext cx="279648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470083-F116-2BE3-8824-06D9EDDEF6B5}"/>
              </a:ext>
            </a:extLst>
          </p:cNvPr>
          <p:cNvSpPr txBox="1"/>
          <p:nvPr/>
        </p:nvSpPr>
        <p:spPr>
          <a:xfrm>
            <a:off x="6473817" y="2600623"/>
            <a:ext cx="2926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en-US" altLang="ko-KR" sz="20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'+’ Click the button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239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444E568-BA8E-F9AA-751A-308B66648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65" y="1965976"/>
            <a:ext cx="5613074" cy="456441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Library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23850" indent="-323850"/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Install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LiDAR</a:t>
            </a:r>
            <a:r>
              <a:rPr lang="ko-KR" altLang="en-US" b="1">
                <a:latin typeface="+mj-ea"/>
                <a:ea typeface="+mj-ea"/>
                <a:sym typeface="Wingdings" panose="05000000000000000000" pitchFamily="2" charset="2"/>
              </a:rPr>
              <a:t>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library</a:t>
            </a:r>
            <a:r>
              <a:rPr lang="ko-KR" altLang="en-US" b="1">
                <a:latin typeface="+mj-ea"/>
                <a:ea typeface="+mj-ea"/>
                <a:sym typeface="Wingdings" panose="05000000000000000000" pitchFamily="2" charset="2"/>
              </a:rPr>
              <a:t> </a:t>
            </a:r>
            <a:endParaRPr lang="en-US" altLang="ko-KR" b="1">
              <a:latin typeface="+mj-ea"/>
              <a:ea typeface="+mj-ea"/>
            </a:endParaRPr>
          </a:p>
          <a:p>
            <a:pPr marL="0" indent="0">
              <a:buNone/>
            </a:pPr>
            <a:endParaRPr lang="ko-KR" altLang="en-US" b="0">
              <a:latin typeface="+mj-ea"/>
              <a:ea typeface="+mj-ea"/>
            </a:endParaRPr>
          </a:p>
          <a:p>
            <a:pPr marL="323850" indent="-323850"/>
            <a:endParaRPr lang="en-US" altLang="ko-KR" b="1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51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B7350-CDA8-3588-A035-E561B148E45D}"/>
              </a:ext>
            </a:extLst>
          </p:cNvPr>
          <p:cNvSpPr/>
          <p:nvPr/>
        </p:nvSpPr>
        <p:spPr>
          <a:xfrm>
            <a:off x="4732885" y="2181435"/>
            <a:ext cx="858038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C8294-A287-D01D-2567-7CB6C1B8B1E5}"/>
              </a:ext>
            </a:extLst>
          </p:cNvPr>
          <p:cNvSpPr txBox="1"/>
          <p:nvPr/>
        </p:nvSpPr>
        <p:spPr>
          <a:xfrm>
            <a:off x="4569600" y="2833555"/>
            <a:ext cx="322618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ko-KR" altLang="en-US" sz="20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FA413-E934-7D02-07E0-93870F6B5640}"/>
              </a:ext>
            </a:extLst>
          </p:cNvPr>
          <p:cNvSpPr txBox="1"/>
          <p:nvPr/>
        </p:nvSpPr>
        <p:spPr>
          <a:xfrm>
            <a:off x="5405500" y="6139356"/>
            <a:ext cx="322618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ko-KR" altLang="en-US" sz="20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37B0D0-064E-C53A-38ED-4B731A0DE3D0}"/>
              </a:ext>
            </a:extLst>
          </p:cNvPr>
          <p:cNvSpPr/>
          <p:nvPr/>
        </p:nvSpPr>
        <p:spPr>
          <a:xfrm>
            <a:off x="4727865" y="2528315"/>
            <a:ext cx="858037" cy="2269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49E3F0-E180-1783-409C-A9F59AD72E0C}"/>
              </a:ext>
            </a:extLst>
          </p:cNvPr>
          <p:cNvSpPr/>
          <p:nvPr/>
        </p:nvSpPr>
        <p:spPr>
          <a:xfrm>
            <a:off x="4765542" y="6230856"/>
            <a:ext cx="648072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16228-7B4E-A35E-1C64-1062FF99E0CB}"/>
              </a:ext>
            </a:extLst>
          </p:cNvPr>
          <p:cNvSpPr txBox="1"/>
          <p:nvPr/>
        </p:nvSpPr>
        <p:spPr>
          <a:xfrm>
            <a:off x="4267199" y="2090057"/>
            <a:ext cx="41365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000">
                <a:solidFill>
                  <a:srgbClr val="FF0000"/>
                </a:solidFill>
                <a:latin typeface="Arial"/>
                <a:ea typeface="맑은 고딕"/>
                <a:cs typeface="Arial"/>
              </a:rPr>
              <a:t>①</a:t>
            </a:r>
            <a:endParaRPr lang="ko-KR" altLang="en-US" sz="18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B2E28-0CB4-9150-1843-D247F4178684}"/>
              </a:ext>
            </a:extLst>
          </p:cNvPr>
          <p:cNvSpPr txBox="1"/>
          <p:nvPr/>
        </p:nvSpPr>
        <p:spPr>
          <a:xfrm>
            <a:off x="4267200" y="2427514"/>
            <a:ext cx="381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00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②</a:t>
            </a:r>
            <a:endParaRPr lang="ko-KR" altLang="en-US" sz="200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6E24C0-002C-1EED-E44A-721078785C6B}"/>
              </a:ext>
            </a:extLst>
          </p:cNvPr>
          <p:cNvSpPr txBox="1"/>
          <p:nvPr/>
        </p:nvSpPr>
        <p:spPr>
          <a:xfrm>
            <a:off x="4299858" y="6139543"/>
            <a:ext cx="5007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00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③</a:t>
            </a:r>
            <a:endParaRPr lang="ko-KR" altLang="en-US" sz="180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D4730D-202F-4013-83FF-01FFFE9D742E}"/>
              </a:ext>
            </a:extLst>
          </p:cNvPr>
          <p:cNvSpPr txBox="1"/>
          <p:nvPr/>
        </p:nvSpPr>
        <p:spPr>
          <a:xfrm>
            <a:off x="606603" y="2089888"/>
            <a:ext cx="407425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latin typeface="맑은 고딕"/>
                <a:ea typeface="맑은 고딕"/>
              </a:rPr>
              <a:t>① </a:t>
            </a:r>
            <a:r>
              <a:rPr lang="ko-KR" altLang="en-US" sz="2000" err="1">
                <a:latin typeface="맑은 고딕"/>
                <a:ea typeface="맑은 고딕"/>
              </a:rPr>
              <a:t>rplidar-roboticia</a:t>
            </a:r>
            <a:r>
              <a:rPr lang="en-US" altLang="ko-KR" sz="2000">
                <a:latin typeface="맑은 고딕"/>
                <a:ea typeface="맑은 고딕"/>
              </a:rPr>
              <a:t> search</a:t>
            </a:r>
          </a:p>
          <a:p>
            <a:endParaRPr lang="ko-KR" altLang="en-US" sz="1000">
              <a:latin typeface="맑은 고딕"/>
              <a:ea typeface="맑은 고딕"/>
            </a:endParaRPr>
          </a:p>
          <a:p>
            <a:r>
              <a:rPr lang="ko-KR" altLang="en-US" sz="2000">
                <a:latin typeface="Malgun Gothic"/>
                <a:ea typeface="Malgun Gothic"/>
              </a:rPr>
              <a:t>② </a:t>
            </a:r>
            <a:r>
              <a:rPr lang="en-US" altLang="ko-KR" sz="2000" err="1">
                <a:latin typeface="Malgun Gothic"/>
                <a:ea typeface="Malgun Gothic"/>
              </a:rPr>
              <a:t>rplidar-roboticia</a:t>
            </a:r>
            <a:r>
              <a:rPr lang="en-US" sz="2000">
                <a:latin typeface="Malgun Gothic"/>
                <a:ea typeface="Malgun Gothic"/>
              </a:rPr>
              <a:t> check</a:t>
            </a:r>
          </a:p>
          <a:p>
            <a:endParaRPr lang="ko-KR" altLang="en-US" sz="1000">
              <a:latin typeface="Malgun Gothic"/>
              <a:ea typeface="Malgun Gothic"/>
            </a:endParaRPr>
          </a:p>
          <a:p>
            <a:r>
              <a:rPr lang="ko-KR" sz="2000">
                <a:latin typeface="Malgun Gothic"/>
                <a:ea typeface="Malgun Gothic"/>
              </a:rPr>
              <a:t>③ </a:t>
            </a:r>
            <a:r>
              <a:rPr lang="en-US" altLang="ko-KR" sz="2000">
                <a:latin typeface="Arial"/>
                <a:ea typeface="Malgun Gothic"/>
              </a:rPr>
              <a:t>Install Package </a:t>
            </a:r>
            <a:r>
              <a:rPr lang="en-US" altLang="ko-KR" sz="2000">
                <a:latin typeface="Malgun Gothic"/>
                <a:ea typeface="Malgun Gothic"/>
              </a:rPr>
              <a:t>Click</a:t>
            </a:r>
            <a:endParaRPr lang="ko-KR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73027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68541AC2-96D4-421B-6640-A996DB278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605" y="1849017"/>
            <a:ext cx="5784312" cy="459312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Library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23850" indent="-323850"/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Install </a:t>
            </a:r>
            <a:r>
              <a:rPr lang="ko-KR" altLang="en-US">
                <a:latin typeface="+mj-ea"/>
                <a:ea typeface="+mj-ea"/>
                <a:sym typeface="Wingdings" panose="05000000000000000000" pitchFamily="2" charset="2"/>
              </a:rPr>
              <a:t>LiDAR </a:t>
            </a:r>
            <a:r>
              <a:rPr lang="en-US" altLang="ko-KR">
                <a:latin typeface="+mj-ea"/>
                <a:ea typeface="+mj-ea"/>
                <a:sym typeface="Wingdings" panose="05000000000000000000" pitchFamily="2" charset="2"/>
              </a:rPr>
              <a:t>library</a:t>
            </a:r>
            <a:endParaRPr lang="en-US" altLang="ko-KR" b="1">
              <a:latin typeface="+mj-ea"/>
              <a:ea typeface="+mj-ea"/>
            </a:endParaRPr>
          </a:p>
          <a:p>
            <a:pPr marL="0" indent="0">
              <a:buNone/>
            </a:pPr>
            <a:endParaRPr lang="ko-KR" altLang="en-US" b="0">
              <a:latin typeface="+mj-ea"/>
              <a:ea typeface="+mj-ea"/>
            </a:endParaRPr>
          </a:p>
          <a:p>
            <a:pPr marL="323850" indent="-323850"/>
            <a:endParaRPr lang="en-US" altLang="ko-KR" b="1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FA413-E934-7D02-07E0-93870F6B5640}"/>
              </a:ext>
            </a:extLst>
          </p:cNvPr>
          <p:cNvSpPr txBox="1"/>
          <p:nvPr/>
        </p:nvSpPr>
        <p:spPr>
          <a:xfrm>
            <a:off x="1063182" y="5373341"/>
            <a:ext cx="281939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Check the installation success message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49E3F0-E180-1783-409C-A9F59AD72E0C}"/>
              </a:ext>
            </a:extLst>
          </p:cNvPr>
          <p:cNvSpPr/>
          <p:nvPr/>
        </p:nvSpPr>
        <p:spPr>
          <a:xfrm>
            <a:off x="4029566" y="5978658"/>
            <a:ext cx="1774988" cy="205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8711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ED831F-952D-9993-24C1-B6C33E2E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040" y="1750453"/>
            <a:ext cx="5810735" cy="472514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Library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323850" indent="-323850"/>
            <a:r>
              <a:rPr lang="en-US" altLang="ko-KR" sz="12000">
                <a:latin typeface="+mj-ea"/>
                <a:ea typeface="+mj-ea"/>
                <a:sym typeface="Wingdings" panose="05000000000000000000" pitchFamily="2" charset="2"/>
              </a:rPr>
              <a:t>Install </a:t>
            </a:r>
            <a:r>
              <a:rPr lang="ko-KR" altLang="en-US" sz="12000">
                <a:latin typeface="+mj-ea"/>
                <a:ea typeface="+mj-ea"/>
                <a:sym typeface="Wingdings" panose="05000000000000000000" pitchFamily="2" charset="2"/>
              </a:rPr>
              <a:t>Camera </a:t>
            </a:r>
            <a:r>
              <a:rPr lang="en-US" altLang="ko-KR" sz="12000">
                <a:latin typeface="+mj-ea"/>
                <a:ea typeface="+mj-ea"/>
                <a:sym typeface="Wingdings" panose="05000000000000000000" pitchFamily="2" charset="2"/>
              </a:rPr>
              <a:t>library</a:t>
            </a:r>
            <a:endParaRPr lang="en-US" altLang="ko-KR" sz="12000" b="1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3200" b="0">
                <a:latin typeface="+mn-ea"/>
                <a:sym typeface="Wingdings" panose="05000000000000000000" pitchFamily="2" charset="2"/>
              </a:rPr>
              <a:t> </a:t>
            </a:r>
            <a:r>
              <a:rPr lang="en-US" altLang="ko-KR" sz="8800" b="0">
                <a:latin typeface="+mn-ea"/>
                <a:sym typeface="Wingdings" panose="05000000000000000000" pitchFamily="2" charset="2"/>
              </a:rPr>
              <a:t> </a:t>
            </a:r>
            <a:endParaRPr lang="ko-KR" altLang="en-US" sz="8800" b="0">
              <a:latin typeface="+mj-ea"/>
              <a:ea typeface="+mj-ea"/>
            </a:endParaRPr>
          </a:p>
          <a:p>
            <a:pPr marL="323850" indent="-323850"/>
            <a:endParaRPr lang="en-US" altLang="ko-KR" b="1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53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B7350-CDA8-3588-A035-E561B148E45D}"/>
              </a:ext>
            </a:extLst>
          </p:cNvPr>
          <p:cNvSpPr/>
          <p:nvPr/>
        </p:nvSpPr>
        <p:spPr>
          <a:xfrm>
            <a:off x="4460741" y="1952836"/>
            <a:ext cx="956010" cy="2486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E7328-8424-1514-52E1-9395F3E80768}"/>
              </a:ext>
            </a:extLst>
          </p:cNvPr>
          <p:cNvSpPr txBox="1"/>
          <p:nvPr/>
        </p:nvSpPr>
        <p:spPr>
          <a:xfrm>
            <a:off x="617489" y="1948374"/>
            <a:ext cx="322618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latin typeface="맑은 고딕"/>
                <a:ea typeface="맑은 고딕"/>
              </a:rPr>
              <a:t>① </a:t>
            </a:r>
            <a:r>
              <a:rPr lang="en-US" altLang="ko-KR" sz="2000" err="1">
                <a:latin typeface="맑은 고딕"/>
                <a:ea typeface="맑은 고딕"/>
              </a:rPr>
              <a:t>opencv</a:t>
            </a:r>
            <a:r>
              <a:rPr lang="en-US" altLang="ko-KR" sz="2000">
                <a:latin typeface="맑은 고딕"/>
                <a:ea typeface="맑은 고딕"/>
              </a:rPr>
              <a:t>-python search</a:t>
            </a:r>
          </a:p>
          <a:p>
            <a:endParaRPr lang="ko-KR" altLang="en-US" sz="1000">
              <a:latin typeface="맑은 고딕"/>
              <a:ea typeface="맑은 고딕"/>
            </a:endParaRPr>
          </a:p>
          <a:p>
            <a:r>
              <a:rPr lang="ko-KR" altLang="en-US" sz="2000">
                <a:latin typeface="Malgun Gothic"/>
                <a:ea typeface="Malgun Gothic"/>
              </a:rPr>
              <a:t>② </a:t>
            </a:r>
            <a:r>
              <a:rPr lang="en-US" sz="2000" err="1">
                <a:latin typeface="Malgun Gothic"/>
                <a:ea typeface="Malgun Gothic"/>
              </a:rPr>
              <a:t>opencv</a:t>
            </a:r>
            <a:r>
              <a:rPr lang="en-US" sz="2000">
                <a:latin typeface="Malgun Gothic"/>
                <a:ea typeface="Malgun Gothic"/>
              </a:rPr>
              <a:t>-python </a:t>
            </a:r>
            <a:r>
              <a:rPr lang="en-US" altLang="ko-KR" sz="2000">
                <a:latin typeface="Malgun Gothic"/>
                <a:ea typeface="Malgun Gothic"/>
              </a:rPr>
              <a:t>check</a:t>
            </a:r>
            <a:endParaRPr lang="en-US" altLang="ko-KR" sz="2000">
              <a:cs typeface="Arial" panose="020B0604020202020204" pitchFamily="34" charset="0"/>
            </a:endParaRPr>
          </a:p>
          <a:p>
            <a:endParaRPr lang="ko-KR" altLang="en-US" sz="1000">
              <a:latin typeface="Malgun Gothic"/>
              <a:ea typeface="Malgun Gothic"/>
            </a:endParaRPr>
          </a:p>
          <a:p>
            <a:r>
              <a:rPr lang="ko-KR" sz="2000">
                <a:latin typeface="Malgun Gothic"/>
                <a:ea typeface="Malgun Gothic"/>
              </a:rPr>
              <a:t>③ </a:t>
            </a:r>
            <a:r>
              <a:rPr lang="en-US" altLang="ko-KR" sz="2000">
                <a:latin typeface="Arial"/>
                <a:ea typeface="Malgun Gothic"/>
              </a:rPr>
              <a:t>Install Package </a:t>
            </a:r>
            <a:r>
              <a:rPr lang="en-US" altLang="ko-KR" sz="2000">
                <a:latin typeface="Malgun Gothic"/>
                <a:ea typeface="Malgun Gothic"/>
              </a:rPr>
              <a:t>click</a:t>
            </a:r>
            <a:endParaRPr lang="ko-KR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FA413-E934-7D02-07E0-93870F6B5640}"/>
              </a:ext>
            </a:extLst>
          </p:cNvPr>
          <p:cNvSpPr txBox="1"/>
          <p:nvPr/>
        </p:nvSpPr>
        <p:spPr>
          <a:xfrm>
            <a:off x="4066558" y="6074042"/>
            <a:ext cx="37413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37B0D0-064E-C53A-38ED-4B731A0DE3D0}"/>
              </a:ext>
            </a:extLst>
          </p:cNvPr>
          <p:cNvSpPr/>
          <p:nvPr/>
        </p:nvSpPr>
        <p:spPr>
          <a:xfrm>
            <a:off x="4455722" y="2321487"/>
            <a:ext cx="760066" cy="205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49E3F0-E180-1783-409C-A9F59AD72E0C}"/>
              </a:ext>
            </a:extLst>
          </p:cNvPr>
          <p:cNvSpPr/>
          <p:nvPr/>
        </p:nvSpPr>
        <p:spPr>
          <a:xfrm>
            <a:off x="4460678" y="6184059"/>
            <a:ext cx="767814" cy="226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4B06D-9CD0-6146-865B-0573F384FF0C}"/>
              </a:ext>
            </a:extLst>
          </p:cNvPr>
          <p:cNvSpPr txBox="1"/>
          <p:nvPr/>
        </p:nvSpPr>
        <p:spPr>
          <a:xfrm>
            <a:off x="4049486" y="1872343"/>
            <a:ext cx="37011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000">
                <a:solidFill>
                  <a:srgbClr val="FF0000"/>
                </a:solidFill>
                <a:latin typeface="Arial"/>
                <a:ea typeface="맑은 고딕"/>
                <a:cs typeface="Arial"/>
              </a:rPr>
              <a:t>①</a:t>
            </a:r>
            <a:endParaRPr lang="ko-KR" altLang="en-US" sz="200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171E8-8FEB-8C3C-FEA3-959DDB659E73}"/>
              </a:ext>
            </a:extLst>
          </p:cNvPr>
          <p:cNvSpPr txBox="1"/>
          <p:nvPr/>
        </p:nvSpPr>
        <p:spPr>
          <a:xfrm>
            <a:off x="4049486" y="2220686"/>
            <a:ext cx="4027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000">
                <a:solidFill>
                  <a:srgbClr val="FF0000"/>
                </a:solidFill>
                <a:latin typeface="Arial"/>
                <a:ea typeface="맑은 고딕"/>
                <a:cs typeface="Arial"/>
              </a:rPr>
              <a:t>②</a:t>
            </a:r>
            <a:endParaRPr lang="ko-KR" altLang="en-US"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04697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E508BEE-A5CB-5131-925B-DFE11E0A9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786" y="1664804"/>
            <a:ext cx="5115598" cy="471572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Library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323850" indent="-323850"/>
            <a:r>
              <a:rPr lang="en-US" altLang="ko-KR" sz="12000">
                <a:latin typeface="+mj-ea"/>
                <a:ea typeface="+mj-ea"/>
                <a:sym typeface="Wingdings" panose="05000000000000000000" pitchFamily="2" charset="2"/>
              </a:rPr>
              <a:t>Install </a:t>
            </a:r>
            <a:r>
              <a:rPr lang="ko-KR" altLang="en-US" sz="12000">
                <a:latin typeface="+mj-ea"/>
                <a:ea typeface="+mj-ea"/>
                <a:sym typeface="Wingdings" panose="05000000000000000000" pitchFamily="2" charset="2"/>
              </a:rPr>
              <a:t>Camera </a:t>
            </a:r>
            <a:r>
              <a:rPr lang="en-US" altLang="ko-KR" sz="12000" b="1">
                <a:latin typeface="+mj-ea"/>
                <a:ea typeface="+mj-ea"/>
                <a:sym typeface="Wingdings" panose="05000000000000000000" pitchFamily="2" charset="2"/>
              </a:rPr>
              <a:t>Library</a:t>
            </a:r>
            <a:endParaRPr lang="en-US" altLang="ko-KR" sz="12000" b="1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3200" b="0">
                <a:latin typeface="+mn-ea"/>
                <a:sym typeface="Wingdings" panose="05000000000000000000" pitchFamily="2" charset="2"/>
              </a:rPr>
              <a:t>  </a:t>
            </a:r>
            <a:endParaRPr lang="ko-KR" altLang="en-US" sz="8800" b="0">
              <a:latin typeface="+mj-ea"/>
              <a:ea typeface="+mj-ea"/>
            </a:endParaRPr>
          </a:p>
          <a:p>
            <a:pPr marL="323850" indent="-323850"/>
            <a:endParaRPr lang="en-US" altLang="ko-KR" b="1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FA413-E934-7D02-07E0-93870F6B5640}"/>
              </a:ext>
            </a:extLst>
          </p:cNvPr>
          <p:cNvSpPr txBox="1"/>
          <p:nvPr/>
        </p:nvSpPr>
        <p:spPr>
          <a:xfrm>
            <a:off x="1116824" y="5537630"/>
            <a:ext cx="376938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Check the installation success message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49E3F0-E180-1783-409C-A9F59AD72E0C}"/>
              </a:ext>
            </a:extLst>
          </p:cNvPr>
          <p:cNvSpPr/>
          <p:nvPr/>
        </p:nvSpPr>
        <p:spPr>
          <a:xfrm>
            <a:off x="4432338" y="5891573"/>
            <a:ext cx="1611702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1906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A1A0427-539F-3F80-0EE5-08B5B1E0B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458" y="1772816"/>
            <a:ext cx="5591687" cy="454701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Library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23850" indent="-323850"/>
            <a:r>
              <a:rPr lang="en-US" altLang="ko-KR" sz="2400">
                <a:latin typeface="+mj-ea"/>
                <a:ea typeface="+mj-ea"/>
                <a:sym typeface="Wingdings" panose="05000000000000000000" pitchFamily="2" charset="2"/>
              </a:rPr>
              <a:t>Install the Serial Communication Library</a:t>
            </a:r>
            <a:r>
              <a:rPr lang="en-US" altLang="ko-KR" sz="500" b="0">
                <a:latin typeface="+mn-ea"/>
                <a:sym typeface="Wingdings" panose="05000000000000000000" pitchFamily="2" charset="2"/>
              </a:rPr>
              <a:t>  </a:t>
            </a:r>
            <a:endParaRPr lang="en-US" altLang="ko-KR" sz="1800" b="0">
              <a:latin typeface="+mj-ea"/>
              <a:ea typeface="+mj-ea"/>
            </a:endParaRPr>
          </a:p>
          <a:p>
            <a:pPr marL="323850" indent="-323850"/>
            <a:endParaRPr lang="en-US" altLang="ko-KR" sz="500" b="1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9B7350-CDA8-3588-A035-E561B148E45D}"/>
              </a:ext>
            </a:extLst>
          </p:cNvPr>
          <p:cNvSpPr/>
          <p:nvPr/>
        </p:nvSpPr>
        <p:spPr>
          <a:xfrm>
            <a:off x="4526057" y="1996379"/>
            <a:ext cx="542352" cy="1942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E7328-8424-1514-52E1-9395F3E80768}"/>
              </a:ext>
            </a:extLst>
          </p:cNvPr>
          <p:cNvSpPr txBox="1"/>
          <p:nvPr/>
        </p:nvSpPr>
        <p:spPr>
          <a:xfrm>
            <a:off x="4086605" y="1870453"/>
            <a:ext cx="322618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①  </a:t>
            </a:r>
            <a:endParaRPr lang="en-US" altLang="ko-KR" sz="20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C8294-A287-D01D-2567-7CB6C1B8B1E5}"/>
              </a:ext>
            </a:extLst>
          </p:cNvPr>
          <p:cNvSpPr txBox="1"/>
          <p:nvPr/>
        </p:nvSpPr>
        <p:spPr>
          <a:xfrm>
            <a:off x="4092550" y="3532547"/>
            <a:ext cx="322618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②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FA413-E934-7D02-07E0-93870F6B5640}"/>
              </a:ext>
            </a:extLst>
          </p:cNvPr>
          <p:cNvSpPr txBox="1"/>
          <p:nvPr/>
        </p:nvSpPr>
        <p:spPr>
          <a:xfrm>
            <a:off x="4088329" y="5888985"/>
            <a:ext cx="322618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  <a:latin typeface="맑은 고딕"/>
                <a:ea typeface="맑은 고딕"/>
              </a:rPr>
              <a:t>③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37B0D0-064E-C53A-38ED-4B731A0DE3D0}"/>
              </a:ext>
            </a:extLst>
          </p:cNvPr>
          <p:cNvSpPr/>
          <p:nvPr/>
        </p:nvSpPr>
        <p:spPr>
          <a:xfrm>
            <a:off x="4520887" y="3647797"/>
            <a:ext cx="379066" cy="2486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49E3F0-E180-1783-409C-A9F59AD72E0C}"/>
              </a:ext>
            </a:extLst>
          </p:cNvPr>
          <p:cNvSpPr/>
          <p:nvPr/>
        </p:nvSpPr>
        <p:spPr>
          <a:xfrm>
            <a:off x="4547828" y="6013142"/>
            <a:ext cx="648072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C37B9-9340-BD94-84D4-61ECA4CE4779}"/>
              </a:ext>
            </a:extLst>
          </p:cNvPr>
          <p:cNvSpPr txBox="1"/>
          <p:nvPr/>
        </p:nvSpPr>
        <p:spPr>
          <a:xfrm>
            <a:off x="573946" y="1926603"/>
            <a:ext cx="322618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000">
                <a:latin typeface="맑은 고딕"/>
                <a:ea typeface="맑은 고딕"/>
              </a:rPr>
              <a:t>① </a:t>
            </a:r>
            <a:r>
              <a:rPr lang="en-US" altLang="ko-KR" sz="2000" err="1">
                <a:latin typeface="맑은 고딕"/>
                <a:ea typeface="맑은 고딕"/>
              </a:rPr>
              <a:t>pyserial</a:t>
            </a:r>
            <a:r>
              <a:rPr lang="en-US" altLang="ko-KR" sz="2000">
                <a:latin typeface="맑은 고딕"/>
                <a:ea typeface="맑은 고딕"/>
              </a:rPr>
              <a:t> search</a:t>
            </a:r>
          </a:p>
          <a:p>
            <a:endParaRPr lang="ko-KR" altLang="en-US" sz="1000">
              <a:latin typeface="맑은 고딕"/>
              <a:ea typeface="맑은 고딕"/>
            </a:endParaRPr>
          </a:p>
          <a:p>
            <a:r>
              <a:rPr lang="ko-KR" altLang="en-US" sz="2000">
                <a:latin typeface="Malgun Gothic"/>
                <a:ea typeface="Malgun Gothic"/>
              </a:rPr>
              <a:t>② </a:t>
            </a:r>
            <a:r>
              <a:rPr lang="en-US" sz="2000" err="1">
                <a:latin typeface="Arial"/>
                <a:ea typeface="Malgun Gothic"/>
              </a:rPr>
              <a:t>pyserial</a:t>
            </a:r>
            <a:r>
              <a:rPr lang="en-US" sz="2000">
                <a:latin typeface="Malgun Gothic"/>
                <a:ea typeface="Malgun Gothic"/>
              </a:rPr>
              <a:t> </a:t>
            </a:r>
            <a:r>
              <a:rPr lang="en-US" altLang="ko-KR" sz="2000">
                <a:latin typeface="Malgun Gothic"/>
                <a:ea typeface="Malgun Gothic"/>
              </a:rPr>
              <a:t>check</a:t>
            </a:r>
            <a:endParaRPr lang="en-US" altLang="ko-KR" sz="2000">
              <a:cs typeface="Arial" panose="020B0604020202020204" pitchFamily="34" charset="0"/>
            </a:endParaRPr>
          </a:p>
          <a:p>
            <a:endParaRPr lang="ko-KR" altLang="en-US" sz="1000">
              <a:latin typeface="Malgun Gothic"/>
              <a:ea typeface="Malgun Gothic"/>
            </a:endParaRPr>
          </a:p>
          <a:p>
            <a:r>
              <a:rPr lang="ko-KR" sz="2000">
                <a:latin typeface="Malgun Gothic"/>
                <a:ea typeface="Malgun Gothic"/>
              </a:rPr>
              <a:t>③ </a:t>
            </a:r>
            <a:r>
              <a:rPr lang="en-US" altLang="ko-KR" sz="2000">
                <a:latin typeface="Arial"/>
                <a:ea typeface="Malgun Gothic"/>
              </a:rPr>
              <a:t>Install Package </a:t>
            </a:r>
            <a:r>
              <a:rPr lang="en-US" altLang="ko-KR" sz="2000">
                <a:latin typeface="Malgun Gothic"/>
                <a:ea typeface="Malgun Gothic"/>
              </a:rPr>
              <a:t>Click</a:t>
            </a:r>
            <a:endParaRPr lang="ko-KR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0507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B759F7-F75A-039F-90F7-E0E76D2CB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786" y="1736812"/>
            <a:ext cx="6093266" cy="463253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Library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23850" indent="-323850"/>
            <a:r>
              <a:rPr lang="en-US" altLang="ko-KR" sz="2000">
                <a:latin typeface="+mj-ea"/>
                <a:ea typeface="+mj-ea"/>
                <a:sym typeface="Wingdings" panose="05000000000000000000" pitchFamily="2" charset="2"/>
              </a:rPr>
              <a:t>Install the Serial Communication Library</a:t>
            </a:r>
            <a:r>
              <a:rPr lang="en-US" altLang="ko-KR" sz="400" b="0">
                <a:latin typeface="+mn-ea"/>
                <a:sym typeface="Wingdings" panose="05000000000000000000" pitchFamily="2" charset="2"/>
              </a:rPr>
              <a:t> </a:t>
            </a:r>
            <a:r>
              <a:rPr lang="en-US" altLang="ko-KR" sz="1600" b="0">
                <a:latin typeface="+mn-ea"/>
                <a:sym typeface="Wingdings" panose="05000000000000000000" pitchFamily="2" charset="2"/>
              </a:rPr>
              <a:t> </a:t>
            </a:r>
            <a:endParaRPr lang="ko-KR" altLang="en-US" sz="1600" b="0">
              <a:latin typeface="+mj-ea"/>
              <a:ea typeface="+mj-ea"/>
            </a:endParaRPr>
          </a:p>
          <a:p>
            <a:pPr marL="323850" indent="-323850"/>
            <a:endParaRPr lang="en-US" altLang="ko-KR" sz="400" b="1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FA413-E934-7D02-07E0-93870F6B5640}"/>
              </a:ext>
            </a:extLst>
          </p:cNvPr>
          <p:cNvSpPr txBox="1"/>
          <p:nvPr/>
        </p:nvSpPr>
        <p:spPr>
          <a:xfrm>
            <a:off x="1241031" y="5625241"/>
            <a:ext cx="322618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Check the installation success message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49E3F0-E180-1783-409C-A9F59AD72E0C}"/>
              </a:ext>
            </a:extLst>
          </p:cNvPr>
          <p:cNvSpPr/>
          <p:nvPr/>
        </p:nvSpPr>
        <p:spPr>
          <a:xfrm>
            <a:off x="4497652" y="5880687"/>
            <a:ext cx="2210416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9153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Exercise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23850" indent="-323850"/>
            <a:r>
              <a:rPr lang="en-US" altLang="ko-KR">
                <a:latin typeface="+mj-ea"/>
                <a:ea typeface="+mj-ea"/>
              </a:rPr>
              <a:t>Check library and device installation</a:t>
            </a:r>
            <a:endParaRPr lang="ko-KR" altLang="en-US" sz="8800" b="0">
              <a:latin typeface="+mj-ea"/>
              <a:ea typeface="+mj-ea"/>
            </a:endParaRPr>
          </a:p>
          <a:p>
            <a:pPr marL="323850" indent="-323850"/>
            <a:endParaRPr lang="en-US" altLang="ko-KR" b="1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57</a:t>
            </a:fld>
            <a:endParaRPr lang="ko-KR" altLang="en-US"/>
          </a:p>
        </p:txBody>
      </p:sp>
      <p:pic>
        <p:nvPicPr>
          <p:cNvPr id="8" name="그림 8" descr="텍스트, 스크린샷, 모니터, 검은색이(가) 표시된 사진&#10;&#10;자동 생성된 설명">
            <a:extLst>
              <a:ext uri="{FF2B5EF4-FFF2-40B4-BE49-F238E27FC236}">
                <a16:creationId xmlns:a16="http://schemas.microsoft.com/office/drawing/2014/main" id="{BC657013-6776-8273-433F-30F27F2216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361" b="36869"/>
          <a:stretch/>
        </p:blipFill>
        <p:spPr>
          <a:xfrm>
            <a:off x="1894114" y="2083131"/>
            <a:ext cx="8819416" cy="395844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A4F999-8441-D2B7-27C8-F7D4FB9C4631}"/>
              </a:ext>
            </a:extLst>
          </p:cNvPr>
          <p:cNvSpPr/>
          <p:nvPr/>
        </p:nvSpPr>
        <p:spPr>
          <a:xfrm>
            <a:off x="4260145" y="2634765"/>
            <a:ext cx="3506806" cy="3264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7C2467-55BC-62DC-3869-EF6A8D8181A1}"/>
              </a:ext>
            </a:extLst>
          </p:cNvPr>
          <p:cNvSpPr/>
          <p:nvPr/>
        </p:nvSpPr>
        <p:spPr>
          <a:xfrm>
            <a:off x="9435807" y="2268609"/>
            <a:ext cx="231196" cy="2259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F964F1-3E31-6B49-4AAD-CF2BB65B94B5}"/>
              </a:ext>
            </a:extLst>
          </p:cNvPr>
          <p:cNvSpPr txBox="1"/>
          <p:nvPr/>
        </p:nvSpPr>
        <p:spPr>
          <a:xfrm>
            <a:off x="4792965" y="6111616"/>
            <a:ext cx="322618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>
                <a:latin typeface="+mj-ea"/>
                <a:ea typeface="+mj-ea"/>
              </a:rPr>
              <a:t>Run test code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DBFACA-592B-6AA5-ABC2-39196D7BB17E}"/>
              </a:ext>
            </a:extLst>
          </p:cNvPr>
          <p:cNvSpPr txBox="1"/>
          <p:nvPr/>
        </p:nvSpPr>
        <p:spPr>
          <a:xfrm>
            <a:off x="9167042" y="2529226"/>
            <a:ext cx="78185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>
                <a:solidFill>
                  <a:srgbClr val="FF0000"/>
                </a:solidFill>
                <a:latin typeface="+mj-ea"/>
                <a:ea typeface="+mj-ea"/>
              </a:rPr>
              <a:t>Click</a:t>
            </a:r>
            <a:endParaRPr lang="ko-KR" altLang="en-US" sz="2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537890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Exercise</a:t>
            </a:r>
            <a:endParaRPr 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17" y="1232759"/>
            <a:ext cx="10615083" cy="6703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23850" indent="-323850"/>
            <a:r>
              <a:rPr lang="en-US" altLang="ko-KR">
                <a:latin typeface="Malgun Gothic"/>
                <a:ea typeface="Malgun Gothic"/>
                <a:sym typeface="Wingdings" panose="05000000000000000000" pitchFamily="2" charset="2"/>
              </a:rPr>
              <a:t>Check library and device installation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E543-6413-4545-9641-1FF646F0C227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FA413-E934-7D02-07E0-93870F6B5640}"/>
              </a:ext>
            </a:extLst>
          </p:cNvPr>
          <p:cNvSpPr txBox="1"/>
          <p:nvPr/>
        </p:nvSpPr>
        <p:spPr>
          <a:xfrm>
            <a:off x="3819188" y="5227894"/>
            <a:ext cx="505696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2000">
                <a:latin typeface="+mj-ea"/>
                <a:ea typeface="+mj-ea"/>
              </a:rPr>
              <a:t>Printing the following phrase means 
Installation is done correctly</a:t>
            </a:r>
            <a:endParaRPr lang="ko-KR">
              <a:cs typeface="Arial" panose="020B0604020202020204" pitchFamily="34" charset="0"/>
            </a:endParaRPr>
          </a:p>
        </p:txBody>
      </p:sp>
      <p:pic>
        <p:nvPicPr>
          <p:cNvPr id="4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A368AD5B-B27D-037F-BD80-B12FAACDE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349" y="2222868"/>
            <a:ext cx="8572004" cy="286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864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2374050" y="1664804"/>
            <a:ext cx="7772400" cy="1368425"/>
          </a:xfrm>
        </p:spPr>
        <p:txBody>
          <a:bodyPr/>
          <a:lstStyle/>
          <a:p>
            <a:r>
              <a:rPr lang="en-US" altLang="ko-KR" sz="6000" b="1"/>
              <a:t>Thank You!</a:t>
            </a:r>
            <a:endParaRPr lang="ko-KR" altLang="en-US" sz="6000" b="1"/>
          </a:p>
        </p:txBody>
      </p:sp>
      <p:sp>
        <p:nvSpPr>
          <p:cNvPr id="4" name="TextBox 3"/>
          <p:cNvSpPr txBox="1"/>
          <p:nvPr userDrawn="1"/>
        </p:nvSpPr>
        <p:spPr>
          <a:xfrm>
            <a:off x="4997727" y="4057902"/>
            <a:ext cx="2525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i="1"/>
              <a:t>Automation Lab</a:t>
            </a:r>
            <a:endParaRPr lang="ko-KR" altLang="en-US" sz="2000" i="1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786" y="4699132"/>
            <a:ext cx="784927" cy="78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16061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사용자 지정 1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8DC63F"/>
      </a:accent1>
      <a:accent2>
        <a:srgbClr val="FF6C0F"/>
      </a:accent2>
      <a:accent3>
        <a:srgbClr val="FE9E00"/>
      </a:accent3>
      <a:accent4>
        <a:srgbClr val="072A60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Impact">
      <a:majorFont>
        <a:latin typeface="Impact"/>
        <a:ea typeface="맑은 고딕"/>
        <a:cs typeface=""/>
      </a:majorFont>
      <a:minorFont>
        <a:latin typeface="Trebuchet MS"/>
        <a:ea typeface="맑은 고딕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1423B4A3F4E6D44A40F7A5F89B3400A" ma:contentTypeVersion="11" ma:contentTypeDescription="새 문서를 만듭니다." ma:contentTypeScope="" ma:versionID="013f792569f9d0d9334006311e58f8ec">
  <xsd:schema xmlns:xsd="http://www.w3.org/2001/XMLSchema" xmlns:xs="http://www.w3.org/2001/XMLSchema" xmlns:p="http://schemas.microsoft.com/office/2006/metadata/properties" xmlns:ns2="401ae90f-aa15-4352-9ab0-2c0199b0b86f" xmlns:ns3="d0ba91da-c308-49bc-8331-c3376b27eb75" targetNamespace="http://schemas.microsoft.com/office/2006/metadata/properties" ma:root="true" ma:fieldsID="b05bc4bc8b079e3a9401e490364af3ff" ns2:_="" ns3:_="">
    <xsd:import namespace="401ae90f-aa15-4352-9ab0-2c0199b0b86f"/>
    <xsd:import namespace="d0ba91da-c308-49bc-8331-c3376b27eb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ae90f-aa15-4352-9ab0-2c0199b0b8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13f7c4bd-ffc2-489d-bd41-78771032fe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a91da-c308-49bc-8331-c3376b27eb7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18d69039-77f7-4b23-905e-7493aa121599}" ma:internalName="TaxCatchAll" ma:showField="CatchAllData" ma:web="d0ba91da-c308-49bc-8331-c3376b27eb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0ba91da-c308-49bc-8331-c3376b27eb75" xsi:nil="true"/>
    <lcf76f155ced4ddcb4097134ff3c332f xmlns="401ae90f-aa15-4352-9ab0-2c0199b0b86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A394FF-07D7-40A5-80EA-D869327CDCD2}">
  <ds:schemaRefs>
    <ds:schemaRef ds:uri="401ae90f-aa15-4352-9ab0-2c0199b0b86f"/>
    <ds:schemaRef ds:uri="d0ba91da-c308-49bc-8331-c3376b27eb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1A5700B-C5CA-45EA-A04D-A8FF193A5387}">
  <ds:schemaRefs>
    <ds:schemaRef ds:uri="401ae90f-aa15-4352-9ab0-2c0199b0b86f"/>
    <ds:schemaRef ds:uri="d0ba91da-c308-49bc-8331-c3376b27eb7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39EC531-1B9D-425C-BFE1-DAEDB3250F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786</Words>
  <Application>Microsoft Office PowerPoint</Application>
  <PresentationFormat>와이드스크린</PresentationFormat>
  <Paragraphs>311</Paragraphs>
  <Slides>59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70" baseType="lpstr">
      <vt:lpstr>굴림</vt:lpstr>
      <vt:lpstr>Malgun Gothic</vt:lpstr>
      <vt:lpstr>Malgun Gothic</vt:lpstr>
      <vt:lpstr>Arial</vt:lpstr>
      <vt:lpstr>Gill Sans MT</vt:lpstr>
      <vt:lpstr>Impact</vt:lpstr>
      <vt:lpstr>Times New Roman</vt:lpstr>
      <vt:lpstr>Trebuchet MS</vt:lpstr>
      <vt:lpstr>Wingdings</vt:lpstr>
      <vt:lpstr>Wingdings 2</vt:lpstr>
      <vt:lpstr>Badge</vt:lpstr>
      <vt:lpstr>Future Vehicle  Education Workshop</vt:lpstr>
      <vt:lpstr>PC</vt:lpstr>
      <vt:lpstr>PC</vt:lpstr>
      <vt:lpstr>PC</vt:lpstr>
      <vt:lpstr>PC</vt:lpstr>
      <vt:lpstr>LiDAR</vt:lpstr>
      <vt:lpstr>LiDAR</vt:lpstr>
      <vt:lpstr>LiDAR</vt:lpstr>
      <vt:lpstr>LiDAR</vt:lpstr>
      <vt:lpstr>LiDAR</vt:lpstr>
      <vt:lpstr>LiDAR</vt:lpstr>
      <vt:lpstr>LiDAR</vt:lpstr>
      <vt:lpstr>LiDAR</vt:lpstr>
      <vt:lpstr>LiDAR</vt:lpstr>
      <vt:lpstr>LiDAR</vt:lpstr>
      <vt:lpstr>LiDAR</vt:lpstr>
      <vt:lpstr>Arduino IDE</vt:lpstr>
      <vt:lpstr>Arduino IDE</vt:lpstr>
      <vt:lpstr>Arduino IDE</vt:lpstr>
      <vt:lpstr>Arduino IDE</vt:lpstr>
      <vt:lpstr>Arduino IDE</vt:lpstr>
      <vt:lpstr>Arduino IDE</vt:lpstr>
      <vt:lpstr>Arduino IDE</vt:lpstr>
      <vt:lpstr>Arduino IDE</vt:lpstr>
      <vt:lpstr>Arduino IDE</vt:lpstr>
      <vt:lpstr>Arduino IDE</vt:lpstr>
      <vt:lpstr>Python</vt:lpstr>
      <vt:lpstr>Python</vt:lpstr>
      <vt:lpstr>Python</vt:lpstr>
      <vt:lpstr>Python</vt:lpstr>
      <vt:lpstr>Python</vt:lpstr>
      <vt:lpstr>Python</vt:lpstr>
      <vt:lpstr>Python</vt:lpstr>
      <vt:lpstr>PyCharm</vt:lpstr>
      <vt:lpstr>PyCharm</vt:lpstr>
      <vt:lpstr>PyCharm</vt:lpstr>
      <vt:lpstr>PyCharm</vt:lpstr>
      <vt:lpstr>PyCharm</vt:lpstr>
      <vt:lpstr>PyCharm</vt:lpstr>
      <vt:lpstr>PyCharm</vt:lpstr>
      <vt:lpstr>PyCharm</vt:lpstr>
      <vt:lpstr>PyCharm</vt:lpstr>
      <vt:lpstr>PyCharm</vt:lpstr>
      <vt:lpstr>PyCharm</vt:lpstr>
      <vt:lpstr>PyCharm</vt:lpstr>
      <vt:lpstr>PyCharm</vt:lpstr>
      <vt:lpstr>PyCharm</vt:lpstr>
      <vt:lpstr>PyCharm</vt:lpstr>
      <vt:lpstr>Library</vt:lpstr>
      <vt:lpstr>Library</vt:lpstr>
      <vt:lpstr>Library</vt:lpstr>
      <vt:lpstr>Library</vt:lpstr>
      <vt:lpstr>Library</vt:lpstr>
      <vt:lpstr>Library</vt:lpstr>
      <vt:lpstr>Library</vt:lpstr>
      <vt:lpstr>Library</vt:lpstr>
      <vt:lpstr>Exercise</vt:lpstr>
      <vt:lpstr>Exercise</vt:lpstr>
      <vt:lpstr>Thank You!</vt:lpstr>
    </vt:vector>
  </TitlesOfParts>
  <Company>기계역학연구실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여훈</dc:creator>
  <cp:lastModifiedBy>오성빈</cp:lastModifiedBy>
  <cp:revision>55</cp:revision>
  <cp:lastPrinted>2019-05-23T09:10:32Z</cp:lastPrinted>
  <dcterms:created xsi:type="dcterms:W3CDTF">2001-05-06T17:17:41Z</dcterms:created>
  <dcterms:modified xsi:type="dcterms:W3CDTF">2025-08-03T11:39:35Z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0x010100C1423B4A3F4E6D44A40F7A5F89B3400A</vt:lpwstr>
  </property>
  <property fmtid="{D5CDD505-2E9C-101B-9397-08002B2CF9AE}" pid="3" name="MediaServiceImageTags">
    <vt:lpwstr/>
  </property>
</Properties>
</file>