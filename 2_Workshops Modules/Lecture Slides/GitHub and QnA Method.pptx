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214668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9900" y="574243"/>
            <a:ext cx="1154111" cy="2762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214035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28376" y="573023"/>
            <a:ext cx="1155191" cy="2773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3848" y="3215563"/>
            <a:ext cx="10872470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03403" y="6588695"/>
            <a:ext cx="956944" cy="16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1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3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4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0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 descr="KoGeReC KO – Eine weitere WordPress-Websi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652" y="963628"/>
              <a:ext cx="1629422" cy="3876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285" y="2147570"/>
              <a:ext cx="4100893" cy="3756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4834" y="4301098"/>
              <a:ext cx="3813949" cy="406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2146935"/>
            <a:chOff x="0" y="0"/>
            <a:chExt cx="12192000" cy="2146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21466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50472" y="1460880"/>
              <a:ext cx="2590165" cy="457834"/>
            </a:xfrm>
            <a:custGeom>
              <a:avLst/>
              <a:gdLst/>
              <a:ahLst/>
              <a:cxnLst/>
              <a:rect l="l" t="t" r="r" b="b"/>
              <a:pathLst>
                <a:path w="2590165" h="457835">
                  <a:moveTo>
                    <a:pt x="265442" y="176809"/>
                  </a:moveTo>
                  <a:lnTo>
                    <a:pt x="156946" y="176809"/>
                  </a:lnTo>
                  <a:lnTo>
                    <a:pt x="156946" y="209842"/>
                  </a:lnTo>
                  <a:lnTo>
                    <a:pt x="229273" y="209842"/>
                  </a:lnTo>
                  <a:lnTo>
                    <a:pt x="229273" y="303834"/>
                  </a:lnTo>
                  <a:lnTo>
                    <a:pt x="214642" y="310769"/>
                  </a:lnTo>
                  <a:lnTo>
                    <a:pt x="198412" y="315722"/>
                  </a:lnTo>
                  <a:lnTo>
                    <a:pt x="180594" y="318693"/>
                  </a:lnTo>
                  <a:lnTo>
                    <a:pt x="161188" y="319684"/>
                  </a:lnTo>
                  <a:lnTo>
                    <a:pt x="134124" y="317436"/>
                  </a:lnTo>
                  <a:lnTo>
                    <a:pt x="89014" y="299466"/>
                  </a:lnTo>
                  <a:lnTo>
                    <a:pt x="56540" y="264058"/>
                  </a:lnTo>
                  <a:lnTo>
                    <a:pt x="40017" y="214388"/>
                  </a:lnTo>
                  <a:lnTo>
                    <a:pt x="37947" y="184404"/>
                  </a:lnTo>
                  <a:lnTo>
                    <a:pt x="40182" y="155244"/>
                  </a:lnTo>
                  <a:lnTo>
                    <a:pt x="58051" y="105460"/>
                  </a:lnTo>
                  <a:lnTo>
                    <a:pt x="92786" y="68033"/>
                  </a:lnTo>
                  <a:lnTo>
                    <a:pt x="138557" y="48831"/>
                  </a:lnTo>
                  <a:lnTo>
                    <a:pt x="165201" y="46431"/>
                  </a:lnTo>
                  <a:lnTo>
                    <a:pt x="191516" y="48006"/>
                  </a:lnTo>
                  <a:lnTo>
                    <a:pt x="215988" y="52743"/>
                  </a:lnTo>
                  <a:lnTo>
                    <a:pt x="238620" y="60629"/>
                  </a:lnTo>
                  <a:lnTo>
                    <a:pt x="259410" y="71666"/>
                  </a:lnTo>
                  <a:lnTo>
                    <a:pt x="259410" y="46431"/>
                  </a:lnTo>
                  <a:lnTo>
                    <a:pt x="219671" y="17576"/>
                  </a:lnTo>
                  <a:lnTo>
                    <a:pt x="169672" y="13169"/>
                  </a:lnTo>
                  <a:lnTo>
                    <a:pt x="134531" y="16230"/>
                  </a:lnTo>
                  <a:lnTo>
                    <a:pt x="73748" y="40741"/>
                  </a:lnTo>
                  <a:lnTo>
                    <a:pt x="27063" y="88379"/>
                  </a:lnTo>
                  <a:lnTo>
                    <a:pt x="3009" y="150939"/>
                  </a:lnTo>
                  <a:lnTo>
                    <a:pt x="0" y="187299"/>
                  </a:lnTo>
                  <a:lnTo>
                    <a:pt x="2717" y="222758"/>
                  </a:lnTo>
                  <a:lnTo>
                    <a:pt x="24485" y="282765"/>
                  </a:lnTo>
                  <a:lnTo>
                    <a:pt x="66890" y="327164"/>
                  </a:lnTo>
                  <a:lnTo>
                    <a:pt x="123151" y="349885"/>
                  </a:lnTo>
                  <a:lnTo>
                    <a:pt x="156044" y="352717"/>
                  </a:lnTo>
                  <a:lnTo>
                    <a:pt x="185483" y="350964"/>
                  </a:lnTo>
                  <a:lnTo>
                    <a:pt x="213525" y="345694"/>
                  </a:lnTo>
                  <a:lnTo>
                    <a:pt x="240182" y="336905"/>
                  </a:lnTo>
                  <a:lnTo>
                    <a:pt x="265442" y="324599"/>
                  </a:lnTo>
                  <a:lnTo>
                    <a:pt x="265442" y="319684"/>
                  </a:lnTo>
                  <a:lnTo>
                    <a:pt x="265442" y="176809"/>
                  </a:lnTo>
                  <a:close/>
                </a:path>
                <a:path w="2590165" h="457835">
                  <a:moveTo>
                    <a:pt x="365963" y="112509"/>
                  </a:moveTo>
                  <a:lnTo>
                    <a:pt x="330695" y="112509"/>
                  </a:lnTo>
                  <a:lnTo>
                    <a:pt x="330695" y="347141"/>
                  </a:lnTo>
                  <a:lnTo>
                    <a:pt x="365963" y="347141"/>
                  </a:lnTo>
                  <a:lnTo>
                    <a:pt x="365963" y="112509"/>
                  </a:lnTo>
                  <a:close/>
                </a:path>
                <a:path w="2590165" h="457835">
                  <a:moveTo>
                    <a:pt x="372389" y="21437"/>
                  </a:moveTo>
                  <a:lnTo>
                    <a:pt x="370166" y="16002"/>
                  </a:lnTo>
                  <a:lnTo>
                    <a:pt x="361086" y="6769"/>
                  </a:lnTo>
                  <a:lnTo>
                    <a:pt x="355473" y="4470"/>
                  </a:lnTo>
                  <a:lnTo>
                    <a:pt x="342366" y="4470"/>
                  </a:lnTo>
                  <a:lnTo>
                    <a:pt x="336905" y="6769"/>
                  </a:lnTo>
                  <a:lnTo>
                    <a:pt x="328015" y="15811"/>
                  </a:lnTo>
                  <a:lnTo>
                    <a:pt x="325780" y="21437"/>
                  </a:lnTo>
                  <a:lnTo>
                    <a:pt x="325780" y="34975"/>
                  </a:lnTo>
                  <a:lnTo>
                    <a:pt x="327952" y="40411"/>
                  </a:lnTo>
                  <a:lnTo>
                    <a:pt x="328015" y="40589"/>
                  </a:lnTo>
                  <a:lnTo>
                    <a:pt x="336943" y="49377"/>
                  </a:lnTo>
                  <a:lnTo>
                    <a:pt x="342366" y="51574"/>
                  </a:lnTo>
                  <a:lnTo>
                    <a:pt x="355473" y="51574"/>
                  </a:lnTo>
                  <a:lnTo>
                    <a:pt x="360997" y="49377"/>
                  </a:lnTo>
                  <a:lnTo>
                    <a:pt x="370166" y="40411"/>
                  </a:lnTo>
                  <a:lnTo>
                    <a:pt x="372376" y="34975"/>
                  </a:lnTo>
                  <a:lnTo>
                    <a:pt x="372389" y="21437"/>
                  </a:lnTo>
                  <a:close/>
                </a:path>
                <a:path w="2590165" h="457835">
                  <a:moveTo>
                    <a:pt x="543852" y="112509"/>
                  </a:moveTo>
                  <a:lnTo>
                    <a:pt x="484479" y="112509"/>
                  </a:lnTo>
                  <a:lnTo>
                    <a:pt x="484479" y="43535"/>
                  </a:lnTo>
                  <a:lnTo>
                    <a:pt x="449199" y="54914"/>
                  </a:lnTo>
                  <a:lnTo>
                    <a:pt x="449199" y="112509"/>
                  </a:lnTo>
                  <a:lnTo>
                    <a:pt x="408571" y="112509"/>
                  </a:lnTo>
                  <a:lnTo>
                    <a:pt x="408571" y="143103"/>
                  </a:lnTo>
                  <a:lnTo>
                    <a:pt x="449199" y="143103"/>
                  </a:lnTo>
                  <a:lnTo>
                    <a:pt x="449199" y="284187"/>
                  </a:lnTo>
                  <a:lnTo>
                    <a:pt x="452983" y="313982"/>
                  </a:lnTo>
                  <a:lnTo>
                    <a:pt x="464324" y="335254"/>
                  </a:lnTo>
                  <a:lnTo>
                    <a:pt x="483400" y="348132"/>
                  </a:lnTo>
                  <a:lnTo>
                    <a:pt x="483946" y="348132"/>
                  </a:lnTo>
                  <a:lnTo>
                    <a:pt x="509701" y="352272"/>
                  </a:lnTo>
                  <a:lnTo>
                    <a:pt x="519620" y="351815"/>
                  </a:lnTo>
                  <a:lnTo>
                    <a:pt x="528624" y="350431"/>
                  </a:lnTo>
                  <a:lnTo>
                    <a:pt x="536702" y="348132"/>
                  </a:lnTo>
                  <a:lnTo>
                    <a:pt x="543852" y="344906"/>
                  </a:lnTo>
                  <a:lnTo>
                    <a:pt x="543852" y="322135"/>
                  </a:lnTo>
                  <a:lnTo>
                    <a:pt x="543852" y="314325"/>
                  </a:lnTo>
                  <a:lnTo>
                    <a:pt x="538480" y="317741"/>
                  </a:lnTo>
                  <a:lnTo>
                    <a:pt x="532638" y="320179"/>
                  </a:lnTo>
                  <a:lnTo>
                    <a:pt x="526313" y="321652"/>
                  </a:lnTo>
                  <a:lnTo>
                    <a:pt x="519518" y="322135"/>
                  </a:lnTo>
                  <a:lnTo>
                    <a:pt x="512673" y="321652"/>
                  </a:lnTo>
                  <a:lnTo>
                    <a:pt x="511403" y="321652"/>
                  </a:lnTo>
                  <a:lnTo>
                    <a:pt x="485000" y="289166"/>
                  </a:lnTo>
                  <a:lnTo>
                    <a:pt x="484479" y="277710"/>
                  </a:lnTo>
                  <a:lnTo>
                    <a:pt x="484479" y="143103"/>
                  </a:lnTo>
                  <a:lnTo>
                    <a:pt x="543852" y="143103"/>
                  </a:lnTo>
                  <a:lnTo>
                    <a:pt x="543852" y="112509"/>
                  </a:lnTo>
                  <a:close/>
                </a:path>
                <a:path w="2590165" h="457835">
                  <a:moveTo>
                    <a:pt x="837387" y="18529"/>
                  </a:moveTo>
                  <a:lnTo>
                    <a:pt x="801446" y="18529"/>
                  </a:lnTo>
                  <a:lnTo>
                    <a:pt x="801446" y="163639"/>
                  </a:lnTo>
                  <a:lnTo>
                    <a:pt x="629094" y="163639"/>
                  </a:lnTo>
                  <a:lnTo>
                    <a:pt x="629094" y="18529"/>
                  </a:lnTo>
                  <a:lnTo>
                    <a:pt x="593153" y="18529"/>
                  </a:lnTo>
                  <a:lnTo>
                    <a:pt x="593153" y="347141"/>
                  </a:lnTo>
                  <a:lnTo>
                    <a:pt x="629094" y="347141"/>
                  </a:lnTo>
                  <a:lnTo>
                    <a:pt x="629094" y="196456"/>
                  </a:lnTo>
                  <a:lnTo>
                    <a:pt x="801446" y="196456"/>
                  </a:lnTo>
                  <a:lnTo>
                    <a:pt x="801446" y="347141"/>
                  </a:lnTo>
                  <a:lnTo>
                    <a:pt x="837387" y="347141"/>
                  </a:lnTo>
                  <a:lnTo>
                    <a:pt x="837387" y="196456"/>
                  </a:lnTo>
                  <a:lnTo>
                    <a:pt x="837387" y="163639"/>
                  </a:lnTo>
                  <a:lnTo>
                    <a:pt x="837387" y="18529"/>
                  </a:lnTo>
                  <a:close/>
                </a:path>
                <a:path w="2590165" h="457835">
                  <a:moveTo>
                    <a:pt x="1100378" y="112509"/>
                  </a:moveTo>
                  <a:lnTo>
                    <a:pt x="1064882" y="112509"/>
                  </a:lnTo>
                  <a:lnTo>
                    <a:pt x="1064882" y="247573"/>
                  </a:lnTo>
                  <a:lnTo>
                    <a:pt x="1063752" y="263436"/>
                  </a:lnTo>
                  <a:lnTo>
                    <a:pt x="1046695" y="301713"/>
                  </a:lnTo>
                  <a:lnTo>
                    <a:pt x="1013815" y="321284"/>
                  </a:lnTo>
                  <a:lnTo>
                    <a:pt x="1000366" y="322580"/>
                  </a:lnTo>
                  <a:lnTo>
                    <a:pt x="975169" y="317855"/>
                  </a:lnTo>
                  <a:lnTo>
                    <a:pt x="957173" y="303657"/>
                  </a:lnTo>
                  <a:lnTo>
                    <a:pt x="946378" y="280009"/>
                  </a:lnTo>
                  <a:lnTo>
                    <a:pt x="942848" y="247573"/>
                  </a:lnTo>
                  <a:lnTo>
                    <a:pt x="942771" y="112509"/>
                  </a:lnTo>
                  <a:lnTo>
                    <a:pt x="907719" y="112509"/>
                  </a:lnTo>
                  <a:lnTo>
                    <a:pt x="907719" y="252704"/>
                  </a:lnTo>
                  <a:lnTo>
                    <a:pt x="912964" y="296456"/>
                  </a:lnTo>
                  <a:lnTo>
                    <a:pt x="928700" y="327710"/>
                  </a:lnTo>
                  <a:lnTo>
                    <a:pt x="954938" y="346468"/>
                  </a:lnTo>
                  <a:lnTo>
                    <a:pt x="991666" y="352717"/>
                  </a:lnTo>
                  <a:lnTo>
                    <a:pt x="1014603" y="350050"/>
                  </a:lnTo>
                  <a:lnTo>
                    <a:pt x="1034300" y="342061"/>
                  </a:lnTo>
                  <a:lnTo>
                    <a:pt x="1050772" y="328739"/>
                  </a:lnTo>
                  <a:lnTo>
                    <a:pt x="1055128" y="322580"/>
                  </a:lnTo>
                  <a:lnTo>
                    <a:pt x="1063993" y="310083"/>
                  </a:lnTo>
                  <a:lnTo>
                    <a:pt x="1064882" y="310083"/>
                  </a:lnTo>
                  <a:lnTo>
                    <a:pt x="1064882" y="347141"/>
                  </a:lnTo>
                  <a:lnTo>
                    <a:pt x="1100378" y="347141"/>
                  </a:lnTo>
                  <a:lnTo>
                    <a:pt x="1100378" y="310083"/>
                  </a:lnTo>
                  <a:lnTo>
                    <a:pt x="1100378" y="112509"/>
                  </a:lnTo>
                  <a:close/>
                </a:path>
                <a:path w="2590165" h="457835">
                  <a:moveTo>
                    <a:pt x="1384274" y="223024"/>
                  </a:moveTo>
                  <a:lnTo>
                    <a:pt x="1377835" y="175615"/>
                  </a:lnTo>
                  <a:lnTo>
                    <a:pt x="1358493" y="138747"/>
                  </a:lnTo>
                  <a:lnTo>
                    <a:pt x="1348117" y="128574"/>
                  </a:lnTo>
                  <a:lnTo>
                    <a:pt x="1348117" y="221907"/>
                  </a:lnTo>
                  <a:lnTo>
                    <a:pt x="1346885" y="244373"/>
                  </a:lnTo>
                  <a:lnTo>
                    <a:pt x="1337005" y="281432"/>
                  </a:lnTo>
                  <a:lnTo>
                    <a:pt x="1304886" y="315937"/>
                  </a:lnTo>
                  <a:lnTo>
                    <a:pt x="1274000" y="322580"/>
                  </a:lnTo>
                  <a:lnTo>
                    <a:pt x="1259992" y="321284"/>
                  </a:lnTo>
                  <a:lnTo>
                    <a:pt x="1225219" y="301929"/>
                  </a:lnTo>
                  <a:lnTo>
                    <a:pt x="1206906" y="266001"/>
                  </a:lnTo>
                  <a:lnTo>
                    <a:pt x="1205687" y="251815"/>
                  </a:lnTo>
                  <a:lnTo>
                    <a:pt x="1205687" y="218325"/>
                  </a:lnTo>
                  <a:lnTo>
                    <a:pt x="1217371" y="172618"/>
                  </a:lnTo>
                  <a:lnTo>
                    <a:pt x="1233297" y="154038"/>
                  </a:lnTo>
                  <a:lnTo>
                    <a:pt x="1237576" y="150126"/>
                  </a:lnTo>
                  <a:lnTo>
                    <a:pt x="1250175" y="142875"/>
                  </a:lnTo>
                  <a:lnTo>
                    <a:pt x="1264246" y="138518"/>
                  </a:lnTo>
                  <a:lnTo>
                    <a:pt x="1279804" y="137071"/>
                  </a:lnTo>
                  <a:lnTo>
                    <a:pt x="1294815" y="138518"/>
                  </a:lnTo>
                  <a:lnTo>
                    <a:pt x="1294625" y="138518"/>
                  </a:lnTo>
                  <a:lnTo>
                    <a:pt x="1308074" y="142875"/>
                  </a:lnTo>
                  <a:lnTo>
                    <a:pt x="1307909" y="142875"/>
                  </a:lnTo>
                  <a:lnTo>
                    <a:pt x="1319377" y="149885"/>
                  </a:lnTo>
                  <a:lnTo>
                    <a:pt x="1329474" y="159842"/>
                  </a:lnTo>
                  <a:lnTo>
                    <a:pt x="1337627" y="172262"/>
                  </a:lnTo>
                  <a:lnTo>
                    <a:pt x="1343456" y="186740"/>
                  </a:lnTo>
                  <a:lnTo>
                    <a:pt x="1346949" y="203288"/>
                  </a:lnTo>
                  <a:lnTo>
                    <a:pt x="1348117" y="221907"/>
                  </a:lnTo>
                  <a:lnTo>
                    <a:pt x="1348117" y="128574"/>
                  </a:lnTo>
                  <a:lnTo>
                    <a:pt x="1344409" y="124929"/>
                  </a:lnTo>
                  <a:lnTo>
                    <a:pt x="1327937" y="115062"/>
                  </a:lnTo>
                  <a:lnTo>
                    <a:pt x="1309090" y="109143"/>
                  </a:lnTo>
                  <a:lnTo>
                    <a:pt x="1287843" y="107162"/>
                  </a:lnTo>
                  <a:lnTo>
                    <a:pt x="1262761" y="110096"/>
                  </a:lnTo>
                  <a:lnTo>
                    <a:pt x="1240853" y="118884"/>
                  </a:lnTo>
                  <a:lnTo>
                    <a:pt x="1222121" y="133527"/>
                  </a:lnTo>
                  <a:lnTo>
                    <a:pt x="1206576" y="154038"/>
                  </a:lnTo>
                  <a:lnTo>
                    <a:pt x="1205687" y="154038"/>
                  </a:lnTo>
                  <a:lnTo>
                    <a:pt x="1205687" y="0"/>
                  </a:lnTo>
                  <a:lnTo>
                    <a:pt x="1170190" y="0"/>
                  </a:lnTo>
                  <a:lnTo>
                    <a:pt x="1170190" y="347141"/>
                  </a:lnTo>
                  <a:lnTo>
                    <a:pt x="1205687" y="347141"/>
                  </a:lnTo>
                  <a:lnTo>
                    <a:pt x="1205687" y="312762"/>
                  </a:lnTo>
                  <a:lnTo>
                    <a:pt x="1206576" y="312762"/>
                  </a:lnTo>
                  <a:lnTo>
                    <a:pt x="1220025" y="330250"/>
                  </a:lnTo>
                  <a:lnTo>
                    <a:pt x="1236268" y="342734"/>
                  </a:lnTo>
                  <a:lnTo>
                    <a:pt x="1255306" y="350227"/>
                  </a:lnTo>
                  <a:lnTo>
                    <a:pt x="1277124" y="352717"/>
                  </a:lnTo>
                  <a:lnTo>
                    <a:pt x="1300327" y="350520"/>
                  </a:lnTo>
                  <a:lnTo>
                    <a:pt x="1321066" y="343928"/>
                  </a:lnTo>
                  <a:lnTo>
                    <a:pt x="1339342" y="332943"/>
                  </a:lnTo>
                  <a:lnTo>
                    <a:pt x="1349984" y="322580"/>
                  </a:lnTo>
                  <a:lnTo>
                    <a:pt x="1355140" y="317563"/>
                  </a:lnTo>
                  <a:lnTo>
                    <a:pt x="1367891" y="298475"/>
                  </a:lnTo>
                  <a:lnTo>
                    <a:pt x="1376997" y="276352"/>
                  </a:lnTo>
                  <a:lnTo>
                    <a:pt x="1382458" y="251206"/>
                  </a:lnTo>
                  <a:lnTo>
                    <a:pt x="1384274" y="223024"/>
                  </a:lnTo>
                  <a:close/>
                </a:path>
                <a:path w="2590165" h="457835">
                  <a:moveTo>
                    <a:pt x="1780933" y="264769"/>
                  </a:moveTo>
                  <a:lnTo>
                    <a:pt x="1770900" y="227050"/>
                  </a:lnTo>
                  <a:lnTo>
                    <a:pt x="1736852" y="191935"/>
                  </a:lnTo>
                  <a:lnTo>
                    <a:pt x="1693875" y="166979"/>
                  </a:lnTo>
                  <a:lnTo>
                    <a:pt x="1673758" y="156756"/>
                  </a:lnTo>
                  <a:lnTo>
                    <a:pt x="1657400" y="147535"/>
                  </a:lnTo>
                  <a:lnTo>
                    <a:pt x="1625485" y="116560"/>
                  </a:lnTo>
                  <a:lnTo>
                    <a:pt x="1621993" y="97116"/>
                  </a:lnTo>
                  <a:lnTo>
                    <a:pt x="1623225" y="85928"/>
                  </a:lnTo>
                  <a:lnTo>
                    <a:pt x="1652346" y="54190"/>
                  </a:lnTo>
                  <a:lnTo>
                    <a:pt x="1692757" y="46659"/>
                  </a:lnTo>
                  <a:lnTo>
                    <a:pt x="1714563" y="47904"/>
                  </a:lnTo>
                  <a:lnTo>
                    <a:pt x="1734223" y="51625"/>
                  </a:lnTo>
                  <a:lnTo>
                    <a:pt x="1751736" y="57835"/>
                  </a:lnTo>
                  <a:lnTo>
                    <a:pt x="1767103" y="66522"/>
                  </a:lnTo>
                  <a:lnTo>
                    <a:pt x="1767103" y="46659"/>
                  </a:lnTo>
                  <a:lnTo>
                    <a:pt x="1767103" y="24777"/>
                  </a:lnTo>
                  <a:lnTo>
                    <a:pt x="1754873" y="19697"/>
                  </a:lnTo>
                  <a:lnTo>
                    <a:pt x="1739188" y="16078"/>
                  </a:lnTo>
                  <a:lnTo>
                    <a:pt x="1720049" y="13893"/>
                  </a:lnTo>
                  <a:lnTo>
                    <a:pt x="1697443" y="13169"/>
                  </a:lnTo>
                  <a:lnTo>
                    <a:pt x="1674406" y="14630"/>
                  </a:lnTo>
                  <a:lnTo>
                    <a:pt x="1634058" y="26352"/>
                  </a:lnTo>
                  <a:lnTo>
                    <a:pt x="1602435" y="49377"/>
                  </a:lnTo>
                  <a:lnTo>
                    <a:pt x="1584045" y="100241"/>
                  </a:lnTo>
                  <a:lnTo>
                    <a:pt x="1585163" y="114681"/>
                  </a:lnTo>
                  <a:lnTo>
                    <a:pt x="1602016" y="150355"/>
                  </a:lnTo>
                  <a:lnTo>
                    <a:pt x="1644726" y="182397"/>
                  </a:lnTo>
                  <a:lnTo>
                    <a:pt x="1683423" y="203098"/>
                  </a:lnTo>
                  <a:lnTo>
                    <a:pt x="1697621" y="210743"/>
                  </a:lnTo>
                  <a:lnTo>
                    <a:pt x="1731708" y="235623"/>
                  </a:lnTo>
                  <a:lnTo>
                    <a:pt x="1743214" y="267449"/>
                  </a:lnTo>
                  <a:lnTo>
                    <a:pt x="1738718" y="290220"/>
                  </a:lnTo>
                  <a:lnTo>
                    <a:pt x="1725295" y="306451"/>
                  </a:lnTo>
                  <a:lnTo>
                    <a:pt x="1702904" y="316204"/>
                  </a:lnTo>
                  <a:lnTo>
                    <a:pt x="1671548" y="319455"/>
                  </a:lnTo>
                  <a:lnTo>
                    <a:pt x="1660474" y="318960"/>
                  </a:lnTo>
                  <a:lnTo>
                    <a:pt x="1612201" y="307086"/>
                  </a:lnTo>
                  <a:lnTo>
                    <a:pt x="1583588" y="290220"/>
                  </a:lnTo>
                  <a:lnTo>
                    <a:pt x="1583588" y="333743"/>
                  </a:lnTo>
                  <a:lnTo>
                    <a:pt x="1621650" y="347256"/>
                  </a:lnTo>
                  <a:lnTo>
                    <a:pt x="1664855" y="352717"/>
                  </a:lnTo>
                  <a:lnTo>
                    <a:pt x="1689684" y="351358"/>
                  </a:lnTo>
                  <a:lnTo>
                    <a:pt x="1690331" y="351358"/>
                  </a:lnTo>
                  <a:lnTo>
                    <a:pt x="1733257" y="339979"/>
                  </a:lnTo>
                  <a:lnTo>
                    <a:pt x="1773237" y="302412"/>
                  </a:lnTo>
                  <a:lnTo>
                    <a:pt x="1779016" y="284835"/>
                  </a:lnTo>
                  <a:lnTo>
                    <a:pt x="1780933" y="264769"/>
                  </a:lnTo>
                  <a:close/>
                </a:path>
                <a:path w="2590165" h="457835">
                  <a:moveTo>
                    <a:pt x="1871675" y="112509"/>
                  </a:moveTo>
                  <a:lnTo>
                    <a:pt x="1836407" y="112509"/>
                  </a:lnTo>
                  <a:lnTo>
                    <a:pt x="1836407" y="347141"/>
                  </a:lnTo>
                  <a:lnTo>
                    <a:pt x="1871675" y="347141"/>
                  </a:lnTo>
                  <a:lnTo>
                    <a:pt x="1871675" y="112509"/>
                  </a:lnTo>
                  <a:close/>
                </a:path>
                <a:path w="2590165" h="457835">
                  <a:moveTo>
                    <a:pt x="1878101" y="21437"/>
                  </a:moveTo>
                  <a:lnTo>
                    <a:pt x="1875878" y="16002"/>
                  </a:lnTo>
                  <a:lnTo>
                    <a:pt x="1866798" y="6769"/>
                  </a:lnTo>
                  <a:lnTo>
                    <a:pt x="1861185" y="4470"/>
                  </a:lnTo>
                  <a:lnTo>
                    <a:pt x="1848091" y="4470"/>
                  </a:lnTo>
                  <a:lnTo>
                    <a:pt x="1842617" y="6769"/>
                  </a:lnTo>
                  <a:lnTo>
                    <a:pt x="1833727" y="15811"/>
                  </a:lnTo>
                  <a:lnTo>
                    <a:pt x="1831492" y="21437"/>
                  </a:lnTo>
                  <a:lnTo>
                    <a:pt x="1831492" y="34975"/>
                  </a:lnTo>
                  <a:lnTo>
                    <a:pt x="1833664" y="40411"/>
                  </a:lnTo>
                  <a:lnTo>
                    <a:pt x="1833727" y="40589"/>
                  </a:lnTo>
                  <a:lnTo>
                    <a:pt x="1842655" y="49377"/>
                  </a:lnTo>
                  <a:lnTo>
                    <a:pt x="1848091" y="51574"/>
                  </a:lnTo>
                  <a:lnTo>
                    <a:pt x="1861185" y="51574"/>
                  </a:lnTo>
                  <a:lnTo>
                    <a:pt x="1866709" y="49377"/>
                  </a:lnTo>
                  <a:lnTo>
                    <a:pt x="1875878" y="40411"/>
                  </a:lnTo>
                  <a:lnTo>
                    <a:pt x="1878088" y="34975"/>
                  </a:lnTo>
                  <a:lnTo>
                    <a:pt x="1878101" y="21437"/>
                  </a:lnTo>
                  <a:close/>
                </a:path>
                <a:path w="2590165" h="457835">
                  <a:moveTo>
                    <a:pt x="2141093" y="112509"/>
                  </a:moveTo>
                  <a:lnTo>
                    <a:pt x="2106053" y="112509"/>
                  </a:lnTo>
                  <a:lnTo>
                    <a:pt x="2106053" y="145554"/>
                  </a:lnTo>
                  <a:lnTo>
                    <a:pt x="2106053" y="205828"/>
                  </a:lnTo>
                  <a:lnTo>
                    <a:pt x="2106053" y="241554"/>
                  </a:lnTo>
                  <a:lnTo>
                    <a:pt x="2104771" y="258318"/>
                  </a:lnTo>
                  <a:lnTo>
                    <a:pt x="2085505" y="299593"/>
                  </a:lnTo>
                  <a:lnTo>
                    <a:pt x="2048090" y="321246"/>
                  </a:lnTo>
                  <a:lnTo>
                    <a:pt x="2047341" y="321246"/>
                  </a:lnTo>
                  <a:lnTo>
                    <a:pt x="2033270" y="322580"/>
                  </a:lnTo>
                  <a:lnTo>
                    <a:pt x="2020011" y="321246"/>
                  </a:lnTo>
                  <a:lnTo>
                    <a:pt x="2018868" y="321246"/>
                  </a:lnTo>
                  <a:lnTo>
                    <a:pt x="2004949" y="316585"/>
                  </a:lnTo>
                  <a:lnTo>
                    <a:pt x="1973935" y="285610"/>
                  </a:lnTo>
                  <a:lnTo>
                    <a:pt x="1962950" y="234848"/>
                  </a:lnTo>
                  <a:lnTo>
                    <a:pt x="1964207" y="213207"/>
                  </a:lnTo>
                  <a:lnTo>
                    <a:pt x="1983155" y="163080"/>
                  </a:lnTo>
                  <a:lnTo>
                    <a:pt x="2021928" y="138696"/>
                  </a:lnTo>
                  <a:lnTo>
                    <a:pt x="2038629" y="137071"/>
                  </a:lnTo>
                  <a:lnTo>
                    <a:pt x="2052167" y="138328"/>
                  </a:lnTo>
                  <a:lnTo>
                    <a:pt x="2086406" y="157162"/>
                  </a:lnTo>
                  <a:lnTo>
                    <a:pt x="2104821" y="192074"/>
                  </a:lnTo>
                  <a:lnTo>
                    <a:pt x="2106053" y="205828"/>
                  </a:lnTo>
                  <a:lnTo>
                    <a:pt x="2106053" y="145554"/>
                  </a:lnTo>
                  <a:lnTo>
                    <a:pt x="2105152" y="145554"/>
                  </a:lnTo>
                  <a:lnTo>
                    <a:pt x="2098522" y="137071"/>
                  </a:lnTo>
                  <a:lnTo>
                    <a:pt x="2092020" y="128752"/>
                  </a:lnTo>
                  <a:lnTo>
                    <a:pt x="2075802" y="116763"/>
                  </a:lnTo>
                  <a:lnTo>
                    <a:pt x="2056511" y="109562"/>
                  </a:lnTo>
                  <a:lnTo>
                    <a:pt x="2034159" y="107162"/>
                  </a:lnTo>
                  <a:lnTo>
                    <a:pt x="2010867" y="109359"/>
                  </a:lnTo>
                  <a:lnTo>
                    <a:pt x="1971802" y="126936"/>
                  </a:lnTo>
                  <a:lnTo>
                    <a:pt x="1943341" y="161455"/>
                  </a:lnTo>
                  <a:lnTo>
                    <a:pt x="1928825" y="209067"/>
                  </a:lnTo>
                  <a:lnTo>
                    <a:pt x="1927009" y="237528"/>
                  </a:lnTo>
                  <a:lnTo>
                    <a:pt x="1928685" y="262356"/>
                  </a:lnTo>
                  <a:lnTo>
                    <a:pt x="1942071" y="304215"/>
                  </a:lnTo>
                  <a:lnTo>
                    <a:pt x="1968246" y="335013"/>
                  </a:lnTo>
                  <a:lnTo>
                    <a:pt x="2003399" y="350748"/>
                  </a:lnTo>
                  <a:lnTo>
                    <a:pt x="2024113" y="352717"/>
                  </a:lnTo>
                  <a:lnTo>
                    <a:pt x="2049183" y="349872"/>
                  </a:lnTo>
                  <a:lnTo>
                    <a:pt x="2071052" y="341337"/>
                  </a:lnTo>
                  <a:lnTo>
                    <a:pt x="2089708" y="327113"/>
                  </a:lnTo>
                  <a:lnTo>
                    <a:pt x="2093214" y="322580"/>
                  </a:lnTo>
                  <a:lnTo>
                    <a:pt x="2105152" y="307187"/>
                  </a:lnTo>
                  <a:lnTo>
                    <a:pt x="2106053" y="307187"/>
                  </a:lnTo>
                  <a:lnTo>
                    <a:pt x="2106053" y="333298"/>
                  </a:lnTo>
                  <a:lnTo>
                    <a:pt x="2100605" y="374218"/>
                  </a:lnTo>
                  <a:lnTo>
                    <a:pt x="2084235" y="403453"/>
                  </a:lnTo>
                  <a:lnTo>
                    <a:pt x="2056955" y="420992"/>
                  </a:lnTo>
                  <a:lnTo>
                    <a:pt x="2018766" y="426834"/>
                  </a:lnTo>
                  <a:lnTo>
                    <a:pt x="2000288" y="425450"/>
                  </a:lnTo>
                  <a:lnTo>
                    <a:pt x="1981479" y="421309"/>
                  </a:lnTo>
                  <a:lnTo>
                    <a:pt x="1962340" y="414401"/>
                  </a:lnTo>
                  <a:lnTo>
                    <a:pt x="1942858" y="404736"/>
                  </a:lnTo>
                  <a:lnTo>
                    <a:pt x="1942858" y="440905"/>
                  </a:lnTo>
                  <a:lnTo>
                    <a:pt x="1960092" y="448233"/>
                  </a:lnTo>
                  <a:lnTo>
                    <a:pt x="1978520" y="453466"/>
                  </a:lnTo>
                  <a:lnTo>
                    <a:pt x="1998154" y="456603"/>
                  </a:lnTo>
                  <a:lnTo>
                    <a:pt x="2018982" y="457644"/>
                  </a:lnTo>
                  <a:lnTo>
                    <a:pt x="2072411" y="449580"/>
                  </a:lnTo>
                  <a:lnTo>
                    <a:pt x="2108276" y="426834"/>
                  </a:lnTo>
                  <a:lnTo>
                    <a:pt x="2110460" y="425450"/>
                  </a:lnTo>
                  <a:lnTo>
                    <a:pt x="2112886" y="421309"/>
                  </a:lnTo>
                  <a:lnTo>
                    <a:pt x="2133460" y="385064"/>
                  </a:lnTo>
                  <a:lnTo>
                    <a:pt x="2141093" y="328612"/>
                  </a:lnTo>
                  <a:lnTo>
                    <a:pt x="2141093" y="307187"/>
                  </a:lnTo>
                  <a:lnTo>
                    <a:pt x="2141093" y="145554"/>
                  </a:lnTo>
                  <a:lnTo>
                    <a:pt x="2141093" y="112509"/>
                  </a:lnTo>
                  <a:close/>
                </a:path>
                <a:path w="2590165" h="457835">
                  <a:moveTo>
                    <a:pt x="2405481" y="203822"/>
                  </a:moveTo>
                  <a:lnTo>
                    <a:pt x="2404287" y="183083"/>
                  </a:lnTo>
                  <a:lnTo>
                    <a:pt x="2404211" y="181660"/>
                  </a:lnTo>
                  <a:lnTo>
                    <a:pt x="2400376" y="162293"/>
                  </a:lnTo>
                  <a:lnTo>
                    <a:pt x="2394000" y="145719"/>
                  </a:lnTo>
                  <a:lnTo>
                    <a:pt x="2388387" y="137071"/>
                  </a:lnTo>
                  <a:lnTo>
                    <a:pt x="2385060" y="131940"/>
                  </a:lnTo>
                  <a:lnTo>
                    <a:pt x="2373706" y="121094"/>
                  </a:lnTo>
                  <a:lnTo>
                    <a:pt x="2360091" y="113360"/>
                  </a:lnTo>
                  <a:lnTo>
                    <a:pt x="2344191" y="108712"/>
                  </a:lnTo>
                  <a:lnTo>
                    <a:pt x="2326017" y="107162"/>
                  </a:lnTo>
                  <a:lnTo>
                    <a:pt x="2302205" y="109956"/>
                  </a:lnTo>
                  <a:lnTo>
                    <a:pt x="2281428" y="118325"/>
                  </a:lnTo>
                  <a:lnTo>
                    <a:pt x="2263686" y="132270"/>
                  </a:lnTo>
                  <a:lnTo>
                    <a:pt x="2248992" y="151803"/>
                  </a:lnTo>
                  <a:lnTo>
                    <a:pt x="2248103" y="151803"/>
                  </a:lnTo>
                  <a:lnTo>
                    <a:pt x="2248103" y="112509"/>
                  </a:lnTo>
                  <a:lnTo>
                    <a:pt x="2212606" y="112509"/>
                  </a:lnTo>
                  <a:lnTo>
                    <a:pt x="2212606" y="347141"/>
                  </a:lnTo>
                  <a:lnTo>
                    <a:pt x="2248103" y="347141"/>
                  </a:lnTo>
                  <a:lnTo>
                    <a:pt x="2248116" y="213194"/>
                  </a:lnTo>
                  <a:lnTo>
                    <a:pt x="2249284" y="197523"/>
                  </a:lnTo>
                  <a:lnTo>
                    <a:pt x="2266962" y="158610"/>
                  </a:lnTo>
                  <a:lnTo>
                    <a:pt x="2300732" y="138417"/>
                  </a:lnTo>
                  <a:lnTo>
                    <a:pt x="2314410" y="137071"/>
                  </a:lnTo>
                  <a:lnTo>
                    <a:pt x="2338730" y="141833"/>
                  </a:lnTo>
                  <a:lnTo>
                    <a:pt x="2356104" y="156108"/>
                  </a:lnTo>
                  <a:lnTo>
                    <a:pt x="2366530" y="179895"/>
                  </a:lnTo>
                  <a:lnTo>
                    <a:pt x="2369997" y="213194"/>
                  </a:lnTo>
                  <a:lnTo>
                    <a:pt x="2369997" y="347141"/>
                  </a:lnTo>
                  <a:lnTo>
                    <a:pt x="2405481" y="347141"/>
                  </a:lnTo>
                  <a:lnTo>
                    <a:pt x="2405481" y="203822"/>
                  </a:lnTo>
                  <a:close/>
                </a:path>
                <a:path w="2590165" h="457835">
                  <a:moveTo>
                    <a:pt x="2589834" y="202031"/>
                  </a:moveTo>
                  <a:lnTo>
                    <a:pt x="2464816" y="202031"/>
                  </a:lnTo>
                  <a:lnTo>
                    <a:pt x="2464816" y="230378"/>
                  </a:lnTo>
                  <a:lnTo>
                    <a:pt x="2589834" y="230378"/>
                  </a:lnTo>
                  <a:lnTo>
                    <a:pt x="2589834" y="202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803115" y="1479405"/>
              <a:ext cx="528955" cy="436880"/>
            </a:xfrm>
            <a:custGeom>
              <a:avLst/>
              <a:gdLst/>
              <a:ahLst/>
              <a:cxnLst/>
              <a:rect l="l" t="t" r="r" b="b"/>
              <a:pathLst>
                <a:path w="528954" h="436880">
                  <a:moveTo>
                    <a:pt x="349846" y="93980"/>
                  </a:moveTo>
                  <a:lnTo>
                    <a:pt x="314350" y="93980"/>
                  </a:lnTo>
                  <a:lnTo>
                    <a:pt x="314350" y="436664"/>
                  </a:lnTo>
                  <a:lnTo>
                    <a:pt x="349846" y="436664"/>
                  </a:lnTo>
                  <a:lnTo>
                    <a:pt x="349846" y="294233"/>
                  </a:lnTo>
                  <a:lnTo>
                    <a:pt x="382987" y="294233"/>
                  </a:lnTo>
                  <a:lnTo>
                    <a:pt x="354731" y="260605"/>
                  </a:lnTo>
                  <a:lnTo>
                    <a:pt x="349846" y="233514"/>
                  </a:lnTo>
                  <a:lnTo>
                    <a:pt x="349846" y="199580"/>
                  </a:lnTo>
                  <a:lnTo>
                    <a:pt x="361549" y="153878"/>
                  </a:lnTo>
                  <a:lnTo>
                    <a:pt x="377412" y="135509"/>
                  </a:lnTo>
                  <a:lnTo>
                    <a:pt x="349846" y="135509"/>
                  </a:lnTo>
                  <a:lnTo>
                    <a:pt x="349846" y="93980"/>
                  </a:lnTo>
                  <a:close/>
                </a:path>
                <a:path w="528954" h="436880">
                  <a:moveTo>
                    <a:pt x="382987" y="294233"/>
                  </a:moveTo>
                  <a:lnTo>
                    <a:pt x="350735" y="294233"/>
                  </a:lnTo>
                  <a:lnTo>
                    <a:pt x="364439" y="311717"/>
                  </a:lnTo>
                  <a:lnTo>
                    <a:pt x="380766" y="324202"/>
                  </a:lnTo>
                  <a:lnTo>
                    <a:pt x="399715" y="331691"/>
                  </a:lnTo>
                  <a:lnTo>
                    <a:pt x="421284" y="334187"/>
                  </a:lnTo>
                  <a:lnTo>
                    <a:pt x="444492" y="331991"/>
                  </a:lnTo>
                  <a:lnTo>
                    <a:pt x="465232" y="325402"/>
                  </a:lnTo>
                  <a:lnTo>
                    <a:pt x="483506" y="314417"/>
                  </a:lnTo>
                  <a:lnTo>
                    <a:pt x="494158" y="304050"/>
                  </a:lnTo>
                  <a:lnTo>
                    <a:pt x="418160" y="304050"/>
                  </a:lnTo>
                  <a:lnTo>
                    <a:pt x="404146" y="302760"/>
                  </a:lnTo>
                  <a:lnTo>
                    <a:pt x="391345" y="298888"/>
                  </a:lnTo>
                  <a:lnTo>
                    <a:pt x="382987" y="294233"/>
                  </a:lnTo>
                  <a:close/>
                </a:path>
                <a:path w="528954" h="436880">
                  <a:moveTo>
                    <a:pt x="501049" y="118541"/>
                  </a:moveTo>
                  <a:lnTo>
                    <a:pt x="423964" y="118541"/>
                  </a:lnTo>
                  <a:lnTo>
                    <a:pt x="438758" y="119989"/>
                  </a:lnTo>
                  <a:lnTo>
                    <a:pt x="451945" y="124293"/>
                  </a:lnTo>
                  <a:lnTo>
                    <a:pt x="481792" y="153878"/>
                  </a:lnTo>
                  <a:lnTo>
                    <a:pt x="492277" y="203377"/>
                  </a:lnTo>
                  <a:lnTo>
                    <a:pt x="491041" y="225840"/>
                  </a:lnTo>
                  <a:lnTo>
                    <a:pt x="481159" y="262897"/>
                  </a:lnTo>
                  <a:lnTo>
                    <a:pt x="449048" y="297411"/>
                  </a:lnTo>
                  <a:lnTo>
                    <a:pt x="418160" y="304050"/>
                  </a:lnTo>
                  <a:lnTo>
                    <a:pt x="494158" y="304050"/>
                  </a:lnTo>
                  <a:lnTo>
                    <a:pt x="521161" y="257817"/>
                  </a:lnTo>
                  <a:lnTo>
                    <a:pt x="528447" y="204495"/>
                  </a:lnTo>
                  <a:lnTo>
                    <a:pt x="526827" y="179289"/>
                  </a:lnTo>
                  <a:lnTo>
                    <a:pt x="521970" y="156803"/>
                  </a:lnTo>
                  <a:lnTo>
                    <a:pt x="513873" y="137036"/>
                  </a:lnTo>
                  <a:lnTo>
                    <a:pt x="502539" y="119989"/>
                  </a:lnTo>
                  <a:lnTo>
                    <a:pt x="501049" y="118541"/>
                  </a:lnTo>
                  <a:close/>
                </a:path>
                <a:path w="528954" h="436880">
                  <a:moveTo>
                    <a:pt x="432003" y="88633"/>
                  </a:moveTo>
                  <a:lnTo>
                    <a:pt x="406914" y="91562"/>
                  </a:lnTo>
                  <a:lnTo>
                    <a:pt x="385006" y="100350"/>
                  </a:lnTo>
                  <a:lnTo>
                    <a:pt x="366280" y="114999"/>
                  </a:lnTo>
                  <a:lnTo>
                    <a:pt x="350735" y="135509"/>
                  </a:lnTo>
                  <a:lnTo>
                    <a:pt x="377412" y="135509"/>
                  </a:lnTo>
                  <a:lnTo>
                    <a:pt x="381876" y="131480"/>
                  </a:lnTo>
                  <a:lnTo>
                    <a:pt x="394468" y="124293"/>
                  </a:lnTo>
                  <a:lnTo>
                    <a:pt x="408466" y="119989"/>
                  </a:lnTo>
                  <a:lnTo>
                    <a:pt x="423964" y="118541"/>
                  </a:lnTo>
                  <a:lnTo>
                    <a:pt x="501049" y="118541"/>
                  </a:lnTo>
                  <a:lnTo>
                    <a:pt x="488422" y="106271"/>
                  </a:lnTo>
                  <a:lnTo>
                    <a:pt x="471962" y="96472"/>
                  </a:lnTo>
                  <a:lnTo>
                    <a:pt x="453156" y="90593"/>
                  </a:lnTo>
                  <a:lnTo>
                    <a:pt x="432003" y="88633"/>
                  </a:lnTo>
                  <a:close/>
                </a:path>
                <a:path w="528954" h="436880">
                  <a:moveTo>
                    <a:pt x="35941" y="0"/>
                  </a:moveTo>
                  <a:lnTo>
                    <a:pt x="0" y="0"/>
                  </a:lnTo>
                  <a:lnTo>
                    <a:pt x="0" y="201587"/>
                  </a:lnTo>
                  <a:lnTo>
                    <a:pt x="7393" y="259601"/>
                  </a:lnTo>
                  <a:lnTo>
                    <a:pt x="29576" y="301039"/>
                  </a:lnTo>
                  <a:lnTo>
                    <a:pt x="66549" y="325900"/>
                  </a:lnTo>
                  <a:lnTo>
                    <a:pt x="118313" y="334187"/>
                  </a:lnTo>
                  <a:lnTo>
                    <a:pt x="162999" y="328678"/>
                  </a:lnTo>
                  <a:lnTo>
                    <a:pt x="197756" y="312150"/>
                  </a:lnTo>
                  <a:lnTo>
                    <a:pt x="207471" y="301371"/>
                  </a:lnTo>
                  <a:lnTo>
                    <a:pt x="122783" y="301371"/>
                  </a:lnTo>
                  <a:lnTo>
                    <a:pt x="84788" y="294981"/>
                  </a:lnTo>
                  <a:lnTo>
                    <a:pt x="57650" y="275813"/>
                  </a:lnTo>
                  <a:lnTo>
                    <a:pt x="41368" y="243865"/>
                  </a:lnTo>
                  <a:lnTo>
                    <a:pt x="35941" y="199136"/>
                  </a:lnTo>
                  <a:lnTo>
                    <a:pt x="35941" y="0"/>
                  </a:lnTo>
                  <a:close/>
                </a:path>
                <a:path w="528954" h="436880">
                  <a:moveTo>
                    <a:pt x="242443" y="0"/>
                  </a:moveTo>
                  <a:lnTo>
                    <a:pt x="206273" y="0"/>
                  </a:lnTo>
                  <a:lnTo>
                    <a:pt x="206273" y="202704"/>
                  </a:lnTo>
                  <a:lnTo>
                    <a:pt x="201055" y="245874"/>
                  </a:lnTo>
                  <a:lnTo>
                    <a:pt x="185402" y="276707"/>
                  </a:lnTo>
                  <a:lnTo>
                    <a:pt x="159312" y="295205"/>
                  </a:lnTo>
                  <a:lnTo>
                    <a:pt x="122783" y="301371"/>
                  </a:lnTo>
                  <a:lnTo>
                    <a:pt x="207471" y="301371"/>
                  </a:lnTo>
                  <a:lnTo>
                    <a:pt x="222582" y="284604"/>
                  </a:lnTo>
                  <a:lnTo>
                    <a:pt x="237477" y="246039"/>
                  </a:lnTo>
                  <a:lnTo>
                    <a:pt x="242443" y="196456"/>
                  </a:lnTo>
                  <a:lnTo>
                    <a:pt x="2424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80915" y="1434134"/>
              <a:ext cx="174625" cy="327660"/>
            </a:xfrm>
            <a:custGeom>
              <a:avLst/>
              <a:gdLst/>
              <a:ahLst/>
              <a:cxnLst/>
              <a:rect l="l" t="t" r="r" b="b"/>
              <a:pathLst>
                <a:path w="174625" h="327660">
                  <a:moveTo>
                    <a:pt x="174574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5816" y="53340"/>
                  </a:lnTo>
                  <a:lnTo>
                    <a:pt x="55816" y="275590"/>
                  </a:lnTo>
                  <a:lnTo>
                    <a:pt x="0" y="275590"/>
                  </a:lnTo>
                  <a:lnTo>
                    <a:pt x="0" y="327660"/>
                  </a:lnTo>
                  <a:lnTo>
                    <a:pt x="174574" y="327660"/>
                  </a:lnTo>
                  <a:lnTo>
                    <a:pt x="174574" y="275590"/>
                  </a:lnTo>
                  <a:lnTo>
                    <a:pt x="118770" y="275590"/>
                  </a:lnTo>
                  <a:lnTo>
                    <a:pt x="118770" y="53340"/>
                  </a:lnTo>
                  <a:lnTo>
                    <a:pt x="174574" y="53340"/>
                  </a:lnTo>
                  <a:lnTo>
                    <a:pt x="17457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25670" y="1531619"/>
              <a:ext cx="252095" cy="0"/>
            </a:xfrm>
            <a:custGeom>
              <a:avLst/>
              <a:gdLst/>
              <a:ahLst/>
              <a:cxnLst/>
              <a:rect l="l" t="t" r="r" b="b"/>
              <a:pathLst>
                <a:path w="252095" h="0">
                  <a:moveTo>
                    <a:pt x="0" y="0"/>
                  </a:moveTo>
                  <a:lnTo>
                    <a:pt x="252006" y="0"/>
                  </a:lnTo>
                </a:path>
              </a:pathLst>
            </a:custGeom>
            <a:ln w="635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2137" y="2464290"/>
            <a:ext cx="4924336" cy="45519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297197" y="2490457"/>
            <a:ext cx="342265" cy="275590"/>
          </a:xfrm>
          <a:custGeom>
            <a:avLst/>
            <a:gdLst/>
            <a:ahLst/>
            <a:cxnLst/>
            <a:rect l="l" t="t" r="r" b="b"/>
            <a:pathLst>
              <a:path w="342264" h="275589">
                <a:moveTo>
                  <a:pt x="342011" y="222123"/>
                </a:moveTo>
                <a:lnTo>
                  <a:pt x="115646" y="222123"/>
                </a:lnTo>
                <a:lnTo>
                  <a:pt x="115646" y="0"/>
                </a:lnTo>
                <a:lnTo>
                  <a:pt x="54025" y="0"/>
                </a:lnTo>
                <a:lnTo>
                  <a:pt x="54025" y="222123"/>
                </a:lnTo>
                <a:lnTo>
                  <a:pt x="0" y="222123"/>
                </a:lnTo>
                <a:lnTo>
                  <a:pt x="0" y="275259"/>
                </a:lnTo>
                <a:lnTo>
                  <a:pt x="342011" y="275259"/>
                </a:lnTo>
                <a:lnTo>
                  <a:pt x="342011" y="222123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29900" y="574243"/>
            <a:ext cx="1154111" cy="27620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297197" y="2437548"/>
            <a:ext cx="342265" cy="275590"/>
          </a:xfrm>
          <a:custGeom>
            <a:avLst/>
            <a:gdLst/>
            <a:ahLst/>
            <a:cxnLst/>
            <a:rect l="l" t="t" r="r" b="b"/>
            <a:pathLst>
              <a:path w="342264" h="275589">
                <a:moveTo>
                  <a:pt x="342011" y="0"/>
                </a:moveTo>
                <a:lnTo>
                  <a:pt x="0" y="0"/>
                </a:lnTo>
                <a:lnTo>
                  <a:pt x="0" y="52908"/>
                </a:lnTo>
                <a:lnTo>
                  <a:pt x="226377" y="52908"/>
                </a:lnTo>
                <a:lnTo>
                  <a:pt x="226377" y="275031"/>
                </a:lnTo>
                <a:lnTo>
                  <a:pt x="287985" y="275031"/>
                </a:lnTo>
                <a:lnTo>
                  <a:pt x="287985" y="52908"/>
                </a:lnTo>
                <a:lnTo>
                  <a:pt x="342011" y="52908"/>
                </a:lnTo>
                <a:lnTo>
                  <a:pt x="34201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25670" y="254265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 h="0">
                <a:moveTo>
                  <a:pt x="0" y="0"/>
                </a:moveTo>
                <a:lnTo>
                  <a:pt x="252006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72135" y="3467705"/>
            <a:ext cx="5600763" cy="45764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283138" y="3440963"/>
            <a:ext cx="370205" cy="328295"/>
          </a:xfrm>
          <a:custGeom>
            <a:avLst/>
            <a:gdLst/>
            <a:ahLst/>
            <a:cxnLst/>
            <a:rect l="l" t="t" r="r" b="b"/>
            <a:pathLst>
              <a:path w="370204" h="328295">
                <a:moveTo>
                  <a:pt x="370141" y="0"/>
                </a:moveTo>
                <a:lnTo>
                  <a:pt x="279273" y="0"/>
                </a:lnTo>
                <a:lnTo>
                  <a:pt x="279273" y="52908"/>
                </a:lnTo>
                <a:lnTo>
                  <a:pt x="279273" y="275031"/>
                </a:lnTo>
                <a:lnTo>
                  <a:pt x="214312" y="275031"/>
                </a:lnTo>
                <a:lnTo>
                  <a:pt x="214312" y="52908"/>
                </a:lnTo>
                <a:lnTo>
                  <a:pt x="279273" y="52908"/>
                </a:lnTo>
                <a:lnTo>
                  <a:pt x="279273" y="0"/>
                </a:lnTo>
                <a:lnTo>
                  <a:pt x="155816" y="0"/>
                </a:lnTo>
                <a:lnTo>
                  <a:pt x="155816" y="52908"/>
                </a:lnTo>
                <a:lnTo>
                  <a:pt x="155816" y="275031"/>
                </a:lnTo>
                <a:lnTo>
                  <a:pt x="90855" y="275031"/>
                </a:lnTo>
                <a:lnTo>
                  <a:pt x="90855" y="52908"/>
                </a:lnTo>
                <a:lnTo>
                  <a:pt x="155816" y="52908"/>
                </a:lnTo>
                <a:lnTo>
                  <a:pt x="155816" y="0"/>
                </a:lnTo>
                <a:lnTo>
                  <a:pt x="0" y="0"/>
                </a:lnTo>
                <a:lnTo>
                  <a:pt x="0" y="52908"/>
                </a:lnTo>
                <a:lnTo>
                  <a:pt x="33261" y="52908"/>
                </a:lnTo>
                <a:lnTo>
                  <a:pt x="33261" y="275031"/>
                </a:lnTo>
                <a:lnTo>
                  <a:pt x="0" y="275031"/>
                </a:lnTo>
                <a:lnTo>
                  <a:pt x="0" y="328168"/>
                </a:lnTo>
                <a:lnTo>
                  <a:pt x="370141" y="328168"/>
                </a:lnTo>
                <a:lnTo>
                  <a:pt x="370141" y="275031"/>
                </a:lnTo>
                <a:lnTo>
                  <a:pt x="337324" y="275031"/>
                </a:lnTo>
                <a:lnTo>
                  <a:pt x="337324" y="52908"/>
                </a:lnTo>
                <a:lnTo>
                  <a:pt x="370141" y="52908"/>
                </a:lnTo>
                <a:lnTo>
                  <a:pt x="37014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25670" y="3553692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 h="0">
                <a:moveTo>
                  <a:pt x="0" y="0"/>
                </a:moveTo>
                <a:lnTo>
                  <a:pt x="252006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1909" y="770135"/>
            <a:ext cx="3537585" cy="676910"/>
          </a:xfrm>
          <a:custGeom>
            <a:avLst/>
            <a:gdLst/>
            <a:ahLst/>
            <a:cxnLst/>
            <a:rect l="l" t="t" r="r" b="b"/>
            <a:pathLst>
              <a:path w="3537585" h="676910">
                <a:moveTo>
                  <a:pt x="860958" y="180835"/>
                </a:moveTo>
                <a:lnTo>
                  <a:pt x="818655" y="184128"/>
                </a:lnTo>
                <a:lnTo>
                  <a:pt x="779700" y="194006"/>
                </a:lnTo>
                <a:lnTo>
                  <a:pt x="744093" y="210469"/>
                </a:lnTo>
                <a:lnTo>
                  <a:pt x="711835" y="233514"/>
                </a:lnTo>
                <a:lnTo>
                  <a:pt x="679797" y="269483"/>
                </a:lnTo>
                <a:lnTo>
                  <a:pt x="656913" y="313991"/>
                </a:lnTo>
                <a:lnTo>
                  <a:pt x="643183" y="367038"/>
                </a:lnTo>
                <a:lnTo>
                  <a:pt x="638606" y="428624"/>
                </a:lnTo>
                <a:lnTo>
                  <a:pt x="642444" y="485163"/>
                </a:lnTo>
                <a:lnTo>
                  <a:pt x="653957" y="534668"/>
                </a:lnTo>
                <a:lnTo>
                  <a:pt x="673143" y="577141"/>
                </a:lnTo>
                <a:lnTo>
                  <a:pt x="699998" y="612584"/>
                </a:lnTo>
                <a:lnTo>
                  <a:pt x="733081" y="640513"/>
                </a:lnTo>
                <a:lnTo>
                  <a:pt x="770934" y="660465"/>
                </a:lnTo>
                <a:lnTo>
                  <a:pt x="813559" y="672436"/>
                </a:lnTo>
                <a:lnTo>
                  <a:pt x="860958" y="676427"/>
                </a:lnTo>
                <a:lnTo>
                  <a:pt x="891390" y="674613"/>
                </a:lnTo>
                <a:lnTo>
                  <a:pt x="948655" y="660102"/>
                </a:lnTo>
                <a:lnTo>
                  <a:pt x="1000149" y="631434"/>
                </a:lnTo>
                <a:lnTo>
                  <a:pt x="1023529" y="610349"/>
                </a:lnTo>
                <a:lnTo>
                  <a:pt x="860958" y="610349"/>
                </a:lnTo>
                <a:lnTo>
                  <a:pt x="832104" y="607517"/>
                </a:lnTo>
                <a:lnTo>
                  <a:pt x="782098" y="584862"/>
                </a:lnTo>
                <a:lnTo>
                  <a:pt x="743560" y="539515"/>
                </a:lnTo>
                <a:lnTo>
                  <a:pt x="723691" y="471311"/>
                </a:lnTo>
                <a:lnTo>
                  <a:pt x="721207" y="428624"/>
                </a:lnTo>
                <a:lnTo>
                  <a:pt x="723691" y="385960"/>
                </a:lnTo>
                <a:lnTo>
                  <a:pt x="743512" y="317996"/>
                </a:lnTo>
                <a:lnTo>
                  <a:pt x="781972" y="272845"/>
                </a:lnTo>
                <a:lnTo>
                  <a:pt x="832066" y="250189"/>
                </a:lnTo>
                <a:lnTo>
                  <a:pt x="860958" y="247357"/>
                </a:lnTo>
                <a:lnTo>
                  <a:pt x="1022697" y="247357"/>
                </a:lnTo>
                <a:lnTo>
                  <a:pt x="1020800" y="244906"/>
                </a:lnTo>
                <a:lnTo>
                  <a:pt x="987536" y="216871"/>
                </a:lnTo>
                <a:lnTo>
                  <a:pt x="949809" y="196849"/>
                </a:lnTo>
                <a:lnTo>
                  <a:pt x="907616" y="184838"/>
                </a:lnTo>
                <a:lnTo>
                  <a:pt x="860958" y="180835"/>
                </a:lnTo>
                <a:close/>
              </a:path>
              <a:path w="3537585" h="676910">
                <a:moveTo>
                  <a:pt x="1022697" y="247357"/>
                </a:moveTo>
                <a:lnTo>
                  <a:pt x="860958" y="247357"/>
                </a:lnTo>
                <a:lnTo>
                  <a:pt x="889435" y="250189"/>
                </a:lnTo>
                <a:lnTo>
                  <a:pt x="915485" y="258684"/>
                </a:lnTo>
                <a:lnTo>
                  <a:pt x="960297" y="292671"/>
                </a:lnTo>
                <a:lnTo>
                  <a:pt x="990272" y="348651"/>
                </a:lnTo>
                <a:lnTo>
                  <a:pt x="1000264" y="425957"/>
                </a:lnTo>
                <a:lnTo>
                  <a:pt x="997781" y="469625"/>
                </a:lnTo>
                <a:lnTo>
                  <a:pt x="990330" y="507322"/>
                </a:lnTo>
                <a:lnTo>
                  <a:pt x="960526" y="564807"/>
                </a:lnTo>
                <a:lnTo>
                  <a:pt x="915591" y="599022"/>
                </a:lnTo>
                <a:lnTo>
                  <a:pt x="860958" y="610349"/>
                </a:lnTo>
                <a:lnTo>
                  <a:pt x="1023529" y="610349"/>
                </a:lnTo>
                <a:lnTo>
                  <a:pt x="1055408" y="565924"/>
                </a:lnTo>
                <a:lnTo>
                  <a:pt x="1075999" y="503696"/>
                </a:lnTo>
                <a:lnTo>
                  <a:pt x="1081148" y="465256"/>
                </a:lnTo>
                <a:lnTo>
                  <a:pt x="1082865" y="421932"/>
                </a:lnTo>
                <a:lnTo>
                  <a:pt x="1078986" y="368506"/>
                </a:lnTo>
                <a:lnTo>
                  <a:pt x="1067349" y="321194"/>
                </a:lnTo>
                <a:lnTo>
                  <a:pt x="1047953" y="279994"/>
                </a:lnTo>
                <a:lnTo>
                  <a:pt x="1022697" y="247357"/>
                </a:lnTo>
                <a:close/>
              </a:path>
              <a:path w="3537585" h="676910">
                <a:moveTo>
                  <a:pt x="2117445" y="180835"/>
                </a:moveTo>
                <a:lnTo>
                  <a:pt x="2070621" y="184964"/>
                </a:lnTo>
                <a:lnTo>
                  <a:pt x="2028370" y="197353"/>
                </a:lnTo>
                <a:lnTo>
                  <a:pt x="1990697" y="218002"/>
                </a:lnTo>
                <a:lnTo>
                  <a:pt x="1957603" y="246913"/>
                </a:lnTo>
                <a:lnTo>
                  <a:pt x="1930642" y="283303"/>
                </a:lnTo>
                <a:lnTo>
                  <a:pt x="1911386" y="326389"/>
                </a:lnTo>
                <a:lnTo>
                  <a:pt x="1899833" y="376172"/>
                </a:lnTo>
                <a:lnTo>
                  <a:pt x="1895993" y="432498"/>
                </a:lnTo>
                <a:lnTo>
                  <a:pt x="1895983" y="432650"/>
                </a:lnTo>
                <a:lnTo>
                  <a:pt x="1899702" y="485949"/>
                </a:lnTo>
                <a:lnTo>
                  <a:pt x="1899792" y="487245"/>
                </a:lnTo>
                <a:lnTo>
                  <a:pt x="1911221" y="535395"/>
                </a:lnTo>
                <a:lnTo>
                  <a:pt x="1930267" y="577099"/>
                </a:lnTo>
                <a:lnTo>
                  <a:pt x="1956930" y="612355"/>
                </a:lnTo>
                <a:lnTo>
                  <a:pt x="1990093" y="640390"/>
                </a:lnTo>
                <a:lnTo>
                  <a:pt x="2028644" y="660412"/>
                </a:lnTo>
                <a:lnTo>
                  <a:pt x="2072580" y="672424"/>
                </a:lnTo>
                <a:lnTo>
                  <a:pt x="2121903" y="676427"/>
                </a:lnTo>
                <a:lnTo>
                  <a:pt x="2161362" y="673915"/>
                </a:lnTo>
                <a:lnTo>
                  <a:pt x="2229232" y="653822"/>
                </a:lnTo>
                <a:lnTo>
                  <a:pt x="2282113" y="614118"/>
                </a:lnTo>
                <a:lnTo>
                  <a:pt x="2285030" y="610349"/>
                </a:lnTo>
                <a:lnTo>
                  <a:pt x="2122347" y="610349"/>
                </a:lnTo>
                <a:lnTo>
                  <a:pt x="2093886" y="607753"/>
                </a:lnTo>
                <a:lnTo>
                  <a:pt x="2044332" y="586989"/>
                </a:lnTo>
                <a:lnTo>
                  <a:pt x="2005572" y="545774"/>
                </a:lnTo>
                <a:lnTo>
                  <a:pt x="1983469" y="485949"/>
                </a:lnTo>
                <a:lnTo>
                  <a:pt x="1979028" y="449173"/>
                </a:lnTo>
                <a:lnTo>
                  <a:pt x="2332647" y="449173"/>
                </a:lnTo>
                <a:lnTo>
                  <a:pt x="2332951" y="439648"/>
                </a:lnTo>
                <a:lnTo>
                  <a:pt x="2333088" y="432650"/>
                </a:lnTo>
                <a:lnTo>
                  <a:pt x="2333091" y="427735"/>
                </a:lnTo>
                <a:lnTo>
                  <a:pt x="2330057" y="383095"/>
                </a:lnTo>
                <a:lnTo>
                  <a:pt x="1983498" y="383095"/>
                </a:lnTo>
                <a:lnTo>
                  <a:pt x="1987615" y="353625"/>
                </a:lnTo>
                <a:lnTo>
                  <a:pt x="2008489" y="304062"/>
                </a:lnTo>
                <a:lnTo>
                  <a:pt x="2045207" y="267755"/>
                </a:lnTo>
                <a:lnTo>
                  <a:pt x="2091755" y="249228"/>
                </a:lnTo>
                <a:lnTo>
                  <a:pt x="2118334" y="246913"/>
                </a:lnTo>
                <a:lnTo>
                  <a:pt x="2273812" y="246913"/>
                </a:lnTo>
                <a:lnTo>
                  <a:pt x="2272817" y="245567"/>
                </a:lnTo>
                <a:lnTo>
                  <a:pt x="2240503" y="217246"/>
                </a:lnTo>
                <a:lnTo>
                  <a:pt x="2203837" y="197018"/>
                </a:lnTo>
                <a:lnTo>
                  <a:pt x="2163100" y="184964"/>
                </a:lnTo>
                <a:lnTo>
                  <a:pt x="2163754" y="184964"/>
                </a:lnTo>
                <a:lnTo>
                  <a:pt x="2117445" y="180835"/>
                </a:lnTo>
                <a:close/>
              </a:path>
              <a:path w="3537585" h="676910">
                <a:moveTo>
                  <a:pt x="2247366" y="513016"/>
                </a:moveTo>
                <a:lnTo>
                  <a:pt x="2225827" y="556995"/>
                </a:lnTo>
                <a:lnTo>
                  <a:pt x="2197811" y="587133"/>
                </a:lnTo>
                <a:lnTo>
                  <a:pt x="2163318" y="604546"/>
                </a:lnTo>
                <a:lnTo>
                  <a:pt x="2122347" y="610349"/>
                </a:lnTo>
                <a:lnTo>
                  <a:pt x="2285030" y="610349"/>
                </a:lnTo>
                <a:lnTo>
                  <a:pt x="2302398" y="587916"/>
                </a:lnTo>
                <a:lnTo>
                  <a:pt x="2318498" y="557640"/>
                </a:lnTo>
                <a:lnTo>
                  <a:pt x="2330411" y="523290"/>
                </a:lnTo>
                <a:lnTo>
                  <a:pt x="2247366" y="513016"/>
                </a:lnTo>
                <a:close/>
              </a:path>
              <a:path w="3537585" h="676910">
                <a:moveTo>
                  <a:pt x="2273812" y="246913"/>
                </a:moveTo>
                <a:lnTo>
                  <a:pt x="2118334" y="246913"/>
                </a:lnTo>
                <a:lnTo>
                  <a:pt x="2147495" y="249815"/>
                </a:lnTo>
                <a:lnTo>
                  <a:pt x="2173809" y="258522"/>
                </a:lnTo>
                <a:lnTo>
                  <a:pt x="2217902" y="293344"/>
                </a:lnTo>
                <a:lnTo>
                  <a:pt x="2237990" y="330738"/>
                </a:lnTo>
                <a:lnTo>
                  <a:pt x="2248268" y="383095"/>
                </a:lnTo>
                <a:lnTo>
                  <a:pt x="2330057" y="383095"/>
                </a:lnTo>
                <a:lnTo>
                  <a:pt x="2329324" y="372316"/>
                </a:lnTo>
                <a:lnTo>
                  <a:pt x="2318023" y="323483"/>
                </a:lnTo>
                <a:lnTo>
                  <a:pt x="2299187" y="281233"/>
                </a:lnTo>
                <a:lnTo>
                  <a:pt x="2273812" y="246913"/>
                </a:lnTo>
                <a:close/>
              </a:path>
              <a:path w="3537585" h="676910">
                <a:moveTo>
                  <a:pt x="3222828" y="511670"/>
                </a:moveTo>
                <a:lnTo>
                  <a:pt x="3143351" y="524179"/>
                </a:lnTo>
                <a:lnTo>
                  <a:pt x="3152245" y="559591"/>
                </a:lnTo>
                <a:lnTo>
                  <a:pt x="3165517" y="590370"/>
                </a:lnTo>
                <a:lnTo>
                  <a:pt x="3205200" y="638035"/>
                </a:lnTo>
                <a:lnTo>
                  <a:pt x="3264636" y="666827"/>
                </a:lnTo>
                <a:lnTo>
                  <a:pt x="3302598" y="674027"/>
                </a:lnTo>
                <a:lnTo>
                  <a:pt x="3346056" y="676427"/>
                </a:lnTo>
                <a:lnTo>
                  <a:pt x="3373238" y="675213"/>
                </a:lnTo>
                <a:lnTo>
                  <a:pt x="3423244" y="665502"/>
                </a:lnTo>
                <a:lnTo>
                  <a:pt x="3466876" y="646290"/>
                </a:lnTo>
                <a:lnTo>
                  <a:pt x="3500700" y="618834"/>
                </a:lnTo>
                <a:lnTo>
                  <a:pt x="3507300" y="610349"/>
                </a:lnTo>
                <a:lnTo>
                  <a:pt x="3345611" y="610349"/>
                </a:lnTo>
                <a:lnTo>
                  <a:pt x="3319672" y="608758"/>
                </a:lnTo>
                <a:lnTo>
                  <a:pt x="3276924" y="596033"/>
                </a:lnTo>
                <a:lnTo>
                  <a:pt x="3246313" y="570777"/>
                </a:lnTo>
                <a:lnTo>
                  <a:pt x="3227672" y="534163"/>
                </a:lnTo>
                <a:lnTo>
                  <a:pt x="3222828" y="511670"/>
                </a:lnTo>
                <a:close/>
              </a:path>
              <a:path w="3537585" h="676910">
                <a:moveTo>
                  <a:pt x="3331324" y="180835"/>
                </a:moveTo>
                <a:lnTo>
                  <a:pt x="3278376" y="186235"/>
                </a:lnTo>
                <a:lnTo>
                  <a:pt x="3232929" y="201090"/>
                </a:lnTo>
                <a:lnTo>
                  <a:pt x="3198926" y="223373"/>
                </a:lnTo>
                <a:lnTo>
                  <a:pt x="3171266" y="258737"/>
                </a:lnTo>
                <a:lnTo>
                  <a:pt x="3157657" y="301897"/>
                </a:lnTo>
                <a:lnTo>
                  <a:pt x="3156852" y="315699"/>
                </a:lnTo>
                <a:lnTo>
                  <a:pt x="3156750" y="317461"/>
                </a:lnTo>
                <a:lnTo>
                  <a:pt x="3166672" y="366305"/>
                </a:lnTo>
                <a:lnTo>
                  <a:pt x="3196156" y="406754"/>
                </a:lnTo>
                <a:lnTo>
                  <a:pt x="3246650" y="434701"/>
                </a:lnTo>
                <a:lnTo>
                  <a:pt x="3307928" y="454009"/>
                </a:lnTo>
                <a:lnTo>
                  <a:pt x="3378487" y="472690"/>
                </a:lnTo>
                <a:lnTo>
                  <a:pt x="3402096" y="479863"/>
                </a:lnTo>
                <a:lnTo>
                  <a:pt x="3441243" y="500572"/>
                </a:lnTo>
                <a:lnTo>
                  <a:pt x="3454468" y="534163"/>
                </a:lnTo>
                <a:lnTo>
                  <a:pt x="3454552" y="534898"/>
                </a:lnTo>
                <a:lnTo>
                  <a:pt x="3439486" y="576041"/>
                </a:lnTo>
                <a:lnTo>
                  <a:pt x="3393833" y="604712"/>
                </a:lnTo>
                <a:lnTo>
                  <a:pt x="3345611" y="610349"/>
                </a:lnTo>
                <a:lnTo>
                  <a:pt x="3507300" y="610349"/>
                </a:lnTo>
                <a:lnTo>
                  <a:pt x="3531295" y="565421"/>
                </a:lnTo>
                <a:lnTo>
                  <a:pt x="3537153" y="526414"/>
                </a:lnTo>
                <a:lnTo>
                  <a:pt x="3535953" y="506709"/>
                </a:lnTo>
                <a:lnTo>
                  <a:pt x="3517963" y="457657"/>
                </a:lnTo>
                <a:lnTo>
                  <a:pt x="3480994" y="423535"/>
                </a:lnTo>
                <a:lnTo>
                  <a:pt x="3444968" y="407687"/>
                </a:lnTo>
                <a:lnTo>
                  <a:pt x="3385475" y="389048"/>
                </a:lnTo>
                <a:lnTo>
                  <a:pt x="3298845" y="365007"/>
                </a:lnTo>
                <a:lnTo>
                  <a:pt x="3284028" y="360599"/>
                </a:lnTo>
                <a:lnTo>
                  <a:pt x="3249871" y="342403"/>
                </a:lnTo>
                <a:lnTo>
                  <a:pt x="3234436" y="308076"/>
                </a:lnTo>
                <a:lnTo>
                  <a:pt x="3235914" y="296189"/>
                </a:lnTo>
                <a:lnTo>
                  <a:pt x="3258108" y="265214"/>
                </a:lnTo>
                <a:lnTo>
                  <a:pt x="3311429" y="248056"/>
                </a:lnTo>
                <a:lnTo>
                  <a:pt x="3337128" y="246913"/>
                </a:lnTo>
                <a:lnTo>
                  <a:pt x="3495643" y="246913"/>
                </a:lnTo>
                <a:lnTo>
                  <a:pt x="3491611" y="240436"/>
                </a:lnTo>
                <a:lnTo>
                  <a:pt x="3449046" y="205651"/>
                </a:lnTo>
                <a:lnTo>
                  <a:pt x="3407382" y="189873"/>
                </a:lnTo>
                <a:lnTo>
                  <a:pt x="3358380" y="181839"/>
                </a:lnTo>
                <a:lnTo>
                  <a:pt x="3331324" y="180835"/>
                </a:lnTo>
                <a:close/>
              </a:path>
              <a:path w="3537585" h="676910">
                <a:moveTo>
                  <a:pt x="3495643" y="246913"/>
                </a:moveTo>
                <a:lnTo>
                  <a:pt x="3337128" y="246913"/>
                </a:lnTo>
                <a:lnTo>
                  <a:pt x="3359243" y="248196"/>
                </a:lnTo>
                <a:lnTo>
                  <a:pt x="3378706" y="252047"/>
                </a:lnTo>
                <a:lnTo>
                  <a:pt x="3421251" y="278722"/>
                </a:lnTo>
                <a:lnTo>
                  <a:pt x="3440709" y="324599"/>
                </a:lnTo>
                <a:lnTo>
                  <a:pt x="3519297" y="313880"/>
                </a:lnTo>
                <a:lnTo>
                  <a:pt x="3514722" y="292044"/>
                </a:lnTo>
                <a:lnTo>
                  <a:pt x="3508586" y="272536"/>
                </a:lnTo>
                <a:lnTo>
                  <a:pt x="3500878" y="255321"/>
                </a:lnTo>
                <a:lnTo>
                  <a:pt x="3495643" y="246913"/>
                </a:lnTo>
                <a:close/>
              </a:path>
              <a:path w="3537585" h="676910">
                <a:moveTo>
                  <a:pt x="2498026" y="191541"/>
                </a:moveTo>
                <a:lnTo>
                  <a:pt x="2425700" y="191541"/>
                </a:lnTo>
                <a:lnTo>
                  <a:pt x="2425700" y="665708"/>
                </a:lnTo>
                <a:lnTo>
                  <a:pt x="2506065" y="665708"/>
                </a:lnTo>
                <a:lnTo>
                  <a:pt x="2506065" y="406755"/>
                </a:lnTo>
                <a:lnTo>
                  <a:pt x="2508394" y="364870"/>
                </a:lnTo>
                <a:lnTo>
                  <a:pt x="2527030" y="303030"/>
                </a:lnTo>
                <a:lnTo>
                  <a:pt x="2562861" y="268821"/>
                </a:lnTo>
                <a:lnTo>
                  <a:pt x="2583448" y="258965"/>
                </a:lnTo>
                <a:lnTo>
                  <a:pt x="2498026" y="258965"/>
                </a:lnTo>
                <a:lnTo>
                  <a:pt x="2498026" y="191541"/>
                </a:lnTo>
                <a:close/>
              </a:path>
              <a:path w="3537585" h="676910">
                <a:moveTo>
                  <a:pt x="2790169" y="250482"/>
                </a:moveTo>
                <a:lnTo>
                  <a:pt x="2631973" y="250482"/>
                </a:lnTo>
                <a:lnTo>
                  <a:pt x="2647527" y="251389"/>
                </a:lnTo>
                <a:lnTo>
                  <a:pt x="2662051" y="254111"/>
                </a:lnTo>
                <a:lnTo>
                  <a:pt x="2699042" y="272863"/>
                </a:lnTo>
                <a:lnTo>
                  <a:pt x="2721267" y="303834"/>
                </a:lnTo>
                <a:lnTo>
                  <a:pt x="2730053" y="354273"/>
                </a:lnTo>
                <a:lnTo>
                  <a:pt x="2730639" y="665708"/>
                </a:lnTo>
                <a:lnTo>
                  <a:pt x="2811018" y="665708"/>
                </a:lnTo>
                <a:lnTo>
                  <a:pt x="2810917" y="364870"/>
                </a:lnTo>
                <a:lnTo>
                  <a:pt x="2809897" y="326721"/>
                </a:lnTo>
                <a:lnTo>
                  <a:pt x="2802306" y="279419"/>
                </a:lnTo>
                <a:lnTo>
                  <a:pt x="2796725" y="263988"/>
                </a:lnTo>
                <a:lnTo>
                  <a:pt x="2790169" y="250482"/>
                </a:lnTo>
                <a:close/>
              </a:path>
              <a:path w="3537585" h="676910">
                <a:moveTo>
                  <a:pt x="2648940" y="180835"/>
                </a:moveTo>
                <a:lnTo>
                  <a:pt x="2602503" y="185717"/>
                </a:lnTo>
                <a:lnTo>
                  <a:pt x="2561872" y="200364"/>
                </a:lnTo>
                <a:lnTo>
                  <a:pt x="2527046" y="224780"/>
                </a:lnTo>
                <a:lnTo>
                  <a:pt x="2498026" y="258965"/>
                </a:lnTo>
                <a:lnTo>
                  <a:pt x="2583448" y="258965"/>
                </a:lnTo>
                <a:lnTo>
                  <a:pt x="2584113" y="258647"/>
                </a:lnTo>
                <a:lnTo>
                  <a:pt x="2607180" y="252520"/>
                </a:lnTo>
                <a:lnTo>
                  <a:pt x="2631973" y="250482"/>
                </a:lnTo>
                <a:lnTo>
                  <a:pt x="2790169" y="250482"/>
                </a:lnTo>
                <a:lnTo>
                  <a:pt x="2789804" y="249729"/>
                </a:lnTo>
                <a:lnTo>
                  <a:pt x="2759167" y="214039"/>
                </a:lnTo>
                <a:lnTo>
                  <a:pt x="2709339" y="189498"/>
                </a:lnTo>
                <a:lnTo>
                  <a:pt x="2669938" y="181797"/>
                </a:lnTo>
                <a:lnTo>
                  <a:pt x="2648940" y="180835"/>
                </a:lnTo>
                <a:close/>
              </a:path>
              <a:path w="3537585" h="676910">
                <a:moveTo>
                  <a:pt x="1243774" y="191541"/>
                </a:moveTo>
                <a:lnTo>
                  <a:pt x="1171448" y="191541"/>
                </a:lnTo>
                <a:lnTo>
                  <a:pt x="1171448" y="665708"/>
                </a:lnTo>
                <a:lnTo>
                  <a:pt x="1251813" y="665708"/>
                </a:lnTo>
                <a:lnTo>
                  <a:pt x="1251813" y="406755"/>
                </a:lnTo>
                <a:lnTo>
                  <a:pt x="1254142" y="364870"/>
                </a:lnTo>
                <a:lnTo>
                  <a:pt x="1272778" y="303030"/>
                </a:lnTo>
                <a:lnTo>
                  <a:pt x="1308609" y="268821"/>
                </a:lnTo>
                <a:lnTo>
                  <a:pt x="1329196" y="258965"/>
                </a:lnTo>
                <a:lnTo>
                  <a:pt x="1243774" y="258965"/>
                </a:lnTo>
                <a:lnTo>
                  <a:pt x="1243774" y="191541"/>
                </a:lnTo>
                <a:close/>
              </a:path>
              <a:path w="3537585" h="676910">
                <a:moveTo>
                  <a:pt x="1535917" y="250482"/>
                </a:moveTo>
                <a:lnTo>
                  <a:pt x="1377721" y="250482"/>
                </a:lnTo>
                <a:lnTo>
                  <a:pt x="1393275" y="251389"/>
                </a:lnTo>
                <a:lnTo>
                  <a:pt x="1407799" y="254111"/>
                </a:lnTo>
                <a:lnTo>
                  <a:pt x="1444790" y="272863"/>
                </a:lnTo>
                <a:lnTo>
                  <a:pt x="1467015" y="303834"/>
                </a:lnTo>
                <a:lnTo>
                  <a:pt x="1475801" y="354273"/>
                </a:lnTo>
                <a:lnTo>
                  <a:pt x="1476387" y="665708"/>
                </a:lnTo>
                <a:lnTo>
                  <a:pt x="1556753" y="665708"/>
                </a:lnTo>
                <a:lnTo>
                  <a:pt x="1556653" y="364870"/>
                </a:lnTo>
                <a:lnTo>
                  <a:pt x="1556538" y="354273"/>
                </a:lnTo>
                <a:lnTo>
                  <a:pt x="1556474" y="348346"/>
                </a:lnTo>
                <a:lnTo>
                  <a:pt x="1554245" y="309280"/>
                </a:lnTo>
                <a:lnTo>
                  <a:pt x="1542473" y="263988"/>
                </a:lnTo>
                <a:lnTo>
                  <a:pt x="1535917" y="250482"/>
                </a:lnTo>
                <a:close/>
              </a:path>
              <a:path w="3537585" h="676910">
                <a:moveTo>
                  <a:pt x="1394688" y="180835"/>
                </a:moveTo>
                <a:lnTo>
                  <a:pt x="1348251" y="185717"/>
                </a:lnTo>
                <a:lnTo>
                  <a:pt x="1307620" y="200364"/>
                </a:lnTo>
                <a:lnTo>
                  <a:pt x="1272794" y="224780"/>
                </a:lnTo>
                <a:lnTo>
                  <a:pt x="1243774" y="258965"/>
                </a:lnTo>
                <a:lnTo>
                  <a:pt x="1329196" y="258965"/>
                </a:lnTo>
                <a:lnTo>
                  <a:pt x="1329861" y="258647"/>
                </a:lnTo>
                <a:lnTo>
                  <a:pt x="1352928" y="252520"/>
                </a:lnTo>
                <a:lnTo>
                  <a:pt x="1377721" y="250482"/>
                </a:lnTo>
                <a:lnTo>
                  <a:pt x="1535917" y="250482"/>
                </a:lnTo>
                <a:lnTo>
                  <a:pt x="1535552" y="249729"/>
                </a:lnTo>
                <a:lnTo>
                  <a:pt x="1504915" y="214039"/>
                </a:lnTo>
                <a:lnTo>
                  <a:pt x="1455087" y="189498"/>
                </a:lnTo>
                <a:lnTo>
                  <a:pt x="1415686" y="181797"/>
                </a:lnTo>
                <a:lnTo>
                  <a:pt x="1394688" y="180835"/>
                </a:lnTo>
                <a:close/>
              </a:path>
              <a:path w="3537585" h="676910">
                <a:moveTo>
                  <a:pt x="3021749" y="254050"/>
                </a:moveTo>
                <a:lnTo>
                  <a:pt x="2941828" y="254050"/>
                </a:lnTo>
                <a:lnTo>
                  <a:pt x="2941910" y="531317"/>
                </a:lnTo>
                <a:lnTo>
                  <a:pt x="2942435" y="559560"/>
                </a:lnTo>
                <a:lnTo>
                  <a:pt x="2942442" y="559913"/>
                </a:lnTo>
                <a:lnTo>
                  <a:pt x="2947351" y="607353"/>
                </a:lnTo>
                <a:lnTo>
                  <a:pt x="2965040" y="642105"/>
                </a:lnTo>
                <a:lnTo>
                  <a:pt x="2998864" y="664179"/>
                </a:lnTo>
                <a:lnTo>
                  <a:pt x="3053448" y="671969"/>
                </a:lnTo>
                <a:lnTo>
                  <a:pt x="3067287" y="671522"/>
                </a:lnTo>
                <a:lnTo>
                  <a:pt x="3082021" y="670180"/>
                </a:lnTo>
                <a:lnTo>
                  <a:pt x="3097648" y="667945"/>
                </a:lnTo>
                <a:lnTo>
                  <a:pt x="3114167" y="664819"/>
                </a:lnTo>
                <a:lnTo>
                  <a:pt x="3103070" y="596950"/>
                </a:lnTo>
                <a:lnTo>
                  <a:pt x="3067291" y="596950"/>
                </a:lnTo>
                <a:lnTo>
                  <a:pt x="3058873" y="596588"/>
                </a:lnTo>
                <a:lnTo>
                  <a:pt x="3025990" y="575525"/>
                </a:lnTo>
                <a:lnTo>
                  <a:pt x="3021749" y="531317"/>
                </a:lnTo>
                <a:lnTo>
                  <a:pt x="3021749" y="254050"/>
                </a:lnTo>
                <a:close/>
              </a:path>
              <a:path w="3537585" h="676910">
                <a:moveTo>
                  <a:pt x="3102559" y="593826"/>
                </a:moveTo>
                <a:lnTo>
                  <a:pt x="3092153" y="595193"/>
                </a:lnTo>
                <a:lnTo>
                  <a:pt x="3082805" y="596169"/>
                </a:lnTo>
                <a:lnTo>
                  <a:pt x="3074518" y="596755"/>
                </a:lnTo>
                <a:lnTo>
                  <a:pt x="3067291" y="596950"/>
                </a:lnTo>
                <a:lnTo>
                  <a:pt x="3103070" y="596950"/>
                </a:lnTo>
                <a:lnTo>
                  <a:pt x="3102559" y="593826"/>
                </a:lnTo>
                <a:close/>
              </a:path>
              <a:path w="3537585" h="676910">
                <a:moveTo>
                  <a:pt x="3102559" y="191541"/>
                </a:moveTo>
                <a:lnTo>
                  <a:pt x="2882887" y="191541"/>
                </a:lnTo>
                <a:lnTo>
                  <a:pt x="2882887" y="254050"/>
                </a:lnTo>
                <a:lnTo>
                  <a:pt x="3102559" y="254050"/>
                </a:lnTo>
                <a:lnTo>
                  <a:pt x="3102559" y="191541"/>
                </a:lnTo>
                <a:close/>
              </a:path>
              <a:path w="3537585" h="676910">
                <a:moveTo>
                  <a:pt x="3021749" y="25907"/>
                </a:moveTo>
                <a:lnTo>
                  <a:pt x="2941828" y="74117"/>
                </a:lnTo>
                <a:lnTo>
                  <a:pt x="2941828" y="191541"/>
                </a:lnTo>
                <a:lnTo>
                  <a:pt x="3021749" y="191541"/>
                </a:lnTo>
                <a:lnTo>
                  <a:pt x="3021749" y="25907"/>
                </a:lnTo>
                <a:close/>
              </a:path>
              <a:path w="3537585" h="676910">
                <a:moveTo>
                  <a:pt x="1769021" y="254050"/>
                </a:moveTo>
                <a:lnTo>
                  <a:pt x="1689100" y="254050"/>
                </a:lnTo>
                <a:lnTo>
                  <a:pt x="1689182" y="531317"/>
                </a:lnTo>
                <a:lnTo>
                  <a:pt x="1689707" y="559560"/>
                </a:lnTo>
                <a:lnTo>
                  <a:pt x="1689714" y="559913"/>
                </a:lnTo>
                <a:lnTo>
                  <a:pt x="1694623" y="607353"/>
                </a:lnTo>
                <a:lnTo>
                  <a:pt x="1712312" y="642105"/>
                </a:lnTo>
                <a:lnTo>
                  <a:pt x="1746136" y="664179"/>
                </a:lnTo>
                <a:lnTo>
                  <a:pt x="1800720" y="671969"/>
                </a:lnTo>
                <a:lnTo>
                  <a:pt x="1814559" y="671522"/>
                </a:lnTo>
                <a:lnTo>
                  <a:pt x="1829293" y="670180"/>
                </a:lnTo>
                <a:lnTo>
                  <a:pt x="1844920" y="667945"/>
                </a:lnTo>
                <a:lnTo>
                  <a:pt x="1861439" y="664819"/>
                </a:lnTo>
                <a:lnTo>
                  <a:pt x="1850342" y="596950"/>
                </a:lnTo>
                <a:lnTo>
                  <a:pt x="1814563" y="596950"/>
                </a:lnTo>
                <a:lnTo>
                  <a:pt x="1806147" y="596588"/>
                </a:lnTo>
                <a:lnTo>
                  <a:pt x="1773262" y="575525"/>
                </a:lnTo>
                <a:lnTo>
                  <a:pt x="1769021" y="531317"/>
                </a:lnTo>
                <a:lnTo>
                  <a:pt x="1769021" y="254050"/>
                </a:lnTo>
                <a:close/>
              </a:path>
              <a:path w="3537585" h="676910">
                <a:moveTo>
                  <a:pt x="1849831" y="593826"/>
                </a:moveTo>
                <a:lnTo>
                  <a:pt x="1839425" y="595193"/>
                </a:lnTo>
                <a:lnTo>
                  <a:pt x="1830077" y="596169"/>
                </a:lnTo>
                <a:lnTo>
                  <a:pt x="1821790" y="596755"/>
                </a:lnTo>
                <a:lnTo>
                  <a:pt x="1814563" y="596950"/>
                </a:lnTo>
                <a:lnTo>
                  <a:pt x="1850342" y="596950"/>
                </a:lnTo>
                <a:lnTo>
                  <a:pt x="1849831" y="593826"/>
                </a:lnTo>
                <a:close/>
              </a:path>
              <a:path w="3537585" h="676910">
                <a:moveTo>
                  <a:pt x="1849831" y="191541"/>
                </a:moveTo>
                <a:lnTo>
                  <a:pt x="1630159" y="191541"/>
                </a:lnTo>
                <a:lnTo>
                  <a:pt x="1630159" y="254050"/>
                </a:lnTo>
                <a:lnTo>
                  <a:pt x="1849831" y="254050"/>
                </a:lnTo>
                <a:lnTo>
                  <a:pt x="1849831" y="191541"/>
                </a:lnTo>
                <a:close/>
              </a:path>
              <a:path w="3537585" h="676910">
                <a:moveTo>
                  <a:pt x="1769021" y="25907"/>
                </a:moveTo>
                <a:lnTo>
                  <a:pt x="1689100" y="74117"/>
                </a:lnTo>
                <a:lnTo>
                  <a:pt x="1689100" y="191541"/>
                </a:lnTo>
                <a:lnTo>
                  <a:pt x="1769021" y="191541"/>
                </a:lnTo>
                <a:lnTo>
                  <a:pt x="1769021" y="25907"/>
                </a:lnTo>
                <a:close/>
              </a:path>
              <a:path w="3537585" h="676910">
                <a:moveTo>
                  <a:pt x="308965" y="0"/>
                </a:moveTo>
                <a:lnTo>
                  <a:pt x="266562" y="2471"/>
                </a:lnTo>
                <a:lnTo>
                  <a:pt x="225974" y="9883"/>
                </a:lnTo>
                <a:lnTo>
                  <a:pt x="187200" y="22234"/>
                </a:lnTo>
                <a:lnTo>
                  <a:pt x="150240" y="39522"/>
                </a:lnTo>
                <a:lnTo>
                  <a:pt x="116246" y="61565"/>
                </a:lnTo>
                <a:lnTo>
                  <a:pt x="86385" y="88185"/>
                </a:lnTo>
                <a:lnTo>
                  <a:pt x="60658" y="119382"/>
                </a:lnTo>
                <a:lnTo>
                  <a:pt x="39065" y="155155"/>
                </a:lnTo>
                <a:lnTo>
                  <a:pt x="21972" y="194851"/>
                </a:lnTo>
                <a:lnTo>
                  <a:pt x="9764" y="237812"/>
                </a:lnTo>
                <a:lnTo>
                  <a:pt x="2440" y="284038"/>
                </a:lnTo>
                <a:lnTo>
                  <a:pt x="21" y="333082"/>
                </a:lnTo>
                <a:lnTo>
                  <a:pt x="0" y="333527"/>
                </a:lnTo>
                <a:lnTo>
                  <a:pt x="2162" y="379654"/>
                </a:lnTo>
                <a:lnTo>
                  <a:pt x="8648" y="424275"/>
                </a:lnTo>
                <a:lnTo>
                  <a:pt x="19459" y="467390"/>
                </a:lnTo>
                <a:lnTo>
                  <a:pt x="34471" y="508665"/>
                </a:lnTo>
                <a:lnTo>
                  <a:pt x="34594" y="509003"/>
                </a:lnTo>
                <a:lnTo>
                  <a:pt x="53880" y="547441"/>
                </a:lnTo>
                <a:lnTo>
                  <a:pt x="77125" y="581051"/>
                </a:lnTo>
                <a:lnTo>
                  <a:pt x="104330" y="609835"/>
                </a:lnTo>
                <a:lnTo>
                  <a:pt x="135496" y="633793"/>
                </a:lnTo>
                <a:lnTo>
                  <a:pt x="171120" y="652638"/>
                </a:lnTo>
                <a:lnTo>
                  <a:pt x="211680" y="666100"/>
                </a:lnTo>
                <a:lnTo>
                  <a:pt x="257179" y="674178"/>
                </a:lnTo>
                <a:lnTo>
                  <a:pt x="307619" y="676871"/>
                </a:lnTo>
                <a:lnTo>
                  <a:pt x="356773" y="673371"/>
                </a:lnTo>
                <a:lnTo>
                  <a:pt x="401993" y="662866"/>
                </a:lnTo>
                <a:lnTo>
                  <a:pt x="443279" y="645357"/>
                </a:lnTo>
                <a:lnTo>
                  <a:pt x="480631" y="620839"/>
                </a:lnTo>
                <a:lnTo>
                  <a:pt x="499575" y="602754"/>
                </a:lnTo>
                <a:lnTo>
                  <a:pt x="300482" y="602754"/>
                </a:lnTo>
                <a:lnTo>
                  <a:pt x="271094" y="600830"/>
                </a:lnTo>
                <a:lnTo>
                  <a:pt x="215507" y="585432"/>
                </a:lnTo>
                <a:lnTo>
                  <a:pt x="165317" y="554581"/>
                </a:lnTo>
                <a:lnTo>
                  <a:pt x="127478" y="508036"/>
                </a:lnTo>
                <a:lnTo>
                  <a:pt x="102977" y="446395"/>
                </a:lnTo>
                <a:lnTo>
                  <a:pt x="90813" y="373504"/>
                </a:lnTo>
                <a:lnTo>
                  <a:pt x="89310" y="333527"/>
                </a:lnTo>
                <a:lnTo>
                  <a:pt x="89293" y="333082"/>
                </a:lnTo>
                <a:lnTo>
                  <a:pt x="90577" y="300952"/>
                </a:lnTo>
                <a:lnTo>
                  <a:pt x="100845" y="238112"/>
                </a:lnTo>
                <a:lnTo>
                  <a:pt x="121981" y="178473"/>
                </a:lnTo>
                <a:lnTo>
                  <a:pt x="157585" y="129915"/>
                </a:lnTo>
                <a:lnTo>
                  <a:pt x="207930" y="94466"/>
                </a:lnTo>
                <a:lnTo>
                  <a:pt x="270996" y="76378"/>
                </a:lnTo>
                <a:lnTo>
                  <a:pt x="307174" y="74117"/>
                </a:lnTo>
                <a:lnTo>
                  <a:pt x="501241" y="74117"/>
                </a:lnTo>
                <a:lnTo>
                  <a:pt x="474154" y="50012"/>
                </a:lnTo>
                <a:lnTo>
                  <a:pt x="438719" y="28133"/>
                </a:lnTo>
                <a:lnTo>
                  <a:pt x="399375" y="12504"/>
                </a:lnTo>
                <a:lnTo>
                  <a:pt x="356123" y="3126"/>
                </a:lnTo>
                <a:lnTo>
                  <a:pt x="308965" y="0"/>
                </a:lnTo>
                <a:close/>
              </a:path>
              <a:path w="3537585" h="676910">
                <a:moveTo>
                  <a:pt x="492023" y="436219"/>
                </a:moveTo>
                <a:lnTo>
                  <a:pt x="481052" y="474981"/>
                </a:lnTo>
                <a:lnTo>
                  <a:pt x="446896" y="537269"/>
                </a:lnTo>
                <a:lnTo>
                  <a:pt x="397085" y="579153"/>
                </a:lnTo>
                <a:lnTo>
                  <a:pt x="335472" y="600132"/>
                </a:lnTo>
                <a:lnTo>
                  <a:pt x="300482" y="602754"/>
                </a:lnTo>
                <a:lnTo>
                  <a:pt x="499575" y="602754"/>
                </a:lnTo>
                <a:lnTo>
                  <a:pt x="513295" y="589657"/>
                </a:lnTo>
                <a:lnTo>
                  <a:pt x="540516" y="552138"/>
                </a:lnTo>
                <a:lnTo>
                  <a:pt x="562297" y="508286"/>
                </a:lnTo>
                <a:lnTo>
                  <a:pt x="578637" y="458101"/>
                </a:lnTo>
                <a:lnTo>
                  <a:pt x="492023" y="436219"/>
                </a:lnTo>
                <a:close/>
              </a:path>
              <a:path w="3537585" h="676910">
                <a:moveTo>
                  <a:pt x="501241" y="74117"/>
                </a:moveTo>
                <a:lnTo>
                  <a:pt x="307174" y="74117"/>
                </a:lnTo>
                <a:lnTo>
                  <a:pt x="338595" y="76155"/>
                </a:lnTo>
                <a:lnTo>
                  <a:pt x="367226" y="82269"/>
                </a:lnTo>
                <a:lnTo>
                  <a:pt x="416115" y="106718"/>
                </a:lnTo>
                <a:lnTo>
                  <a:pt x="454293" y="149020"/>
                </a:lnTo>
                <a:lnTo>
                  <a:pt x="482193" y="210743"/>
                </a:lnTo>
                <a:lnTo>
                  <a:pt x="567474" y="190652"/>
                </a:lnTo>
                <a:lnTo>
                  <a:pt x="551762" y="147873"/>
                </a:lnTo>
                <a:lnTo>
                  <a:pt x="531034" y="110286"/>
                </a:lnTo>
                <a:lnTo>
                  <a:pt x="528231" y="106718"/>
                </a:lnTo>
                <a:lnTo>
                  <a:pt x="505103" y="77554"/>
                </a:lnTo>
                <a:lnTo>
                  <a:pt x="501241" y="74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98551" cy="16697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650" y="6649"/>
            <a:ext cx="12185650" cy="2140585"/>
            <a:chOff x="6650" y="6649"/>
            <a:chExt cx="12185650" cy="21405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0" y="6649"/>
              <a:ext cx="12185349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61009" y="1144600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675" y="1189951"/>
            <a:ext cx="8293734" cy="4724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need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GitHub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account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submit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questions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and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assignments</a:t>
            </a:r>
            <a:r>
              <a:rPr dirty="0" sz="2150" spc="-10">
                <a:latin typeface="Arial"/>
                <a:cs typeface="Arial"/>
              </a:rPr>
              <a:t>!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8210" y="1961908"/>
            <a:ext cx="3405504" cy="1157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050" indent="-514350">
              <a:lnSpc>
                <a:spcPts val="2935"/>
              </a:lnSpc>
              <a:spcBef>
                <a:spcPts val="100"/>
              </a:spcBef>
              <a:buSzPct val="144444"/>
              <a:buFont typeface="Arial"/>
              <a:buAutoNum type="arabicPeriod"/>
              <a:tabLst>
                <a:tab pos="527050" algn="l"/>
              </a:tabLst>
            </a:pPr>
            <a:r>
              <a:rPr dirty="0" sz="1800">
                <a:latin typeface="Malgun Gothic"/>
                <a:cs typeface="Malgun Gothic"/>
              </a:rPr>
              <a:t>Sign</a:t>
            </a:r>
            <a:r>
              <a:rPr dirty="0" sz="1800" spc="-114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up</a:t>
            </a:r>
            <a:r>
              <a:rPr dirty="0" sz="1800" spc="-1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for</a:t>
            </a:r>
            <a:r>
              <a:rPr dirty="0" sz="1800" spc="-114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GitHub</a:t>
            </a:r>
            <a:endParaRPr sz="1800">
              <a:latin typeface="Malgun Gothic"/>
              <a:cs typeface="Malgun Gothic"/>
            </a:endParaRPr>
          </a:p>
          <a:p>
            <a:pPr marL="527050" indent="-514350">
              <a:lnSpc>
                <a:spcPts val="2895"/>
              </a:lnSpc>
              <a:buSzPct val="144444"/>
              <a:buFont typeface="Arial"/>
              <a:buAutoNum type="arabicPeriod"/>
              <a:tabLst>
                <a:tab pos="527050" algn="l"/>
              </a:tabLst>
            </a:pPr>
            <a:r>
              <a:rPr dirty="0" sz="1800">
                <a:latin typeface="Malgun Gothic"/>
                <a:cs typeface="Malgun Gothic"/>
              </a:rPr>
              <a:t>How</a:t>
            </a:r>
            <a:r>
              <a:rPr dirty="0" sz="1800" spc="-10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to</a:t>
            </a:r>
            <a:r>
              <a:rPr dirty="0" sz="1800" spc="-9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ask</a:t>
            </a:r>
            <a:r>
              <a:rPr dirty="0" sz="1800" spc="-9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questions</a:t>
            </a:r>
            <a:endParaRPr sz="1800">
              <a:latin typeface="Malgun Gothic"/>
              <a:cs typeface="Malgun Gothic"/>
            </a:endParaRPr>
          </a:p>
          <a:p>
            <a:pPr marL="527050" indent="-514350">
              <a:lnSpc>
                <a:spcPts val="3080"/>
              </a:lnSpc>
              <a:buSzPct val="144444"/>
              <a:buFont typeface="Arial"/>
              <a:buAutoNum type="arabicPeriod"/>
              <a:tabLst>
                <a:tab pos="527050" algn="l"/>
              </a:tabLst>
            </a:pPr>
            <a:r>
              <a:rPr dirty="0" sz="1800">
                <a:latin typeface="Malgun Gothic"/>
                <a:cs typeface="Malgun Gothic"/>
              </a:rPr>
              <a:t>How</a:t>
            </a:r>
            <a:r>
              <a:rPr dirty="0" sz="1800" spc="-114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to</a:t>
            </a:r>
            <a:r>
              <a:rPr dirty="0" sz="1800" spc="-10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submit</a:t>
            </a:r>
            <a:r>
              <a:rPr dirty="0" sz="1800" spc="-8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assignments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1000" y="114791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4280" y="6576726"/>
            <a:ext cx="94437" cy="1697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77695">
              <a:lnSpc>
                <a:spcPct val="100000"/>
              </a:lnSpc>
              <a:spcBef>
                <a:spcPts val="105"/>
              </a:spcBef>
            </a:pPr>
            <a:r>
              <a:rPr dirty="0"/>
              <a:t>GitHub </a:t>
            </a:r>
            <a:r>
              <a:rPr dirty="0" spc="-10"/>
              <a:t>Sign-</a:t>
            </a:r>
            <a:r>
              <a:rPr dirty="0" spc="-25"/>
              <a:t>Up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98551" cy="16697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49010"/>
            <a:chOff x="0" y="0"/>
            <a:chExt cx="12192000" cy="60490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700834"/>
              <a:ext cx="8129610" cy="43479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61009" y="1126604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01675" y="1171955"/>
            <a:ext cx="879792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When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access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site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via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link,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following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screen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will</a:t>
            </a:r>
            <a:r>
              <a:rPr dirty="0" sz="2150" spc="-7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appear.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1000" y="112674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49"/>
            <a:ext cx="12192000" cy="6047105"/>
            <a:chOff x="0" y="6649"/>
            <a:chExt cx="12192000" cy="6047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53991" y="2585186"/>
              <a:ext cx="427355" cy="267335"/>
            </a:xfrm>
            <a:custGeom>
              <a:avLst/>
              <a:gdLst/>
              <a:ahLst/>
              <a:cxnLst/>
              <a:rect l="l" t="t" r="r" b="b"/>
              <a:pathLst>
                <a:path w="427354" h="267335">
                  <a:moveTo>
                    <a:pt x="232165" y="199288"/>
                  </a:moveTo>
                  <a:lnTo>
                    <a:pt x="152908" y="199288"/>
                  </a:lnTo>
                  <a:lnTo>
                    <a:pt x="389445" y="0"/>
                  </a:lnTo>
                  <a:lnTo>
                    <a:pt x="426859" y="34582"/>
                  </a:lnTo>
                  <a:lnTo>
                    <a:pt x="232165" y="199288"/>
                  </a:lnTo>
                  <a:close/>
                </a:path>
                <a:path w="427354" h="267335">
                  <a:moveTo>
                    <a:pt x="151066" y="267220"/>
                  </a:moveTo>
                  <a:lnTo>
                    <a:pt x="0" y="128879"/>
                  </a:lnTo>
                  <a:lnTo>
                    <a:pt x="39268" y="95529"/>
                  </a:lnTo>
                  <a:lnTo>
                    <a:pt x="152908" y="199288"/>
                  </a:lnTo>
                  <a:lnTo>
                    <a:pt x="232165" y="199288"/>
                  </a:lnTo>
                  <a:lnTo>
                    <a:pt x="190792" y="234289"/>
                  </a:lnTo>
                  <a:lnTo>
                    <a:pt x="151066" y="2672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53991" y="2585186"/>
              <a:ext cx="427355" cy="267335"/>
            </a:xfrm>
            <a:custGeom>
              <a:avLst/>
              <a:gdLst/>
              <a:ahLst/>
              <a:cxnLst/>
              <a:rect l="l" t="t" r="r" b="b"/>
              <a:pathLst>
                <a:path w="427354" h="267335">
                  <a:moveTo>
                    <a:pt x="389445" y="0"/>
                  </a:moveTo>
                  <a:lnTo>
                    <a:pt x="389445" y="0"/>
                  </a:lnTo>
                  <a:lnTo>
                    <a:pt x="0" y="128879"/>
                  </a:lnTo>
                  <a:lnTo>
                    <a:pt x="151066" y="267220"/>
                  </a:lnTo>
                  <a:lnTo>
                    <a:pt x="190792" y="234289"/>
                  </a:lnTo>
                  <a:lnTo>
                    <a:pt x="426859" y="34582"/>
                  </a:lnTo>
                  <a:lnTo>
                    <a:pt x="389445" y="0"/>
                  </a:lnTo>
                  <a:close/>
                </a:path>
              </a:pathLst>
            </a:custGeom>
            <a:ln w="42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6604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71955"/>
            <a:ext cx="938466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on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("Discussions")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8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see</a:t>
            </a:r>
            <a:r>
              <a:rPr dirty="0" sz="2150" spc="-7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following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screen.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1193" y="6580923"/>
            <a:ext cx="116457" cy="16431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674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3455"/>
            <a:chOff x="0" y="0"/>
            <a:chExt cx="12192000" cy="605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28072" y="2014699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30">
                  <a:moveTo>
                    <a:pt x="232168" y="197764"/>
                  </a:moveTo>
                  <a:lnTo>
                    <a:pt x="152907" y="197764"/>
                  </a:lnTo>
                  <a:lnTo>
                    <a:pt x="389445" y="0"/>
                  </a:lnTo>
                  <a:lnTo>
                    <a:pt x="426859" y="34328"/>
                  </a:lnTo>
                  <a:lnTo>
                    <a:pt x="232168" y="197764"/>
                  </a:lnTo>
                  <a:close/>
                </a:path>
                <a:path w="427354" h="265430">
                  <a:moveTo>
                    <a:pt x="151066" y="265176"/>
                  </a:moveTo>
                  <a:lnTo>
                    <a:pt x="0" y="127889"/>
                  </a:lnTo>
                  <a:lnTo>
                    <a:pt x="39268" y="94792"/>
                  </a:lnTo>
                  <a:lnTo>
                    <a:pt x="152907" y="197764"/>
                  </a:lnTo>
                  <a:lnTo>
                    <a:pt x="232168" y="197764"/>
                  </a:lnTo>
                  <a:lnTo>
                    <a:pt x="190792" y="232498"/>
                  </a:lnTo>
                  <a:lnTo>
                    <a:pt x="151066" y="2651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728072" y="2014699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30">
                  <a:moveTo>
                    <a:pt x="389445" y="0"/>
                  </a:moveTo>
                  <a:lnTo>
                    <a:pt x="389445" y="0"/>
                  </a:lnTo>
                  <a:lnTo>
                    <a:pt x="0" y="127889"/>
                  </a:lnTo>
                  <a:lnTo>
                    <a:pt x="151066" y="265176"/>
                  </a:lnTo>
                  <a:lnTo>
                    <a:pt x="190792" y="232498"/>
                  </a:lnTo>
                  <a:lnTo>
                    <a:pt x="426859" y="34328"/>
                  </a:lnTo>
                  <a:lnTo>
                    <a:pt x="389445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6604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71955"/>
            <a:ext cx="825119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on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("Sign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up")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sign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up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for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GitHub.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7830" y="6580923"/>
            <a:ext cx="91313" cy="1671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674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27" y="6578257"/>
            <a:ext cx="103748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85650" cy="6049010"/>
            <a:chOff x="0" y="0"/>
            <a:chExt cx="12185650" cy="60490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5350" cy="21403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700834"/>
              <a:ext cx="8129610" cy="43479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61009" y="1126604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01675" y="1171955"/>
            <a:ext cx="1082040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Clicking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on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previous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page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will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display</a:t>
            </a:r>
            <a:r>
              <a:rPr dirty="0" sz="2150" spc="-7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following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screen.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1000" y="112674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27" y="6578257"/>
            <a:ext cx="103748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527165"/>
            <a:chOff x="0" y="0"/>
            <a:chExt cx="12192000" cy="65271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2174595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60991" y="3713757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230603" y="197764"/>
                  </a:moveTo>
                  <a:lnTo>
                    <a:pt x="151879" y="197764"/>
                  </a:lnTo>
                  <a:lnTo>
                    <a:pt x="386803" y="0"/>
                  </a:lnTo>
                  <a:lnTo>
                    <a:pt x="423964" y="34328"/>
                  </a:lnTo>
                  <a:lnTo>
                    <a:pt x="230603" y="197764"/>
                  </a:lnTo>
                  <a:close/>
                </a:path>
                <a:path w="424179" h="265429">
                  <a:moveTo>
                    <a:pt x="150037" y="265176"/>
                  </a:moveTo>
                  <a:lnTo>
                    <a:pt x="0" y="127889"/>
                  </a:lnTo>
                  <a:lnTo>
                    <a:pt x="39001" y="94792"/>
                  </a:lnTo>
                  <a:lnTo>
                    <a:pt x="151879" y="197764"/>
                  </a:lnTo>
                  <a:lnTo>
                    <a:pt x="230603" y="197764"/>
                  </a:lnTo>
                  <a:lnTo>
                    <a:pt x="189509" y="232498"/>
                  </a:lnTo>
                  <a:lnTo>
                    <a:pt x="150037" y="2651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60991" y="3713757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386803" y="0"/>
                  </a:moveTo>
                  <a:lnTo>
                    <a:pt x="386803" y="0"/>
                  </a:lnTo>
                  <a:lnTo>
                    <a:pt x="0" y="127889"/>
                  </a:lnTo>
                  <a:lnTo>
                    <a:pt x="150037" y="265176"/>
                  </a:lnTo>
                  <a:lnTo>
                    <a:pt x="189509" y="232498"/>
                  </a:lnTo>
                  <a:lnTo>
                    <a:pt x="423964" y="34328"/>
                  </a:lnTo>
                  <a:lnTo>
                    <a:pt x="386803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1009" y="1138516"/>
            <a:ext cx="1987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5">
                <a:latin typeface="Arial"/>
                <a:cs typeface="Arial"/>
              </a:rPr>
              <a:t>▪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675" y="1179575"/>
            <a:ext cx="10623550" cy="46164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857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r>
              <a:rPr dirty="0" sz="2100">
                <a:latin typeface="Malgun Gothic"/>
                <a:cs typeface="Malgun Gothic"/>
              </a:rPr>
              <a:t>Enter</a:t>
            </a:r>
            <a:r>
              <a:rPr dirty="0" sz="2100" spc="-3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your</a:t>
            </a:r>
            <a:r>
              <a:rPr dirty="0" sz="2100" spc="-3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email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address</a:t>
            </a:r>
            <a:r>
              <a:rPr dirty="0" sz="2100" spc="-3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to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be</a:t>
            </a:r>
            <a:r>
              <a:rPr dirty="0" sz="2100" spc="-3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used</a:t>
            </a:r>
            <a:r>
              <a:rPr dirty="0" sz="2100" spc="-3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for</a:t>
            </a:r>
            <a:r>
              <a:rPr dirty="0" sz="2100" spc="-3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registration,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then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click</a:t>
            </a:r>
            <a:r>
              <a:rPr dirty="0" sz="2100" spc="-5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the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highlighted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 spc="-10">
                <a:latin typeface="Malgun Gothic"/>
                <a:cs typeface="Malgun Gothic"/>
              </a:rPr>
              <a:t>section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675" y="1640700"/>
            <a:ext cx="1448435" cy="46164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857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r>
              <a:rPr dirty="0" sz="2100" spc="-10">
                <a:latin typeface="Malgun Gothic"/>
                <a:cs typeface="Malgun Gothic"/>
              </a:rPr>
              <a:t>('Continue').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000" y="112674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0209" y="6578257"/>
            <a:ext cx="105537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53455"/>
            <a:chOff x="0" y="0"/>
            <a:chExt cx="12192000" cy="60534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60991" y="3688052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230603" y="197764"/>
                  </a:moveTo>
                  <a:lnTo>
                    <a:pt x="151879" y="197764"/>
                  </a:lnTo>
                  <a:lnTo>
                    <a:pt x="386803" y="0"/>
                  </a:lnTo>
                  <a:lnTo>
                    <a:pt x="423964" y="34328"/>
                  </a:lnTo>
                  <a:lnTo>
                    <a:pt x="230603" y="197764"/>
                  </a:lnTo>
                  <a:close/>
                </a:path>
                <a:path w="424179" h="265429">
                  <a:moveTo>
                    <a:pt x="150037" y="265176"/>
                  </a:moveTo>
                  <a:lnTo>
                    <a:pt x="0" y="127889"/>
                  </a:lnTo>
                  <a:lnTo>
                    <a:pt x="39001" y="94792"/>
                  </a:lnTo>
                  <a:lnTo>
                    <a:pt x="151879" y="197764"/>
                  </a:lnTo>
                  <a:lnTo>
                    <a:pt x="230603" y="197764"/>
                  </a:lnTo>
                  <a:lnTo>
                    <a:pt x="189509" y="232498"/>
                  </a:lnTo>
                  <a:lnTo>
                    <a:pt x="150037" y="2651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60991" y="3688052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386803" y="0"/>
                  </a:moveTo>
                  <a:lnTo>
                    <a:pt x="386803" y="0"/>
                  </a:lnTo>
                  <a:lnTo>
                    <a:pt x="0" y="127889"/>
                  </a:lnTo>
                  <a:lnTo>
                    <a:pt x="150037" y="265176"/>
                  </a:lnTo>
                  <a:lnTo>
                    <a:pt x="189509" y="232498"/>
                  </a:lnTo>
                  <a:lnTo>
                    <a:pt x="423964" y="34328"/>
                  </a:lnTo>
                  <a:lnTo>
                    <a:pt x="386803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1009" y="112596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01675" y="1171321"/>
            <a:ext cx="1011047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Enter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password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want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use,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and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indicated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("Continue").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1000" y="1126363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0209" y="6578257"/>
            <a:ext cx="105537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53455"/>
            <a:chOff x="0" y="0"/>
            <a:chExt cx="12192000" cy="60534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60991" y="4514570"/>
              <a:ext cx="424180" cy="267335"/>
            </a:xfrm>
            <a:custGeom>
              <a:avLst/>
              <a:gdLst/>
              <a:ahLst/>
              <a:cxnLst/>
              <a:rect l="l" t="t" r="r" b="b"/>
              <a:pathLst>
                <a:path w="424179" h="267335">
                  <a:moveTo>
                    <a:pt x="230600" y="199288"/>
                  </a:moveTo>
                  <a:lnTo>
                    <a:pt x="151879" y="199288"/>
                  </a:lnTo>
                  <a:lnTo>
                    <a:pt x="386803" y="0"/>
                  </a:lnTo>
                  <a:lnTo>
                    <a:pt x="423964" y="34582"/>
                  </a:lnTo>
                  <a:lnTo>
                    <a:pt x="230600" y="199288"/>
                  </a:lnTo>
                  <a:close/>
                </a:path>
                <a:path w="424179" h="267335">
                  <a:moveTo>
                    <a:pt x="150037" y="267220"/>
                  </a:moveTo>
                  <a:lnTo>
                    <a:pt x="0" y="128879"/>
                  </a:lnTo>
                  <a:lnTo>
                    <a:pt x="39001" y="95529"/>
                  </a:lnTo>
                  <a:lnTo>
                    <a:pt x="151879" y="199288"/>
                  </a:lnTo>
                  <a:lnTo>
                    <a:pt x="230600" y="199288"/>
                  </a:lnTo>
                  <a:lnTo>
                    <a:pt x="189509" y="234289"/>
                  </a:lnTo>
                  <a:lnTo>
                    <a:pt x="150037" y="2672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60991" y="4514570"/>
              <a:ext cx="424180" cy="267335"/>
            </a:xfrm>
            <a:custGeom>
              <a:avLst/>
              <a:gdLst/>
              <a:ahLst/>
              <a:cxnLst/>
              <a:rect l="l" t="t" r="r" b="b"/>
              <a:pathLst>
                <a:path w="424179" h="267335">
                  <a:moveTo>
                    <a:pt x="386803" y="0"/>
                  </a:moveTo>
                  <a:lnTo>
                    <a:pt x="386803" y="0"/>
                  </a:lnTo>
                  <a:lnTo>
                    <a:pt x="0" y="128879"/>
                  </a:lnTo>
                  <a:lnTo>
                    <a:pt x="150037" y="267220"/>
                  </a:lnTo>
                  <a:lnTo>
                    <a:pt x="189509" y="234289"/>
                  </a:lnTo>
                  <a:lnTo>
                    <a:pt x="423964" y="34582"/>
                  </a:lnTo>
                  <a:lnTo>
                    <a:pt x="386803" y="0"/>
                  </a:lnTo>
                  <a:close/>
                </a:path>
              </a:pathLst>
            </a:custGeom>
            <a:ln w="42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1009" y="112596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01675" y="1171321"/>
            <a:ext cx="1067308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Proceed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until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following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screen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appears,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indicated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area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("Continue").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1000" y="1126363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3455"/>
            <a:chOff x="0" y="0"/>
            <a:chExt cx="12192000" cy="605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84463" y="4925539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230603" y="197764"/>
                  </a:moveTo>
                  <a:lnTo>
                    <a:pt x="151879" y="197764"/>
                  </a:lnTo>
                  <a:lnTo>
                    <a:pt x="386803" y="0"/>
                  </a:lnTo>
                  <a:lnTo>
                    <a:pt x="423964" y="34328"/>
                  </a:lnTo>
                  <a:lnTo>
                    <a:pt x="230603" y="197764"/>
                  </a:lnTo>
                  <a:close/>
                </a:path>
                <a:path w="424179" h="265429">
                  <a:moveTo>
                    <a:pt x="150037" y="265176"/>
                  </a:moveTo>
                  <a:lnTo>
                    <a:pt x="0" y="127889"/>
                  </a:lnTo>
                  <a:lnTo>
                    <a:pt x="39001" y="94792"/>
                  </a:lnTo>
                  <a:lnTo>
                    <a:pt x="151879" y="197764"/>
                  </a:lnTo>
                  <a:lnTo>
                    <a:pt x="230603" y="197764"/>
                  </a:lnTo>
                  <a:lnTo>
                    <a:pt x="189509" y="232498"/>
                  </a:lnTo>
                  <a:lnTo>
                    <a:pt x="150037" y="2651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884463" y="4925539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386803" y="0"/>
                  </a:moveTo>
                  <a:lnTo>
                    <a:pt x="386803" y="0"/>
                  </a:lnTo>
                  <a:lnTo>
                    <a:pt x="0" y="127889"/>
                  </a:lnTo>
                  <a:lnTo>
                    <a:pt x="150037" y="265176"/>
                  </a:lnTo>
                  <a:lnTo>
                    <a:pt x="189509" y="232498"/>
                  </a:lnTo>
                  <a:lnTo>
                    <a:pt x="423964" y="34328"/>
                  </a:lnTo>
                  <a:lnTo>
                    <a:pt x="386803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596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71321"/>
            <a:ext cx="629856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indicated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("Skip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personalization").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7170" cy="17067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6363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0" y="1700834"/>
            <a:ext cx="8129610" cy="434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1009" y="112596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01675" y="1171321"/>
            <a:ext cx="7846059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Once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registration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is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complete,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following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screen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will</a:t>
            </a:r>
            <a:r>
              <a:rPr dirty="0" sz="2150" spc="-7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appear.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180721" cy="16788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1000" y="1126363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1225" y="6579407"/>
            <a:ext cx="116420" cy="1642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ask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10"/>
              <a:t> question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0" y="1700834"/>
            <a:ext cx="8129610" cy="434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1009" y="1126604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01675" y="1171955"/>
            <a:ext cx="879792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When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access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site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via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link,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following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screen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will</a:t>
            </a:r>
            <a:r>
              <a:rPr dirty="0" sz="2150" spc="-7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appear.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2215" cy="16788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1000" y="112674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1247" y="2462769"/>
            <a:ext cx="10515600" cy="3124835"/>
            <a:chOff x="841247" y="2462769"/>
            <a:chExt cx="10515600" cy="3124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247" y="2822689"/>
              <a:ext cx="5157216" cy="27584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200" y="2816593"/>
              <a:ext cx="5184648" cy="27706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26882" y="2469121"/>
              <a:ext cx="2801620" cy="993775"/>
            </a:xfrm>
            <a:custGeom>
              <a:avLst/>
              <a:gdLst/>
              <a:ahLst/>
              <a:cxnLst/>
              <a:rect l="l" t="t" r="r" b="b"/>
              <a:pathLst>
                <a:path w="2801620" h="993775">
                  <a:moveTo>
                    <a:pt x="2676905" y="745236"/>
                  </a:moveTo>
                  <a:lnTo>
                    <a:pt x="2428493" y="745236"/>
                  </a:lnTo>
                  <a:lnTo>
                    <a:pt x="2411552" y="720547"/>
                  </a:lnTo>
                  <a:lnTo>
                    <a:pt x="2373198" y="672045"/>
                  </a:lnTo>
                  <a:lnTo>
                    <a:pt x="2329027" y="624763"/>
                  </a:lnTo>
                  <a:lnTo>
                    <a:pt x="2279218" y="578739"/>
                  </a:lnTo>
                  <a:lnTo>
                    <a:pt x="2223960" y="534047"/>
                  </a:lnTo>
                  <a:lnTo>
                    <a:pt x="2163432" y="490740"/>
                  </a:lnTo>
                  <a:lnTo>
                    <a:pt x="2131263" y="469620"/>
                  </a:lnTo>
                  <a:lnTo>
                    <a:pt x="2097824" y="448868"/>
                  </a:lnTo>
                  <a:lnTo>
                    <a:pt x="2063178" y="428485"/>
                  </a:lnTo>
                  <a:lnTo>
                    <a:pt x="2027313" y="408482"/>
                  </a:lnTo>
                  <a:lnTo>
                    <a:pt x="1990280" y="388874"/>
                  </a:lnTo>
                  <a:lnTo>
                    <a:pt x="1952091" y="369658"/>
                  </a:lnTo>
                  <a:lnTo>
                    <a:pt x="1912759" y="350837"/>
                  </a:lnTo>
                  <a:lnTo>
                    <a:pt x="1872322" y="332435"/>
                  </a:lnTo>
                  <a:lnTo>
                    <a:pt x="1830806" y="314439"/>
                  </a:lnTo>
                  <a:lnTo>
                    <a:pt x="1788210" y="296875"/>
                  </a:lnTo>
                  <a:lnTo>
                    <a:pt x="1744586" y="279730"/>
                  </a:lnTo>
                  <a:lnTo>
                    <a:pt x="1699933" y="263029"/>
                  </a:lnTo>
                  <a:lnTo>
                    <a:pt x="1654276" y="246773"/>
                  </a:lnTo>
                  <a:lnTo>
                    <a:pt x="1607654" y="230974"/>
                  </a:lnTo>
                  <a:lnTo>
                    <a:pt x="1560093" y="215620"/>
                  </a:lnTo>
                  <a:lnTo>
                    <a:pt x="1511592" y="200736"/>
                  </a:lnTo>
                  <a:lnTo>
                    <a:pt x="1462189" y="186321"/>
                  </a:lnTo>
                  <a:lnTo>
                    <a:pt x="1411897" y="172389"/>
                  </a:lnTo>
                  <a:lnTo>
                    <a:pt x="1360754" y="158940"/>
                  </a:lnTo>
                  <a:lnTo>
                    <a:pt x="1308773" y="145986"/>
                  </a:lnTo>
                  <a:lnTo>
                    <a:pt x="1255979" y="133540"/>
                  </a:lnTo>
                  <a:lnTo>
                    <a:pt x="1202397" y="121589"/>
                  </a:lnTo>
                  <a:lnTo>
                    <a:pt x="1148041" y="110159"/>
                  </a:lnTo>
                  <a:lnTo>
                    <a:pt x="1092949" y="99250"/>
                  </a:lnTo>
                  <a:lnTo>
                    <a:pt x="1037132" y="88861"/>
                  </a:lnTo>
                  <a:lnTo>
                    <a:pt x="980617" y="79019"/>
                  </a:lnTo>
                  <a:lnTo>
                    <a:pt x="923416" y="69710"/>
                  </a:lnTo>
                  <a:lnTo>
                    <a:pt x="865568" y="60960"/>
                  </a:lnTo>
                  <a:lnTo>
                    <a:pt x="807097" y="52755"/>
                  </a:lnTo>
                  <a:lnTo>
                    <a:pt x="748017" y="45123"/>
                  </a:lnTo>
                  <a:lnTo>
                    <a:pt x="688352" y="38061"/>
                  </a:lnTo>
                  <a:lnTo>
                    <a:pt x="628116" y="31572"/>
                  </a:lnTo>
                  <a:lnTo>
                    <a:pt x="567347" y="25666"/>
                  </a:lnTo>
                  <a:lnTo>
                    <a:pt x="506069" y="20358"/>
                  </a:lnTo>
                  <a:lnTo>
                    <a:pt x="444296" y="15646"/>
                  </a:lnTo>
                  <a:lnTo>
                    <a:pt x="382054" y="11531"/>
                  </a:lnTo>
                  <a:lnTo>
                    <a:pt x="319354" y="8039"/>
                  </a:lnTo>
                  <a:lnTo>
                    <a:pt x="256247" y="5168"/>
                  </a:lnTo>
                  <a:lnTo>
                    <a:pt x="128828" y="1295"/>
                  </a:lnTo>
                  <a:lnTo>
                    <a:pt x="0" y="0"/>
                  </a:lnTo>
                  <a:lnTo>
                    <a:pt x="248411" y="0"/>
                  </a:lnTo>
                  <a:lnTo>
                    <a:pt x="377240" y="1295"/>
                  </a:lnTo>
                  <a:lnTo>
                    <a:pt x="504659" y="5168"/>
                  </a:lnTo>
                  <a:lnTo>
                    <a:pt x="567766" y="8039"/>
                  </a:lnTo>
                  <a:lnTo>
                    <a:pt x="630466" y="11531"/>
                  </a:lnTo>
                  <a:lnTo>
                    <a:pt x="692708" y="15646"/>
                  </a:lnTo>
                  <a:lnTo>
                    <a:pt x="754481" y="20358"/>
                  </a:lnTo>
                  <a:lnTo>
                    <a:pt x="815759" y="25666"/>
                  </a:lnTo>
                  <a:lnTo>
                    <a:pt x="876528" y="31572"/>
                  </a:lnTo>
                  <a:lnTo>
                    <a:pt x="936764" y="38061"/>
                  </a:lnTo>
                  <a:lnTo>
                    <a:pt x="996429" y="45123"/>
                  </a:lnTo>
                  <a:lnTo>
                    <a:pt x="1055509" y="52755"/>
                  </a:lnTo>
                  <a:lnTo>
                    <a:pt x="1113980" y="60960"/>
                  </a:lnTo>
                  <a:lnTo>
                    <a:pt x="1171828" y="69710"/>
                  </a:lnTo>
                  <a:lnTo>
                    <a:pt x="1229029" y="79019"/>
                  </a:lnTo>
                  <a:lnTo>
                    <a:pt x="1285544" y="88861"/>
                  </a:lnTo>
                  <a:lnTo>
                    <a:pt x="1341361" y="99250"/>
                  </a:lnTo>
                  <a:lnTo>
                    <a:pt x="1396453" y="110159"/>
                  </a:lnTo>
                  <a:lnTo>
                    <a:pt x="1450809" y="121589"/>
                  </a:lnTo>
                  <a:lnTo>
                    <a:pt x="1504391" y="133540"/>
                  </a:lnTo>
                  <a:lnTo>
                    <a:pt x="1557185" y="145986"/>
                  </a:lnTo>
                  <a:lnTo>
                    <a:pt x="1609166" y="158940"/>
                  </a:lnTo>
                  <a:lnTo>
                    <a:pt x="1660309" y="172389"/>
                  </a:lnTo>
                  <a:lnTo>
                    <a:pt x="1710601" y="186321"/>
                  </a:lnTo>
                  <a:lnTo>
                    <a:pt x="1760004" y="200736"/>
                  </a:lnTo>
                  <a:lnTo>
                    <a:pt x="1808505" y="215620"/>
                  </a:lnTo>
                  <a:lnTo>
                    <a:pt x="1856066" y="230974"/>
                  </a:lnTo>
                  <a:lnTo>
                    <a:pt x="1902688" y="246773"/>
                  </a:lnTo>
                  <a:lnTo>
                    <a:pt x="1948345" y="263029"/>
                  </a:lnTo>
                  <a:lnTo>
                    <a:pt x="1992998" y="279730"/>
                  </a:lnTo>
                  <a:lnTo>
                    <a:pt x="2036622" y="296875"/>
                  </a:lnTo>
                  <a:lnTo>
                    <a:pt x="2079218" y="314439"/>
                  </a:lnTo>
                  <a:lnTo>
                    <a:pt x="2120734" y="332435"/>
                  </a:lnTo>
                  <a:lnTo>
                    <a:pt x="2161171" y="350837"/>
                  </a:lnTo>
                  <a:lnTo>
                    <a:pt x="2200503" y="369658"/>
                  </a:lnTo>
                  <a:lnTo>
                    <a:pt x="2238692" y="388874"/>
                  </a:lnTo>
                  <a:lnTo>
                    <a:pt x="2275725" y="408482"/>
                  </a:lnTo>
                  <a:lnTo>
                    <a:pt x="2311590" y="428485"/>
                  </a:lnTo>
                  <a:lnTo>
                    <a:pt x="2346236" y="448868"/>
                  </a:lnTo>
                  <a:lnTo>
                    <a:pt x="2379675" y="469620"/>
                  </a:lnTo>
                  <a:lnTo>
                    <a:pt x="2411844" y="490740"/>
                  </a:lnTo>
                  <a:lnTo>
                    <a:pt x="2472372" y="534047"/>
                  </a:lnTo>
                  <a:lnTo>
                    <a:pt x="2527630" y="578739"/>
                  </a:lnTo>
                  <a:lnTo>
                    <a:pt x="2577439" y="624763"/>
                  </a:lnTo>
                  <a:lnTo>
                    <a:pt x="2621610" y="672045"/>
                  </a:lnTo>
                  <a:lnTo>
                    <a:pt x="2659964" y="720547"/>
                  </a:lnTo>
                  <a:lnTo>
                    <a:pt x="2676905" y="745236"/>
                  </a:lnTo>
                  <a:close/>
                </a:path>
                <a:path w="2801620" h="993775">
                  <a:moveTo>
                    <a:pt x="2632328" y="993647"/>
                  </a:moveTo>
                  <a:lnTo>
                    <a:pt x="2304287" y="745236"/>
                  </a:lnTo>
                  <a:lnTo>
                    <a:pt x="2801111" y="745236"/>
                  </a:lnTo>
                  <a:lnTo>
                    <a:pt x="2632328" y="99364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318758" y="2469121"/>
              <a:ext cx="2632710" cy="993775"/>
            </a:xfrm>
            <a:custGeom>
              <a:avLst/>
              <a:gdLst/>
              <a:ahLst/>
              <a:cxnLst/>
              <a:rect l="l" t="t" r="r" b="b"/>
              <a:pathLst>
                <a:path w="2632709" h="993775">
                  <a:moveTo>
                    <a:pt x="248412" y="993647"/>
                  </a:moveTo>
                  <a:lnTo>
                    <a:pt x="0" y="993647"/>
                  </a:lnTo>
                  <a:lnTo>
                    <a:pt x="876" y="967181"/>
                  </a:lnTo>
                  <a:lnTo>
                    <a:pt x="7785" y="914755"/>
                  </a:lnTo>
                  <a:lnTo>
                    <a:pt x="21462" y="863091"/>
                  </a:lnTo>
                  <a:lnTo>
                    <a:pt x="41706" y="812241"/>
                  </a:lnTo>
                  <a:lnTo>
                    <a:pt x="68351" y="762279"/>
                  </a:lnTo>
                  <a:lnTo>
                    <a:pt x="101231" y="713270"/>
                  </a:lnTo>
                  <a:lnTo>
                    <a:pt x="140169" y="665302"/>
                  </a:lnTo>
                  <a:lnTo>
                    <a:pt x="185000" y="618413"/>
                  </a:lnTo>
                  <a:lnTo>
                    <a:pt x="235534" y="572706"/>
                  </a:lnTo>
                  <a:lnTo>
                    <a:pt x="291604" y="528218"/>
                  </a:lnTo>
                  <a:lnTo>
                    <a:pt x="353034" y="485038"/>
                  </a:lnTo>
                  <a:lnTo>
                    <a:pt x="385711" y="463956"/>
                  </a:lnTo>
                  <a:lnTo>
                    <a:pt x="419671" y="443217"/>
                  </a:lnTo>
                  <a:lnTo>
                    <a:pt x="454875" y="422846"/>
                  </a:lnTo>
                  <a:lnTo>
                    <a:pt x="491312" y="402844"/>
                  </a:lnTo>
                  <a:lnTo>
                    <a:pt x="528955" y="383222"/>
                  </a:lnTo>
                  <a:lnTo>
                    <a:pt x="567804" y="363982"/>
                  </a:lnTo>
                  <a:lnTo>
                    <a:pt x="607809" y="345135"/>
                  </a:lnTo>
                  <a:lnTo>
                    <a:pt x="648957" y="326682"/>
                  </a:lnTo>
                  <a:lnTo>
                    <a:pt x="691235" y="308648"/>
                  </a:lnTo>
                  <a:lnTo>
                    <a:pt x="734618" y="291033"/>
                  </a:lnTo>
                  <a:lnTo>
                    <a:pt x="779081" y="273850"/>
                  </a:lnTo>
                  <a:lnTo>
                    <a:pt x="824598" y="257098"/>
                  </a:lnTo>
                  <a:lnTo>
                    <a:pt x="871156" y="240792"/>
                  </a:lnTo>
                  <a:lnTo>
                    <a:pt x="918730" y="224942"/>
                  </a:lnTo>
                  <a:lnTo>
                    <a:pt x="967295" y="209562"/>
                  </a:lnTo>
                  <a:lnTo>
                    <a:pt x="1016838" y="194640"/>
                  </a:lnTo>
                  <a:lnTo>
                    <a:pt x="1067333" y="180213"/>
                  </a:lnTo>
                  <a:lnTo>
                    <a:pt x="1118755" y="166255"/>
                  </a:lnTo>
                  <a:lnTo>
                    <a:pt x="1171079" y="152806"/>
                  </a:lnTo>
                  <a:lnTo>
                    <a:pt x="1224292" y="139865"/>
                  </a:lnTo>
                  <a:lnTo>
                    <a:pt x="1278382" y="127431"/>
                  </a:lnTo>
                  <a:lnTo>
                    <a:pt x="1333296" y="115531"/>
                  </a:lnTo>
                  <a:lnTo>
                    <a:pt x="1389049" y="104152"/>
                  </a:lnTo>
                  <a:lnTo>
                    <a:pt x="1445590" y="93306"/>
                  </a:lnTo>
                  <a:lnTo>
                    <a:pt x="1502905" y="83019"/>
                  </a:lnTo>
                  <a:lnTo>
                    <a:pt x="1560982" y="73291"/>
                  </a:lnTo>
                  <a:lnTo>
                    <a:pt x="1619796" y="64122"/>
                  </a:lnTo>
                  <a:lnTo>
                    <a:pt x="1679321" y="55537"/>
                  </a:lnTo>
                  <a:lnTo>
                    <a:pt x="1739531" y="47523"/>
                  </a:lnTo>
                  <a:lnTo>
                    <a:pt x="1800415" y="40106"/>
                  </a:lnTo>
                  <a:lnTo>
                    <a:pt x="1861947" y="33286"/>
                  </a:lnTo>
                  <a:lnTo>
                    <a:pt x="1924100" y="27076"/>
                  </a:lnTo>
                  <a:lnTo>
                    <a:pt x="1986864" y="21488"/>
                  </a:lnTo>
                  <a:lnTo>
                    <a:pt x="2050211" y="16522"/>
                  </a:lnTo>
                  <a:lnTo>
                    <a:pt x="2114782" y="12153"/>
                  </a:lnTo>
                  <a:lnTo>
                    <a:pt x="2180121" y="8407"/>
                  </a:lnTo>
                  <a:lnTo>
                    <a:pt x="2180473" y="8407"/>
                  </a:lnTo>
                  <a:lnTo>
                    <a:pt x="2243531" y="5461"/>
                  </a:lnTo>
                  <a:lnTo>
                    <a:pt x="2308987" y="3086"/>
                  </a:lnTo>
                  <a:lnTo>
                    <a:pt x="2378832" y="1270"/>
                  </a:lnTo>
                  <a:lnTo>
                    <a:pt x="2381481" y="1270"/>
                  </a:lnTo>
                  <a:lnTo>
                    <a:pt x="2443766" y="304"/>
                  </a:lnTo>
                  <a:lnTo>
                    <a:pt x="2508123" y="0"/>
                  </a:lnTo>
                  <a:lnTo>
                    <a:pt x="2570226" y="304"/>
                  </a:lnTo>
                  <a:lnTo>
                    <a:pt x="2632329" y="1270"/>
                  </a:lnTo>
                  <a:lnTo>
                    <a:pt x="2564688" y="2946"/>
                  </a:lnTo>
                  <a:lnTo>
                    <a:pt x="2497556" y="5334"/>
                  </a:lnTo>
                  <a:lnTo>
                    <a:pt x="2430970" y="8407"/>
                  </a:lnTo>
                  <a:lnTo>
                    <a:pt x="2364943" y="12153"/>
                  </a:lnTo>
                  <a:lnTo>
                    <a:pt x="2300239" y="16522"/>
                  </a:lnTo>
                  <a:lnTo>
                    <a:pt x="2234653" y="21653"/>
                  </a:lnTo>
                  <a:lnTo>
                    <a:pt x="2170442" y="27381"/>
                  </a:lnTo>
                  <a:lnTo>
                    <a:pt x="2106879" y="33756"/>
                  </a:lnTo>
                  <a:lnTo>
                    <a:pt x="2043988" y="40767"/>
                  </a:lnTo>
                  <a:lnTo>
                    <a:pt x="1981784" y="48399"/>
                  </a:lnTo>
                  <a:lnTo>
                    <a:pt x="1920303" y="56642"/>
                  </a:lnTo>
                  <a:lnTo>
                    <a:pt x="1859572" y="65506"/>
                  </a:lnTo>
                  <a:lnTo>
                    <a:pt x="1799590" y="74955"/>
                  </a:lnTo>
                  <a:lnTo>
                    <a:pt x="1740395" y="84988"/>
                  </a:lnTo>
                  <a:lnTo>
                    <a:pt x="1682000" y="95592"/>
                  </a:lnTo>
                  <a:lnTo>
                    <a:pt x="1624444" y="106781"/>
                  </a:lnTo>
                  <a:lnTo>
                    <a:pt x="1567726" y="118516"/>
                  </a:lnTo>
                  <a:lnTo>
                    <a:pt x="1511884" y="130810"/>
                  </a:lnTo>
                  <a:lnTo>
                    <a:pt x="1456944" y="143649"/>
                  </a:lnTo>
                  <a:lnTo>
                    <a:pt x="1402918" y="157010"/>
                  </a:lnTo>
                  <a:lnTo>
                    <a:pt x="1349819" y="170891"/>
                  </a:lnTo>
                  <a:lnTo>
                    <a:pt x="1297698" y="185293"/>
                  </a:lnTo>
                  <a:lnTo>
                    <a:pt x="1246555" y="200190"/>
                  </a:lnTo>
                  <a:lnTo>
                    <a:pt x="1196416" y="215582"/>
                  </a:lnTo>
                  <a:lnTo>
                    <a:pt x="1147305" y="231457"/>
                  </a:lnTo>
                  <a:lnTo>
                    <a:pt x="1099248" y="247815"/>
                  </a:lnTo>
                  <a:lnTo>
                    <a:pt x="1052271" y="264642"/>
                  </a:lnTo>
                  <a:lnTo>
                    <a:pt x="1006373" y="281914"/>
                  </a:lnTo>
                  <a:lnTo>
                    <a:pt x="961605" y="299643"/>
                  </a:lnTo>
                  <a:lnTo>
                    <a:pt x="917968" y="317804"/>
                  </a:lnTo>
                  <a:lnTo>
                    <a:pt x="875499" y="336410"/>
                  </a:lnTo>
                  <a:lnTo>
                    <a:pt x="834212" y="355422"/>
                  </a:lnTo>
                  <a:lnTo>
                    <a:pt x="794131" y="374840"/>
                  </a:lnTo>
                  <a:lnTo>
                    <a:pt x="755281" y="394665"/>
                  </a:lnTo>
                  <a:lnTo>
                    <a:pt x="717677" y="414883"/>
                  </a:lnTo>
                  <a:lnTo>
                    <a:pt x="681342" y="435483"/>
                  </a:lnTo>
                  <a:lnTo>
                    <a:pt x="646315" y="456463"/>
                  </a:lnTo>
                  <a:lnTo>
                    <a:pt x="612597" y="477799"/>
                  </a:lnTo>
                  <a:lnTo>
                    <a:pt x="580224" y="499491"/>
                  </a:lnTo>
                  <a:lnTo>
                    <a:pt x="519582" y="543915"/>
                  </a:lnTo>
                  <a:lnTo>
                    <a:pt x="464578" y="589635"/>
                  </a:lnTo>
                  <a:lnTo>
                    <a:pt x="415366" y="636600"/>
                  </a:lnTo>
                  <a:lnTo>
                    <a:pt x="372135" y="684720"/>
                  </a:lnTo>
                  <a:lnTo>
                    <a:pt x="335076" y="733920"/>
                  </a:lnTo>
                  <a:lnTo>
                    <a:pt x="304355" y="784136"/>
                  </a:lnTo>
                  <a:lnTo>
                    <a:pt x="280149" y="835291"/>
                  </a:lnTo>
                  <a:lnTo>
                    <a:pt x="262636" y="887310"/>
                  </a:lnTo>
                  <a:lnTo>
                    <a:pt x="251993" y="940130"/>
                  </a:lnTo>
                  <a:lnTo>
                    <a:pt x="249313" y="966800"/>
                  </a:lnTo>
                  <a:lnTo>
                    <a:pt x="248412" y="993647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318759" y="2469119"/>
              <a:ext cx="5309235" cy="993775"/>
            </a:xfrm>
            <a:custGeom>
              <a:avLst/>
              <a:gdLst/>
              <a:ahLst/>
              <a:cxnLst/>
              <a:rect l="l" t="t" r="r" b="b"/>
              <a:pathLst>
                <a:path w="5309234" h="993775">
                  <a:moveTo>
                    <a:pt x="2632329" y="1270"/>
                  </a:moveTo>
                  <a:lnTo>
                    <a:pt x="2632329" y="1270"/>
                  </a:lnTo>
                  <a:lnTo>
                    <a:pt x="248411" y="993648"/>
                  </a:lnTo>
                  <a:lnTo>
                    <a:pt x="0" y="993648"/>
                  </a:lnTo>
                  <a:lnTo>
                    <a:pt x="0" y="993648"/>
                  </a:lnTo>
                  <a:lnTo>
                    <a:pt x="3479" y="940879"/>
                  </a:lnTo>
                  <a:lnTo>
                    <a:pt x="13792" y="888822"/>
                  </a:lnTo>
                  <a:lnTo>
                    <a:pt x="30772" y="837552"/>
                  </a:lnTo>
                  <a:lnTo>
                    <a:pt x="54241" y="787146"/>
                  </a:lnTo>
                  <a:lnTo>
                    <a:pt x="84023" y="737654"/>
                  </a:lnTo>
                  <a:lnTo>
                    <a:pt x="119964" y="689152"/>
                  </a:lnTo>
                  <a:lnTo>
                    <a:pt x="161861" y="641718"/>
                  </a:lnTo>
                  <a:lnTo>
                    <a:pt x="209562" y="595414"/>
                  </a:lnTo>
                  <a:lnTo>
                    <a:pt x="262889" y="550303"/>
                  </a:lnTo>
                  <a:lnTo>
                    <a:pt x="321665" y="506463"/>
                  </a:lnTo>
                  <a:lnTo>
                    <a:pt x="385711" y="463956"/>
                  </a:lnTo>
                  <a:lnTo>
                    <a:pt x="419658" y="443217"/>
                  </a:lnTo>
                  <a:lnTo>
                    <a:pt x="454875" y="422846"/>
                  </a:lnTo>
                  <a:lnTo>
                    <a:pt x="491312" y="402844"/>
                  </a:lnTo>
                  <a:lnTo>
                    <a:pt x="528954" y="383222"/>
                  </a:lnTo>
                  <a:lnTo>
                    <a:pt x="567804" y="363982"/>
                  </a:lnTo>
                  <a:lnTo>
                    <a:pt x="607809" y="345135"/>
                  </a:lnTo>
                  <a:lnTo>
                    <a:pt x="648957" y="326682"/>
                  </a:lnTo>
                  <a:lnTo>
                    <a:pt x="691235" y="308648"/>
                  </a:lnTo>
                  <a:lnTo>
                    <a:pt x="734618" y="291033"/>
                  </a:lnTo>
                  <a:lnTo>
                    <a:pt x="779081" y="273850"/>
                  </a:lnTo>
                  <a:lnTo>
                    <a:pt x="824598" y="257098"/>
                  </a:lnTo>
                  <a:lnTo>
                    <a:pt x="871156" y="240792"/>
                  </a:lnTo>
                  <a:lnTo>
                    <a:pt x="918730" y="224942"/>
                  </a:lnTo>
                  <a:lnTo>
                    <a:pt x="967295" y="209562"/>
                  </a:lnTo>
                  <a:lnTo>
                    <a:pt x="1016838" y="194640"/>
                  </a:lnTo>
                  <a:lnTo>
                    <a:pt x="1067333" y="180213"/>
                  </a:lnTo>
                  <a:lnTo>
                    <a:pt x="1118755" y="166255"/>
                  </a:lnTo>
                  <a:lnTo>
                    <a:pt x="1171079" y="152806"/>
                  </a:lnTo>
                  <a:lnTo>
                    <a:pt x="1224292" y="139865"/>
                  </a:lnTo>
                  <a:lnTo>
                    <a:pt x="1278381" y="127431"/>
                  </a:lnTo>
                  <a:lnTo>
                    <a:pt x="1333296" y="115531"/>
                  </a:lnTo>
                  <a:lnTo>
                    <a:pt x="1389037" y="104152"/>
                  </a:lnTo>
                  <a:lnTo>
                    <a:pt x="1445590" y="93306"/>
                  </a:lnTo>
                  <a:lnTo>
                    <a:pt x="1502905" y="83019"/>
                  </a:lnTo>
                  <a:lnTo>
                    <a:pt x="1560982" y="73291"/>
                  </a:lnTo>
                  <a:lnTo>
                    <a:pt x="1619796" y="64122"/>
                  </a:lnTo>
                  <a:lnTo>
                    <a:pt x="1679320" y="55537"/>
                  </a:lnTo>
                  <a:lnTo>
                    <a:pt x="1739531" y="47523"/>
                  </a:lnTo>
                  <a:lnTo>
                    <a:pt x="1800415" y="40106"/>
                  </a:lnTo>
                  <a:lnTo>
                    <a:pt x="1861946" y="33286"/>
                  </a:lnTo>
                  <a:lnTo>
                    <a:pt x="1924100" y="27076"/>
                  </a:lnTo>
                  <a:lnTo>
                    <a:pt x="1986864" y="21488"/>
                  </a:lnTo>
                  <a:lnTo>
                    <a:pt x="2050211" y="16522"/>
                  </a:lnTo>
                  <a:lnTo>
                    <a:pt x="2114118" y="12192"/>
                  </a:lnTo>
                  <a:lnTo>
                    <a:pt x="2178558" y="8496"/>
                  </a:lnTo>
                  <a:lnTo>
                    <a:pt x="2243531" y="5461"/>
                  </a:lnTo>
                  <a:lnTo>
                    <a:pt x="2308986" y="3086"/>
                  </a:lnTo>
                  <a:lnTo>
                    <a:pt x="2374925" y="1384"/>
                  </a:lnTo>
                  <a:lnTo>
                    <a:pt x="2441308" y="342"/>
                  </a:lnTo>
                  <a:lnTo>
                    <a:pt x="2508122" y="0"/>
                  </a:lnTo>
                  <a:lnTo>
                    <a:pt x="2756535" y="0"/>
                  </a:lnTo>
                  <a:lnTo>
                    <a:pt x="2756535" y="0"/>
                  </a:lnTo>
                  <a:lnTo>
                    <a:pt x="2821114" y="330"/>
                  </a:lnTo>
                  <a:lnTo>
                    <a:pt x="2885363" y="1295"/>
                  </a:lnTo>
                  <a:lnTo>
                    <a:pt x="2949257" y="2921"/>
                  </a:lnTo>
                  <a:lnTo>
                    <a:pt x="3012782" y="5168"/>
                  </a:lnTo>
                  <a:lnTo>
                    <a:pt x="3075889" y="8039"/>
                  </a:lnTo>
                  <a:lnTo>
                    <a:pt x="3138589" y="11531"/>
                  </a:lnTo>
                  <a:lnTo>
                    <a:pt x="3200831" y="15646"/>
                  </a:lnTo>
                  <a:lnTo>
                    <a:pt x="3262604" y="20358"/>
                  </a:lnTo>
                  <a:lnTo>
                    <a:pt x="3323882" y="25666"/>
                  </a:lnTo>
                  <a:lnTo>
                    <a:pt x="3384651" y="31572"/>
                  </a:lnTo>
                  <a:lnTo>
                    <a:pt x="3444887" y="38061"/>
                  </a:lnTo>
                  <a:lnTo>
                    <a:pt x="3504552" y="45123"/>
                  </a:lnTo>
                  <a:lnTo>
                    <a:pt x="3563632" y="52755"/>
                  </a:lnTo>
                  <a:lnTo>
                    <a:pt x="3622103" y="60960"/>
                  </a:lnTo>
                  <a:lnTo>
                    <a:pt x="3679952" y="69710"/>
                  </a:lnTo>
                  <a:lnTo>
                    <a:pt x="3737152" y="79019"/>
                  </a:lnTo>
                  <a:lnTo>
                    <a:pt x="3793667" y="88861"/>
                  </a:lnTo>
                  <a:lnTo>
                    <a:pt x="3849484" y="99250"/>
                  </a:lnTo>
                  <a:lnTo>
                    <a:pt x="3904576" y="110159"/>
                  </a:lnTo>
                  <a:lnTo>
                    <a:pt x="3958932" y="121589"/>
                  </a:lnTo>
                  <a:lnTo>
                    <a:pt x="4012514" y="133540"/>
                  </a:lnTo>
                  <a:lnTo>
                    <a:pt x="4065308" y="145999"/>
                  </a:lnTo>
                  <a:lnTo>
                    <a:pt x="4117289" y="158953"/>
                  </a:lnTo>
                  <a:lnTo>
                    <a:pt x="4168432" y="172389"/>
                  </a:lnTo>
                  <a:lnTo>
                    <a:pt x="4218724" y="186321"/>
                  </a:lnTo>
                  <a:lnTo>
                    <a:pt x="4268127" y="200736"/>
                  </a:lnTo>
                  <a:lnTo>
                    <a:pt x="4316628" y="215620"/>
                  </a:lnTo>
                  <a:lnTo>
                    <a:pt x="4364189" y="230974"/>
                  </a:lnTo>
                  <a:lnTo>
                    <a:pt x="4410811" y="246773"/>
                  </a:lnTo>
                  <a:lnTo>
                    <a:pt x="4456468" y="263029"/>
                  </a:lnTo>
                  <a:lnTo>
                    <a:pt x="4501121" y="279742"/>
                  </a:lnTo>
                  <a:lnTo>
                    <a:pt x="4544745" y="296875"/>
                  </a:lnTo>
                  <a:lnTo>
                    <a:pt x="4587341" y="314439"/>
                  </a:lnTo>
                  <a:lnTo>
                    <a:pt x="4628857" y="332435"/>
                  </a:lnTo>
                  <a:lnTo>
                    <a:pt x="4669294" y="350837"/>
                  </a:lnTo>
                  <a:lnTo>
                    <a:pt x="4708626" y="369658"/>
                  </a:lnTo>
                  <a:lnTo>
                    <a:pt x="4746815" y="388874"/>
                  </a:lnTo>
                  <a:lnTo>
                    <a:pt x="4783848" y="408482"/>
                  </a:lnTo>
                  <a:lnTo>
                    <a:pt x="4819713" y="428485"/>
                  </a:lnTo>
                  <a:lnTo>
                    <a:pt x="4854359" y="448868"/>
                  </a:lnTo>
                  <a:lnTo>
                    <a:pt x="4887798" y="469620"/>
                  </a:lnTo>
                  <a:lnTo>
                    <a:pt x="4919967" y="490740"/>
                  </a:lnTo>
                  <a:lnTo>
                    <a:pt x="4980495" y="534047"/>
                  </a:lnTo>
                  <a:lnTo>
                    <a:pt x="5035753" y="578739"/>
                  </a:lnTo>
                  <a:lnTo>
                    <a:pt x="5085562" y="624763"/>
                  </a:lnTo>
                  <a:lnTo>
                    <a:pt x="5129733" y="672045"/>
                  </a:lnTo>
                  <a:lnTo>
                    <a:pt x="5168087" y="720547"/>
                  </a:lnTo>
                  <a:lnTo>
                    <a:pt x="5185029" y="745236"/>
                  </a:lnTo>
                  <a:lnTo>
                    <a:pt x="5309234" y="745236"/>
                  </a:lnTo>
                  <a:lnTo>
                    <a:pt x="5140452" y="993648"/>
                  </a:lnTo>
                  <a:lnTo>
                    <a:pt x="5140452" y="993648"/>
                  </a:lnTo>
                  <a:lnTo>
                    <a:pt x="4812410" y="745236"/>
                  </a:lnTo>
                  <a:lnTo>
                    <a:pt x="4936617" y="745236"/>
                  </a:lnTo>
                  <a:lnTo>
                    <a:pt x="2508122" y="0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61009" y="1126604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01675" y="1171955"/>
            <a:ext cx="959485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6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will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notice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that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'New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discussion'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button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has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appeared,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unlike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before.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53418" y="6577355"/>
            <a:ext cx="210311" cy="17067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81000" y="1126744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3455"/>
            <a:chOff x="0" y="0"/>
            <a:chExt cx="12192000" cy="605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16703" y="4916396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232168" y="197764"/>
                  </a:moveTo>
                  <a:lnTo>
                    <a:pt x="152908" y="197764"/>
                  </a:lnTo>
                  <a:lnTo>
                    <a:pt x="389445" y="0"/>
                  </a:lnTo>
                  <a:lnTo>
                    <a:pt x="426859" y="34328"/>
                  </a:lnTo>
                  <a:lnTo>
                    <a:pt x="232168" y="197764"/>
                  </a:lnTo>
                  <a:close/>
                </a:path>
                <a:path w="427354" h="265429">
                  <a:moveTo>
                    <a:pt x="151066" y="265175"/>
                  </a:moveTo>
                  <a:lnTo>
                    <a:pt x="0" y="127888"/>
                  </a:lnTo>
                  <a:lnTo>
                    <a:pt x="39268" y="94792"/>
                  </a:lnTo>
                  <a:lnTo>
                    <a:pt x="152908" y="197764"/>
                  </a:lnTo>
                  <a:lnTo>
                    <a:pt x="232168" y="197764"/>
                  </a:lnTo>
                  <a:lnTo>
                    <a:pt x="190792" y="232498"/>
                  </a:lnTo>
                  <a:lnTo>
                    <a:pt x="151066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16703" y="4916396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389445" y="0"/>
                  </a:moveTo>
                  <a:lnTo>
                    <a:pt x="389445" y="0"/>
                  </a:lnTo>
                  <a:lnTo>
                    <a:pt x="0" y="127888"/>
                  </a:lnTo>
                  <a:lnTo>
                    <a:pt x="151066" y="265175"/>
                  </a:lnTo>
                  <a:lnTo>
                    <a:pt x="190792" y="232498"/>
                  </a:lnTo>
                  <a:lnTo>
                    <a:pt x="426859" y="34328"/>
                  </a:lnTo>
                  <a:lnTo>
                    <a:pt x="389445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596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71321"/>
            <a:ext cx="696468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Navigate</a:t>
            </a:r>
            <a:r>
              <a:rPr dirty="0" sz="2150" spc="-7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category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appropriate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for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your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question.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9201" cy="16788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6363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3455"/>
            <a:chOff x="0" y="0"/>
            <a:chExt cx="12192000" cy="605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518015" y="3371059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232168" y="197764"/>
                  </a:moveTo>
                  <a:lnTo>
                    <a:pt x="152907" y="197764"/>
                  </a:lnTo>
                  <a:lnTo>
                    <a:pt x="389445" y="0"/>
                  </a:lnTo>
                  <a:lnTo>
                    <a:pt x="426859" y="34328"/>
                  </a:lnTo>
                  <a:lnTo>
                    <a:pt x="232168" y="197764"/>
                  </a:lnTo>
                  <a:close/>
                </a:path>
                <a:path w="427354" h="265429">
                  <a:moveTo>
                    <a:pt x="151066" y="265176"/>
                  </a:moveTo>
                  <a:lnTo>
                    <a:pt x="0" y="127889"/>
                  </a:lnTo>
                  <a:lnTo>
                    <a:pt x="39268" y="94792"/>
                  </a:lnTo>
                  <a:lnTo>
                    <a:pt x="152907" y="197764"/>
                  </a:lnTo>
                  <a:lnTo>
                    <a:pt x="232168" y="197764"/>
                  </a:lnTo>
                  <a:lnTo>
                    <a:pt x="190792" y="232498"/>
                  </a:lnTo>
                  <a:lnTo>
                    <a:pt x="151066" y="2651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18015" y="3371059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389445" y="0"/>
                  </a:moveTo>
                  <a:lnTo>
                    <a:pt x="389445" y="0"/>
                  </a:lnTo>
                  <a:lnTo>
                    <a:pt x="0" y="127889"/>
                  </a:lnTo>
                  <a:lnTo>
                    <a:pt x="151066" y="265176"/>
                  </a:lnTo>
                  <a:lnTo>
                    <a:pt x="190792" y="232498"/>
                  </a:lnTo>
                  <a:lnTo>
                    <a:pt x="426859" y="34328"/>
                  </a:lnTo>
                  <a:lnTo>
                    <a:pt x="389445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596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71321"/>
            <a:ext cx="641604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8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on</a:t>
            </a:r>
            <a:r>
              <a:rPr dirty="0" sz="2150" spc="-7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6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("New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discussion").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0692" cy="17067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6363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3455"/>
            <a:chOff x="0" y="0"/>
            <a:chExt cx="12192000" cy="605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700834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82991" y="4934682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232168" y="197764"/>
                  </a:moveTo>
                  <a:lnTo>
                    <a:pt x="152907" y="197764"/>
                  </a:lnTo>
                  <a:lnTo>
                    <a:pt x="389445" y="0"/>
                  </a:lnTo>
                  <a:lnTo>
                    <a:pt x="426859" y="34328"/>
                  </a:lnTo>
                  <a:lnTo>
                    <a:pt x="232168" y="197764"/>
                  </a:lnTo>
                  <a:close/>
                </a:path>
                <a:path w="427354" h="265429">
                  <a:moveTo>
                    <a:pt x="151066" y="265175"/>
                  </a:moveTo>
                  <a:lnTo>
                    <a:pt x="0" y="127888"/>
                  </a:lnTo>
                  <a:lnTo>
                    <a:pt x="39268" y="94792"/>
                  </a:lnTo>
                  <a:lnTo>
                    <a:pt x="152907" y="197764"/>
                  </a:lnTo>
                  <a:lnTo>
                    <a:pt x="232168" y="197764"/>
                  </a:lnTo>
                  <a:lnTo>
                    <a:pt x="190792" y="232498"/>
                  </a:lnTo>
                  <a:lnTo>
                    <a:pt x="151066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182991" y="4934682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389445" y="0"/>
                  </a:moveTo>
                  <a:lnTo>
                    <a:pt x="389445" y="0"/>
                  </a:lnTo>
                  <a:lnTo>
                    <a:pt x="0" y="127888"/>
                  </a:lnTo>
                  <a:lnTo>
                    <a:pt x="151066" y="265175"/>
                  </a:lnTo>
                  <a:lnTo>
                    <a:pt x="190792" y="232498"/>
                  </a:lnTo>
                  <a:lnTo>
                    <a:pt x="426859" y="34328"/>
                  </a:lnTo>
                  <a:lnTo>
                    <a:pt x="389445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596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71321"/>
            <a:ext cx="947610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After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writing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your</a:t>
            </a:r>
            <a:r>
              <a:rPr dirty="0" sz="2150" spc="-8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question,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7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("Start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discussion").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7424" cy="17067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6363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850" y="6579406"/>
            <a:ext cx="91313" cy="1670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2273" y="1170702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5999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37583" y="2666923"/>
            <a:ext cx="6464935" cy="2342515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378460" marR="5080" indent="-366395">
              <a:lnSpc>
                <a:spcPts val="8640"/>
              </a:lnSpc>
              <a:spcBef>
                <a:spcPts val="1160"/>
              </a:spcBef>
            </a:pPr>
            <a:r>
              <a:rPr dirty="0"/>
              <a:t>How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 spc="-10"/>
              <a:t>submit assignments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0280"/>
            <a:chOff x="0" y="0"/>
            <a:chExt cx="12192000" cy="6050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697659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21047" y="3609187"/>
              <a:ext cx="427355" cy="267335"/>
            </a:xfrm>
            <a:custGeom>
              <a:avLst/>
              <a:gdLst/>
              <a:ahLst/>
              <a:cxnLst/>
              <a:rect l="l" t="t" r="r" b="b"/>
              <a:pathLst>
                <a:path w="427354" h="267335">
                  <a:moveTo>
                    <a:pt x="232165" y="199288"/>
                  </a:moveTo>
                  <a:lnTo>
                    <a:pt x="152908" y="199288"/>
                  </a:lnTo>
                  <a:lnTo>
                    <a:pt x="389445" y="0"/>
                  </a:lnTo>
                  <a:lnTo>
                    <a:pt x="426859" y="34582"/>
                  </a:lnTo>
                  <a:lnTo>
                    <a:pt x="232165" y="199288"/>
                  </a:lnTo>
                  <a:close/>
                </a:path>
                <a:path w="427354" h="267335">
                  <a:moveTo>
                    <a:pt x="151066" y="267220"/>
                  </a:moveTo>
                  <a:lnTo>
                    <a:pt x="0" y="128879"/>
                  </a:lnTo>
                  <a:lnTo>
                    <a:pt x="39268" y="95529"/>
                  </a:lnTo>
                  <a:lnTo>
                    <a:pt x="152908" y="199288"/>
                  </a:lnTo>
                  <a:lnTo>
                    <a:pt x="232165" y="199288"/>
                  </a:lnTo>
                  <a:lnTo>
                    <a:pt x="190792" y="234289"/>
                  </a:lnTo>
                  <a:lnTo>
                    <a:pt x="151066" y="2672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21047" y="3609187"/>
              <a:ext cx="427355" cy="267335"/>
            </a:xfrm>
            <a:custGeom>
              <a:avLst/>
              <a:gdLst/>
              <a:ahLst/>
              <a:cxnLst/>
              <a:rect l="l" t="t" r="r" b="b"/>
              <a:pathLst>
                <a:path w="427354" h="267335">
                  <a:moveTo>
                    <a:pt x="389445" y="0"/>
                  </a:moveTo>
                  <a:lnTo>
                    <a:pt x="389445" y="0"/>
                  </a:lnTo>
                  <a:lnTo>
                    <a:pt x="0" y="128879"/>
                  </a:lnTo>
                  <a:lnTo>
                    <a:pt x="151066" y="267220"/>
                  </a:lnTo>
                  <a:lnTo>
                    <a:pt x="190792" y="234289"/>
                  </a:lnTo>
                  <a:lnTo>
                    <a:pt x="426859" y="34582"/>
                  </a:lnTo>
                  <a:lnTo>
                    <a:pt x="389445" y="0"/>
                  </a:lnTo>
                  <a:close/>
                </a:path>
              </a:pathLst>
            </a:custGeom>
            <a:ln w="42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560260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Go</a:t>
            </a:r>
            <a:r>
              <a:rPr dirty="0" sz="2150" spc="-5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'Assignment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Submission'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category.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5772" cy="16788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0280"/>
            <a:chOff x="0" y="0"/>
            <a:chExt cx="12192000" cy="6050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697659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575848" y="2609442"/>
              <a:ext cx="424180" cy="267335"/>
            </a:xfrm>
            <a:custGeom>
              <a:avLst/>
              <a:gdLst/>
              <a:ahLst/>
              <a:cxnLst/>
              <a:rect l="l" t="t" r="r" b="b"/>
              <a:pathLst>
                <a:path w="424179" h="267335">
                  <a:moveTo>
                    <a:pt x="230600" y="199288"/>
                  </a:moveTo>
                  <a:lnTo>
                    <a:pt x="151879" y="199288"/>
                  </a:lnTo>
                  <a:lnTo>
                    <a:pt x="386803" y="0"/>
                  </a:lnTo>
                  <a:lnTo>
                    <a:pt x="423964" y="34582"/>
                  </a:lnTo>
                  <a:lnTo>
                    <a:pt x="230600" y="199288"/>
                  </a:lnTo>
                  <a:close/>
                </a:path>
                <a:path w="424179" h="267335">
                  <a:moveTo>
                    <a:pt x="150037" y="267220"/>
                  </a:moveTo>
                  <a:lnTo>
                    <a:pt x="0" y="128879"/>
                  </a:lnTo>
                  <a:lnTo>
                    <a:pt x="39001" y="95529"/>
                  </a:lnTo>
                  <a:lnTo>
                    <a:pt x="151879" y="199288"/>
                  </a:lnTo>
                  <a:lnTo>
                    <a:pt x="230600" y="199288"/>
                  </a:lnTo>
                  <a:lnTo>
                    <a:pt x="189509" y="234289"/>
                  </a:lnTo>
                  <a:lnTo>
                    <a:pt x="150037" y="2672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75848" y="2609442"/>
              <a:ext cx="424180" cy="267335"/>
            </a:xfrm>
            <a:custGeom>
              <a:avLst/>
              <a:gdLst/>
              <a:ahLst/>
              <a:cxnLst/>
              <a:rect l="l" t="t" r="r" b="b"/>
              <a:pathLst>
                <a:path w="424179" h="267335">
                  <a:moveTo>
                    <a:pt x="386803" y="0"/>
                  </a:moveTo>
                  <a:lnTo>
                    <a:pt x="386803" y="0"/>
                  </a:lnTo>
                  <a:lnTo>
                    <a:pt x="0" y="128879"/>
                  </a:lnTo>
                  <a:lnTo>
                    <a:pt x="150037" y="267220"/>
                  </a:lnTo>
                  <a:lnTo>
                    <a:pt x="189509" y="234289"/>
                  </a:lnTo>
                  <a:lnTo>
                    <a:pt x="423964" y="34582"/>
                  </a:lnTo>
                  <a:lnTo>
                    <a:pt x="386803" y="0"/>
                  </a:lnTo>
                  <a:close/>
                </a:path>
              </a:pathLst>
            </a:custGeom>
            <a:ln w="42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591312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9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6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6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6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('New</a:t>
            </a:r>
            <a:r>
              <a:rPr dirty="0" sz="2150" spc="-6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discussion').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7297" cy="17067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0" y="1697659"/>
            <a:ext cx="8129610" cy="434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7284084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[XX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University]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Development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Environment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Setup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Complete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53418" y="6577355"/>
            <a:ext cx="215263" cy="1706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050280"/>
            <a:chOff x="0" y="0"/>
            <a:chExt cx="12192000" cy="6050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1697659"/>
              <a:ext cx="8138159" cy="4352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84591" y="2018130"/>
              <a:ext cx="424180" cy="267335"/>
            </a:xfrm>
            <a:custGeom>
              <a:avLst/>
              <a:gdLst/>
              <a:ahLst/>
              <a:cxnLst/>
              <a:rect l="l" t="t" r="r" b="b"/>
              <a:pathLst>
                <a:path w="424179" h="267335">
                  <a:moveTo>
                    <a:pt x="230600" y="199288"/>
                  </a:moveTo>
                  <a:lnTo>
                    <a:pt x="151879" y="199288"/>
                  </a:lnTo>
                  <a:lnTo>
                    <a:pt x="386803" y="0"/>
                  </a:lnTo>
                  <a:lnTo>
                    <a:pt x="423964" y="34582"/>
                  </a:lnTo>
                  <a:lnTo>
                    <a:pt x="230600" y="199288"/>
                  </a:lnTo>
                  <a:close/>
                </a:path>
                <a:path w="424179" h="267335">
                  <a:moveTo>
                    <a:pt x="150037" y="267220"/>
                  </a:moveTo>
                  <a:lnTo>
                    <a:pt x="0" y="128879"/>
                  </a:lnTo>
                  <a:lnTo>
                    <a:pt x="39001" y="95529"/>
                  </a:lnTo>
                  <a:lnTo>
                    <a:pt x="151879" y="199288"/>
                  </a:lnTo>
                  <a:lnTo>
                    <a:pt x="230600" y="199288"/>
                  </a:lnTo>
                  <a:lnTo>
                    <a:pt x="189509" y="234289"/>
                  </a:lnTo>
                  <a:lnTo>
                    <a:pt x="150037" y="2672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384591" y="2018130"/>
              <a:ext cx="424180" cy="267335"/>
            </a:xfrm>
            <a:custGeom>
              <a:avLst/>
              <a:gdLst/>
              <a:ahLst/>
              <a:cxnLst/>
              <a:rect l="l" t="t" r="r" b="b"/>
              <a:pathLst>
                <a:path w="424179" h="267335">
                  <a:moveTo>
                    <a:pt x="386803" y="0"/>
                  </a:moveTo>
                  <a:lnTo>
                    <a:pt x="386803" y="0"/>
                  </a:lnTo>
                  <a:lnTo>
                    <a:pt x="0" y="128879"/>
                  </a:lnTo>
                  <a:lnTo>
                    <a:pt x="150037" y="267220"/>
                  </a:lnTo>
                  <a:lnTo>
                    <a:pt x="189509" y="234289"/>
                  </a:lnTo>
                  <a:lnTo>
                    <a:pt x="423964" y="34582"/>
                  </a:lnTo>
                  <a:lnTo>
                    <a:pt x="386803" y="0"/>
                  </a:lnTo>
                  <a:close/>
                </a:path>
              </a:pathLst>
            </a:custGeom>
            <a:ln w="42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7553959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Copy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image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of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execution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results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wish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submit.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2115" y="6578257"/>
            <a:ext cx="228472" cy="16976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0" y="1697659"/>
            <a:ext cx="8129610" cy="434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672274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Pasting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it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into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content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will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add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image.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2115" y="6577355"/>
            <a:ext cx="192023" cy="16788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009" y="1168653"/>
            <a:ext cx="1987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5">
                <a:latin typeface="Arial"/>
                <a:cs typeface="Arial"/>
              </a:rPr>
              <a:t>▪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223519" cy="1669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1114044"/>
            <a:ext cx="11376025" cy="5017770"/>
            <a:chOff x="381000" y="1114044"/>
            <a:chExt cx="11376025" cy="5017770"/>
          </a:xfrm>
        </p:grpSpPr>
        <p:sp>
          <p:nvSpPr>
            <p:cNvPr id="5" name="object 5"/>
            <p:cNvSpPr/>
            <p:nvPr/>
          </p:nvSpPr>
          <p:spPr>
            <a:xfrm>
              <a:off x="381000" y="1123569"/>
              <a:ext cx="11376025" cy="0"/>
            </a:xfrm>
            <a:custGeom>
              <a:avLst/>
              <a:gdLst/>
              <a:ahLst/>
              <a:cxnLst/>
              <a:rect l="l" t="t" r="r" b="b"/>
              <a:pathLst>
                <a:path w="11376025" h="0">
                  <a:moveTo>
                    <a:pt x="0" y="0"/>
                  </a:moveTo>
                  <a:lnTo>
                    <a:pt x="11376025" y="0"/>
                  </a:lnTo>
                </a:path>
              </a:pathLst>
            </a:custGeom>
            <a:ln w="1905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6920" y="1778888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32632" y="4753735"/>
              <a:ext cx="817244" cy="167640"/>
            </a:xfrm>
            <a:custGeom>
              <a:avLst/>
              <a:gdLst/>
              <a:ahLst/>
              <a:cxnLst/>
              <a:rect l="l" t="t" r="r" b="b"/>
              <a:pathLst>
                <a:path w="817245" h="167639">
                  <a:moveTo>
                    <a:pt x="0" y="167639"/>
                  </a:moveTo>
                  <a:lnTo>
                    <a:pt x="816863" y="167639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12538" y="1633727"/>
              <a:ext cx="379730" cy="3108325"/>
            </a:xfrm>
            <a:custGeom>
              <a:avLst/>
              <a:gdLst/>
              <a:ahLst/>
              <a:cxnLst/>
              <a:rect l="l" t="t" r="r" b="b"/>
              <a:pathLst>
                <a:path w="379729" h="3108325">
                  <a:moveTo>
                    <a:pt x="303149" y="3108325"/>
                  </a:moveTo>
                  <a:lnTo>
                    <a:pt x="212852" y="3032125"/>
                  </a:lnTo>
                  <a:lnTo>
                    <a:pt x="254508" y="3028569"/>
                  </a:lnTo>
                  <a:lnTo>
                    <a:pt x="0" y="6985"/>
                  </a:lnTo>
                  <a:lnTo>
                    <a:pt x="83312" y="0"/>
                  </a:lnTo>
                  <a:lnTo>
                    <a:pt x="337820" y="3021584"/>
                  </a:lnTo>
                  <a:lnTo>
                    <a:pt x="376470" y="3021584"/>
                  </a:lnTo>
                  <a:lnTo>
                    <a:pt x="303149" y="3108325"/>
                  </a:lnTo>
                  <a:close/>
                </a:path>
                <a:path w="379729" h="3108325">
                  <a:moveTo>
                    <a:pt x="376470" y="3021584"/>
                  </a:moveTo>
                  <a:lnTo>
                    <a:pt x="337820" y="3021584"/>
                  </a:lnTo>
                  <a:lnTo>
                    <a:pt x="379476" y="3018028"/>
                  </a:lnTo>
                  <a:lnTo>
                    <a:pt x="376470" y="302158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12537" y="1633727"/>
              <a:ext cx="379730" cy="3108325"/>
            </a:xfrm>
            <a:custGeom>
              <a:avLst/>
              <a:gdLst/>
              <a:ahLst/>
              <a:cxnLst/>
              <a:rect l="l" t="t" r="r" b="b"/>
              <a:pathLst>
                <a:path w="379729" h="3108325">
                  <a:moveTo>
                    <a:pt x="212851" y="3032125"/>
                  </a:moveTo>
                  <a:lnTo>
                    <a:pt x="254507" y="3028569"/>
                  </a:lnTo>
                  <a:lnTo>
                    <a:pt x="0" y="6985"/>
                  </a:lnTo>
                  <a:lnTo>
                    <a:pt x="83311" y="0"/>
                  </a:lnTo>
                  <a:lnTo>
                    <a:pt x="337819" y="3021584"/>
                  </a:lnTo>
                  <a:lnTo>
                    <a:pt x="379475" y="3018028"/>
                  </a:lnTo>
                  <a:lnTo>
                    <a:pt x="303148" y="3108325"/>
                  </a:lnTo>
                  <a:lnTo>
                    <a:pt x="212851" y="3032125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02309" y="1235455"/>
            <a:ext cx="6093460" cy="810260"/>
          </a:xfrm>
          <a:prstGeom prst="rect"/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R="473709">
              <a:lnSpc>
                <a:spcPts val="3190"/>
              </a:lnSpc>
            </a:pPr>
            <a:r>
              <a:rPr dirty="0" sz="2150">
                <a:latin typeface="Malgun Gothic"/>
                <a:cs typeface="Malgun Gothic"/>
              </a:rPr>
              <a:t>Also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indicate</a:t>
            </a:r>
            <a:r>
              <a:rPr dirty="0" sz="2150" spc="-6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whether</a:t>
            </a:r>
            <a:r>
              <a:rPr dirty="0" sz="2150" spc="-5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participated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in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 spc="-25">
                <a:latin typeface="Malgun Gothic"/>
                <a:cs typeface="Malgun Gothic"/>
              </a:rPr>
              <a:t>the </a:t>
            </a:r>
            <a:r>
              <a:rPr dirty="0" sz="2150">
                <a:latin typeface="Malgun Gothic"/>
                <a:cs typeface="Malgun Gothic"/>
              </a:rPr>
              <a:t>offline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training.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221613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71870"/>
            <a:chOff x="0" y="0"/>
            <a:chExt cx="12192000" cy="60718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718830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93615" y="3962078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232168" y="197764"/>
                  </a:moveTo>
                  <a:lnTo>
                    <a:pt x="152908" y="197764"/>
                  </a:lnTo>
                  <a:lnTo>
                    <a:pt x="389445" y="0"/>
                  </a:lnTo>
                  <a:lnTo>
                    <a:pt x="426859" y="34328"/>
                  </a:lnTo>
                  <a:lnTo>
                    <a:pt x="232168" y="197764"/>
                  </a:lnTo>
                  <a:close/>
                </a:path>
                <a:path w="427354" h="265429">
                  <a:moveTo>
                    <a:pt x="151066" y="265175"/>
                  </a:moveTo>
                  <a:lnTo>
                    <a:pt x="0" y="127888"/>
                  </a:lnTo>
                  <a:lnTo>
                    <a:pt x="39268" y="94792"/>
                  </a:lnTo>
                  <a:lnTo>
                    <a:pt x="152908" y="197764"/>
                  </a:lnTo>
                  <a:lnTo>
                    <a:pt x="232168" y="197764"/>
                  </a:lnTo>
                  <a:lnTo>
                    <a:pt x="190792" y="232498"/>
                  </a:lnTo>
                  <a:lnTo>
                    <a:pt x="151066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93615" y="3962078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389445" y="0"/>
                  </a:moveTo>
                  <a:lnTo>
                    <a:pt x="389445" y="0"/>
                  </a:lnTo>
                  <a:lnTo>
                    <a:pt x="0" y="127888"/>
                  </a:lnTo>
                  <a:lnTo>
                    <a:pt x="151066" y="265175"/>
                  </a:lnTo>
                  <a:lnTo>
                    <a:pt x="190792" y="232498"/>
                  </a:lnTo>
                  <a:lnTo>
                    <a:pt x="426859" y="34328"/>
                  </a:lnTo>
                  <a:lnTo>
                    <a:pt x="389445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1009" y="1144600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01675" y="1189951"/>
            <a:ext cx="822960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("Preview")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review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content.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1000" y="114473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221613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50280"/>
            <a:chOff x="0" y="0"/>
            <a:chExt cx="12192000" cy="60502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697659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37191" y="5294221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230603" y="197764"/>
                  </a:moveTo>
                  <a:lnTo>
                    <a:pt x="151879" y="197764"/>
                  </a:lnTo>
                  <a:lnTo>
                    <a:pt x="386803" y="0"/>
                  </a:lnTo>
                  <a:lnTo>
                    <a:pt x="423964" y="34328"/>
                  </a:lnTo>
                  <a:lnTo>
                    <a:pt x="230603" y="197764"/>
                  </a:lnTo>
                  <a:close/>
                </a:path>
                <a:path w="424179" h="265429">
                  <a:moveTo>
                    <a:pt x="150037" y="265175"/>
                  </a:moveTo>
                  <a:lnTo>
                    <a:pt x="0" y="127888"/>
                  </a:lnTo>
                  <a:lnTo>
                    <a:pt x="39001" y="94792"/>
                  </a:lnTo>
                  <a:lnTo>
                    <a:pt x="151879" y="197764"/>
                  </a:lnTo>
                  <a:lnTo>
                    <a:pt x="230603" y="197764"/>
                  </a:lnTo>
                  <a:lnTo>
                    <a:pt x="189509" y="232498"/>
                  </a:lnTo>
                  <a:lnTo>
                    <a:pt x="150037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37191" y="5294221"/>
              <a:ext cx="424180" cy="265430"/>
            </a:xfrm>
            <a:custGeom>
              <a:avLst/>
              <a:gdLst/>
              <a:ahLst/>
              <a:cxnLst/>
              <a:rect l="l" t="t" r="r" b="b"/>
              <a:pathLst>
                <a:path w="424179" h="265429">
                  <a:moveTo>
                    <a:pt x="386803" y="0"/>
                  </a:moveTo>
                  <a:lnTo>
                    <a:pt x="386803" y="0"/>
                  </a:lnTo>
                  <a:lnTo>
                    <a:pt x="0" y="127888"/>
                  </a:lnTo>
                  <a:lnTo>
                    <a:pt x="150037" y="265175"/>
                  </a:lnTo>
                  <a:lnTo>
                    <a:pt x="189509" y="232498"/>
                  </a:lnTo>
                  <a:lnTo>
                    <a:pt x="423964" y="34328"/>
                  </a:lnTo>
                  <a:lnTo>
                    <a:pt x="386803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987552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Click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on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highlighted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section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("Start</a:t>
            </a:r>
            <a:r>
              <a:rPr dirty="0" sz="2150" spc="-2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discussion")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submit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your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assignment.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221613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45835"/>
            <a:chOff x="0" y="0"/>
            <a:chExt cx="12192000" cy="60458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697659"/>
              <a:ext cx="8129610" cy="43479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454914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Assignment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submission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confirmation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523990"/>
            <a:chOff x="0" y="0"/>
            <a:chExt cx="12192000" cy="6523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6920" y="2171420"/>
              <a:ext cx="8138159" cy="43525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6872" y="5490690"/>
              <a:ext cx="1597660" cy="673735"/>
            </a:xfrm>
            <a:custGeom>
              <a:avLst/>
              <a:gdLst/>
              <a:ahLst/>
              <a:cxnLst/>
              <a:rect l="l" t="t" r="r" b="b"/>
              <a:pathLst>
                <a:path w="1597660" h="673735">
                  <a:moveTo>
                    <a:pt x="0" y="673608"/>
                  </a:moveTo>
                  <a:lnTo>
                    <a:pt x="1597152" y="673608"/>
                  </a:lnTo>
                  <a:lnTo>
                    <a:pt x="1597152" y="0"/>
                  </a:lnTo>
                  <a:lnTo>
                    <a:pt x="0" y="0"/>
                  </a:lnTo>
                  <a:lnTo>
                    <a:pt x="0" y="673608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656455" y="5734453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232168" y="197764"/>
                  </a:moveTo>
                  <a:lnTo>
                    <a:pt x="152908" y="197764"/>
                  </a:lnTo>
                  <a:lnTo>
                    <a:pt x="389445" y="0"/>
                  </a:lnTo>
                  <a:lnTo>
                    <a:pt x="426859" y="34328"/>
                  </a:lnTo>
                  <a:lnTo>
                    <a:pt x="232168" y="197764"/>
                  </a:lnTo>
                  <a:close/>
                </a:path>
                <a:path w="427354" h="265429">
                  <a:moveTo>
                    <a:pt x="151066" y="265175"/>
                  </a:moveTo>
                  <a:lnTo>
                    <a:pt x="0" y="127888"/>
                  </a:lnTo>
                  <a:lnTo>
                    <a:pt x="39268" y="94792"/>
                  </a:lnTo>
                  <a:lnTo>
                    <a:pt x="152908" y="197764"/>
                  </a:lnTo>
                  <a:lnTo>
                    <a:pt x="232168" y="197764"/>
                  </a:lnTo>
                  <a:lnTo>
                    <a:pt x="190792" y="232498"/>
                  </a:lnTo>
                  <a:lnTo>
                    <a:pt x="151066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656455" y="5734453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389445" y="0"/>
                  </a:moveTo>
                  <a:lnTo>
                    <a:pt x="389445" y="0"/>
                  </a:lnTo>
                  <a:lnTo>
                    <a:pt x="0" y="127888"/>
                  </a:lnTo>
                  <a:lnTo>
                    <a:pt x="151066" y="265175"/>
                  </a:lnTo>
                  <a:lnTo>
                    <a:pt x="190792" y="232498"/>
                  </a:lnTo>
                  <a:lnTo>
                    <a:pt x="426859" y="34328"/>
                  </a:lnTo>
                  <a:lnTo>
                    <a:pt x="389445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1675" y="1176413"/>
              <a:ext cx="10673715" cy="922655"/>
            </a:xfrm>
            <a:custGeom>
              <a:avLst/>
              <a:gdLst/>
              <a:ahLst/>
              <a:cxnLst/>
              <a:rect l="l" t="t" r="r" b="b"/>
              <a:pathLst>
                <a:path w="10673715" h="922655">
                  <a:moveTo>
                    <a:pt x="10673423" y="0"/>
                  </a:moveTo>
                  <a:lnTo>
                    <a:pt x="10673423" y="0"/>
                  </a:lnTo>
                  <a:lnTo>
                    <a:pt x="0" y="0"/>
                  </a:lnTo>
                  <a:lnTo>
                    <a:pt x="0" y="461124"/>
                  </a:lnTo>
                  <a:lnTo>
                    <a:pt x="0" y="922248"/>
                  </a:lnTo>
                  <a:lnTo>
                    <a:pt x="905840" y="922248"/>
                  </a:lnTo>
                  <a:lnTo>
                    <a:pt x="999604" y="922248"/>
                  </a:lnTo>
                  <a:lnTo>
                    <a:pt x="4188460" y="922248"/>
                  </a:lnTo>
                  <a:lnTo>
                    <a:pt x="4188460" y="461124"/>
                  </a:lnTo>
                  <a:lnTo>
                    <a:pt x="10673423" y="461124"/>
                  </a:lnTo>
                  <a:lnTo>
                    <a:pt x="106734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61009" y="1108557"/>
            <a:ext cx="10835640" cy="9480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7965">
              <a:lnSpc>
                <a:spcPts val="3629"/>
              </a:lnSpc>
              <a:spcBef>
                <a:spcPts val="204"/>
              </a:spcBef>
              <a:buSzPct val="142857"/>
              <a:buFont typeface="Arial"/>
              <a:buChar char="▪"/>
              <a:tabLst>
                <a:tab pos="240665" algn="l"/>
              </a:tabLst>
            </a:pPr>
            <a:r>
              <a:rPr dirty="0" sz="2100">
                <a:latin typeface="Malgun Gothic"/>
                <a:cs typeface="Malgun Gothic"/>
              </a:rPr>
              <a:t>Once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the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teaching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assistant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has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confirmed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your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assignment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and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participation,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click</a:t>
            </a:r>
            <a:r>
              <a:rPr dirty="0" sz="2100" spc="-40">
                <a:latin typeface="Malgun Gothic"/>
                <a:cs typeface="Malgun Gothic"/>
              </a:rPr>
              <a:t> </a:t>
            </a:r>
            <a:r>
              <a:rPr dirty="0" sz="2100" spc="-25">
                <a:latin typeface="Malgun Gothic"/>
                <a:cs typeface="Malgun Gothic"/>
              </a:rPr>
              <a:t>the </a:t>
            </a:r>
            <a:r>
              <a:rPr dirty="0" sz="2100">
                <a:latin typeface="Malgun Gothic"/>
                <a:cs typeface="Malgun Gothic"/>
              </a:rPr>
              <a:t>marked</a:t>
            </a:r>
            <a:r>
              <a:rPr dirty="0" sz="2100" spc="-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section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('Mark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as</a:t>
            </a:r>
            <a:r>
              <a:rPr dirty="0" sz="2100" spc="-10">
                <a:latin typeface="Malgun Gothic"/>
                <a:cs typeface="Malgun Gothic"/>
              </a:rPr>
              <a:t> answer').</a:t>
            </a:r>
            <a:endParaRPr sz="210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42115" y="6578257"/>
            <a:ext cx="228726" cy="16976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0" y="1697659"/>
            <a:ext cx="8129610" cy="434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4146550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Assignment</a:t>
            </a:r>
            <a:r>
              <a:rPr dirty="0" sz="2150" spc="-4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submission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complete</a:t>
            </a:r>
            <a:endParaRPr sz="215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2115" y="6578257"/>
            <a:ext cx="227074" cy="16697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228600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50280"/>
            <a:chOff x="0" y="0"/>
            <a:chExt cx="12192000" cy="60502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697659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54135" y="3367884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232168" y="197764"/>
                  </a:moveTo>
                  <a:lnTo>
                    <a:pt x="152907" y="197764"/>
                  </a:lnTo>
                  <a:lnTo>
                    <a:pt x="389445" y="0"/>
                  </a:lnTo>
                  <a:lnTo>
                    <a:pt x="426859" y="34328"/>
                  </a:lnTo>
                  <a:lnTo>
                    <a:pt x="232168" y="197764"/>
                  </a:lnTo>
                  <a:close/>
                </a:path>
                <a:path w="427354" h="265429">
                  <a:moveTo>
                    <a:pt x="151066" y="265176"/>
                  </a:moveTo>
                  <a:lnTo>
                    <a:pt x="0" y="127889"/>
                  </a:lnTo>
                  <a:lnTo>
                    <a:pt x="39268" y="94792"/>
                  </a:lnTo>
                  <a:lnTo>
                    <a:pt x="152907" y="197764"/>
                  </a:lnTo>
                  <a:lnTo>
                    <a:pt x="232168" y="197764"/>
                  </a:lnTo>
                  <a:lnTo>
                    <a:pt x="190792" y="232498"/>
                  </a:lnTo>
                  <a:lnTo>
                    <a:pt x="151066" y="2651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954135" y="3367884"/>
              <a:ext cx="427355" cy="265430"/>
            </a:xfrm>
            <a:custGeom>
              <a:avLst/>
              <a:gdLst/>
              <a:ahLst/>
              <a:cxnLst/>
              <a:rect l="l" t="t" r="r" b="b"/>
              <a:pathLst>
                <a:path w="427354" h="265429">
                  <a:moveTo>
                    <a:pt x="389445" y="0"/>
                  </a:moveTo>
                  <a:lnTo>
                    <a:pt x="389445" y="0"/>
                  </a:lnTo>
                  <a:lnTo>
                    <a:pt x="0" y="127889"/>
                  </a:lnTo>
                  <a:lnTo>
                    <a:pt x="151066" y="265176"/>
                  </a:lnTo>
                  <a:lnTo>
                    <a:pt x="190792" y="232498"/>
                  </a:lnTo>
                  <a:lnTo>
                    <a:pt x="426859" y="34328"/>
                  </a:lnTo>
                  <a:lnTo>
                    <a:pt x="389445" y="0"/>
                  </a:lnTo>
                  <a:close/>
                </a:path>
              </a:pathLst>
            </a:custGeom>
            <a:ln w="42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57159" y="3599610"/>
              <a:ext cx="929640" cy="1310640"/>
            </a:xfrm>
            <a:custGeom>
              <a:avLst/>
              <a:gdLst/>
              <a:ahLst/>
              <a:cxnLst/>
              <a:rect l="l" t="t" r="r" b="b"/>
              <a:pathLst>
                <a:path w="929640" h="1310639">
                  <a:moveTo>
                    <a:pt x="0" y="1310639"/>
                  </a:moveTo>
                  <a:lnTo>
                    <a:pt x="929640" y="1310639"/>
                  </a:lnTo>
                  <a:lnTo>
                    <a:pt x="929640" y="0"/>
                  </a:lnTo>
                  <a:lnTo>
                    <a:pt x="0" y="0"/>
                  </a:lnTo>
                  <a:lnTo>
                    <a:pt x="0" y="131063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8957945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*If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submitted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assignment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is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not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visible,</a:t>
            </a:r>
            <a:r>
              <a:rPr dirty="0" sz="2150" spc="-2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set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it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to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'Filter-</a:t>
            </a:r>
            <a:r>
              <a:rPr dirty="0" sz="2150">
                <a:latin typeface="Malgun Gothic"/>
                <a:cs typeface="Malgun Gothic"/>
              </a:rPr>
              <a:t>All'</a:t>
            </a:r>
            <a:r>
              <a:rPr dirty="0" sz="2150" spc="-1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as</a:t>
            </a:r>
            <a:r>
              <a:rPr dirty="0" sz="2150" spc="-15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shown.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2115" y="6578257"/>
            <a:ext cx="228600" cy="16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050280"/>
            <a:chOff x="0" y="0"/>
            <a:chExt cx="12192000" cy="60502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140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376" y="573023"/>
              <a:ext cx="1155191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6920" y="1697659"/>
              <a:ext cx="8138159" cy="4352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49368" y="3843450"/>
              <a:ext cx="4093845" cy="668020"/>
            </a:xfrm>
            <a:custGeom>
              <a:avLst/>
              <a:gdLst/>
              <a:ahLst/>
              <a:cxnLst/>
              <a:rect l="l" t="t" r="r" b="b"/>
              <a:pathLst>
                <a:path w="4093845" h="668020">
                  <a:moveTo>
                    <a:pt x="0" y="667511"/>
                  </a:moveTo>
                  <a:lnTo>
                    <a:pt x="4093464" y="667511"/>
                  </a:lnTo>
                  <a:lnTo>
                    <a:pt x="4093464" y="0"/>
                  </a:lnTo>
                  <a:lnTo>
                    <a:pt x="0" y="0"/>
                  </a:lnTo>
                  <a:lnTo>
                    <a:pt x="0" y="667511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61009" y="1123429"/>
            <a:ext cx="2044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45">
                <a:latin typeface="Arial"/>
                <a:cs typeface="Arial"/>
              </a:rPr>
              <a:t>▪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01675" y="1168781"/>
            <a:ext cx="6547484" cy="472440"/>
          </a:xfrm>
          <a:prstGeom prst="rect"/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6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can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check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the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assignments</a:t>
            </a:r>
            <a:r>
              <a:rPr dirty="0" sz="2150" spc="-35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you</a:t>
            </a:r>
            <a:r>
              <a:rPr dirty="0" sz="2150" spc="-40">
                <a:latin typeface="Malgun Gothic"/>
                <a:cs typeface="Malgun Gothic"/>
              </a:rPr>
              <a:t> </a:t>
            </a:r>
            <a:r>
              <a:rPr dirty="0" sz="2150">
                <a:latin typeface="Malgun Gothic"/>
                <a:cs typeface="Malgun Gothic"/>
              </a:rPr>
              <a:t>have</a:t>
            </a:r>
            <a:r>
              <a:rPr dirty="0" sz="2150" spc="-30">
                <a:latin typeface="Malgun Gothic"/>
                <a:cs typeface="Malgun Gothic"/>
              </a:rPr>
              <a:t> </a:t>
            </a:r>
            <a:r>
              <a:rPr dirty="0" sz="2150" spc="-10">
                <a:latin typeface="Malgun Gothic"/>
                <a:cs typeface="Malgun Gothic"/>
              </a:rPr>
              <a:t>submitted.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000" y="1123569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 h="0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Automation</a:t>
            </a:r>
            <a:r>
              <a:rPr dirty="0" spc="-15"/>
              <a:t> </a:t>
            </a:r>
            <a:r>
              <a:rPr dirty="0" sz="900" spc="-20"/>
              <a:t>Lab.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김종훈</dc:creator>
  <cp:keywords>, docId:1AB8D85547D108B2FC3647D9A91329BD</cp:keywords>
  <dc:title>PowerPoint 프레젠테이션</dc:title>
  <dcterms:created xsi:type="dcterms:W3CDTF">2025-12-06T09:06:22Z</dcterms:created>
  <dcterms:modified xsi:type="dcterms:W3CDTF">2025-12-06T09:06:22Z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2025-08-03T00:00:00Z</vt:filetime>
  </property>
  <property fmtid="{D5CDD505-2E9C-101B-9397-08002B2CF9AE}" pid="3" name="Creator">
    <vt:lpwstr>Microsoft Office Word</vt:lpwstr>
  </property>
  <property fmtid="{D5CDD505-2E9C-101B-9397-08002B2CF9AE}" pid="4" name="LastSaved">
    <vt:filetime>2025-12-06T00:00:00Z</vt:filetime>
  </property>
  <property fmtid="{D5CDD505-2E9C-101B-9397-08002B2CF9AE}" pid="5" name="Producer">
    <vt:lpwstr>Aspose.Words for .NET 25.2.0</vt:lpwstr>
  </property>
</Properties>
</file>