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3"/>
    <p:sldMasterId id="2147483698" r:id="rId4"/>
  </p:sldMasterIdLst>
  <p:notesMasterIdLst>
    <p:notesMasterId r:id="rId13"/>
  </p:notesMasterIdLst>
  <p:handoutMasterIdLst>
    <p:handoutMasterId r:id="rId14"/>
  </p:handoutMasterIdLst>
  <p:sldIdLst>
    <p:sldId id="2808" r:id="rId5"/>
    <p:sldId id="3231" r:id="rId6"/>
    <p:sldId id="3234" r:id="rId7"/>
    <p:sldId id="3232" r:id="rId8"/>
    <p:sldId id="3235" r:id="rId9"/>
    <p:sldId id="3233" r:id="rId10"/>
    <p:sldId id="3236" r:id="rId11"/>
    <p:sldId id="3238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92D050"/>
    <a:srgbClr val="FFD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83" autoAdjust="0"/>
    <p:restoredTop sz="80000" autoAdjust="0"/>
  </p:normalViewPr>
  <p:slideViewPr>
    <p:cSldViewPr snapToGrid="0">
      <p:cViewPr varScale="1">
        <p:scale>
          <a:sx n="123" d="100"/>
          <a:sy n="123" d="100"/>
        </p:scale>
        <p:origin x="3792" y="10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120" d="100"/>
          <a:sy n="120" d="100"/>
        </p:scale>
        <p:origin x="1506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이진선" userId="60d488f5-cc7a-4a63-b94e-cdc3ec923bf7" providerId="ADAL" clId="{05D039E1-CAAA-4330-A250-6F772226BD83}"/>
    <pc:docChg chg="undo redo custSel addSld delSld modSld sldOrd">
      <pc:chgData name="이진선" userId="60d488f5-cc7a-4a63-b94e-cdc3ec923bf7" providerId="ADAL" clId="{05D039E1-CAAA-4330-A250-6F772226BD83}" dt="2024-06-29T03:37:14.298" v="660" actId="20577"/>
      <pc:docMkLst>
        <pc:docMk/>
      </pc:docMkLst>
      <pc:sldChg chg="modSp mod">
        <pc:chgData name="이진선" userId="60d488f5-cc7a-4a63-b94e-cdc3ec923bf7" providerId="ADAL" clId="{05D039E1-CAAA-4330-A250-6F772226BD83}" dt="2024-06-29T03:22:25.842" v="465" actId="113"/>
        <pc:sldMkLst>
          <pc:docMk/>
          <pc:sldMk cId="1611810390" sldId="2808"/>
        </pc:sldMkLst>
        <pc:spChg chg="mod">
          <ac:chgData name="이진선" userId="60d488f5-cc7a-4a63-b94e-cdc3ec923bf7" providerId="ADAL" clId="{05D039E1-CAAA-4330-A250-6F772226BD83}" dt="2024-06-29T03:10:48.339" v="30" actId="113"/>
          <ac:spMkLst>
            <pc:docMk/>
            <pc:sldMk cId="1611810390" sldId="2808"/>
            <ac:spMk id="8" creationId="{E7B98F5B-E8D6-70D0-BDC2-1A0817FF67B6}"/>
          </ac:spMkLst>
        </pc:spChg>
        <pc:spChg chg="mod">
          <ac:chgData name="이진선" userId="60d488f5-cc7a-4a63-b94e-cdc3ec923bf7" providerId="ADAL" clId="{05D039E1-CAAA-4330-A250-6F772226BD83}" dt="2024-06-29T03:22:25.842" v="465" actId="113"/>
          <ac:spMkLst>
            <pc:docMk/>
            <pc:sldMk cId="1611810390" sldId="2808"/>
            <ac:spMk id="9" creationId="{49FCA613-E8F6-0045-1936-B4142C542A56}"/>
          </ac:spMkLst>
        </pc:spChg>
      </pc:sldChg>
      <pc:sldChg chg="addSp delSp modSp mod ord modNotesTx">
        <pc:chgData name="이진선" userId="60d488f5-cc7a-4a63-b94e-cdc3ec923bf7" providerId="ADAL" clId="{05D039E1-CAAA-4330-A250-6F772226BD83}" dt="2024-06-29T03:22:09.787" v="451"/>
        <pc:sldMkLst>
          <pc:docMk/>
          <pc:sldMk cId="708970017" sldId="2830"/>
        </pc:sldMkLst>
        <pc:spChg chg="mod">
          <ac:chgData name="이진선" userId="60d488f5-cc7a-4a63-b94e-cdc3ec923bf7" providerId="ADAL" clId="{05D039E1-CAAA-4330-A250-6F772226BD83}" dt="2024-06-29T03:19:30.188" v="98" actId="21"/>
          <ac:spMkLst>
            <pc:docMk/>
            <pc:sldMk cId="708970017" sldId="2830"/>
            <ac:spMk id="5" creationId="{CF3689D9-E0F6-4DD2-08EE-470EE652DE95}"/>
          </ac:spMkLst>
        </pc:spChg>
        <pc:spChg chg="mod">
          <ac:chgData name="이진선" userId="60d488f5-cc7a-4a63-b94e-cdc3ec923bf7" providerId="ADAL" clId="{05D039E1-CAAA-4330-A250-6F772226BD83}" dt="2024-06-29T03:18:14.616" v="82" actId="6549"/>
          <ac:spMkLst>
            <pc:docMk/>
            <pc:sldMk cId="708970017" sldId="2830"/>
            <ac:spMk id="7" creationId="{1E120EAD-E237-F3A4-65F0-7536925B9334}"/>
          </ac:spMkLst>
        </pc:spChg>
        <pc:spChg chg="mod">
          <ac:chgData name="이진선" userId="60d488f5-cc7a-4a63-b94e-cdc3ec923bf7" providerId="ADAL" clId="{05D039E1-CAAA-4330-A250-6F772226BD83}" dt="2024-06-29T03:20:58.891" v="264" actId="20577"/>
          <ac:spMkLst>
            <pc:docMk/>
            <pc:sldMk cId="708970017" sldId="2830"/>
            <ac:spMk id="12" creationId="{0DCD70D8-EE9A-1D5C-DE8A-C299A6B76BF0}"/>
          </ac:spMkLst>
        </pc:spChg>
        <pc:spChg chg="mod">
          <ac:chgData name="이진선" userId="60d488f5-cc7a-4a63-b94e-cdc3ec923bf7" providerId="ADAL" clId="{05D039E1-CAAA-4330-A250-6F772226BD83}" dt="2024-06-29T03:19:33.681" v="100" actId="14100"/>
          <ac:spMkLst>
            <pc:docMk/>
            <pc:sldMk cId="708970017" sldId="2830"/>
            <ac:spMk id="13" creationId="{15CBEE25-7388-6428-9F6E-3B64CBAEE21B}"/>
          </ac:spMkLst>
        </pc:spChg>
        <pc:spChg chg="add del">
          <ac:chgData name="이진선" userId="60d488f5-cc7a-4a63-b94e-cdc3ec923bf7" providerId="ADAL" clId="{05D039E1-CAAA-4330-A250-6F772226BD83}" dt="2024-06-29T03:19:21.717" v="89" actId="22"/>
          <ac:spMkLst>
            <pc:docMk/>
            <pc:sldMk cId="708970017" sldId="2830"/>
            <ac:spMk id="22" creationId="{73866FD5-A139-E617-0487-7AE8D51345EF}"/>
          </ac:spMkLst>
        </pc:spChg>
        <pc:grpChg chg="mod">
          <ac:chgData name="이진선" userId="60d488f5-cc7a-4a63-b94e-cdc3ec923bf7" providerId="ADAL" clId="{05D039E1-CAAA-4330-A250-6F772226BD83}" dt="2024-06-29T03:19:22.208" v="90" actId="1076"/>
          <ac:grpSpMkLst>
            <pc:docMk/>
            <pc:sldMk cId="708970017" sldId="2830"/>
            <ac:grpSpMk id="2" creationId="{0CB2B0EC-85F6-3678-0C5F-73B1D5E3F9D6}"/>
          </ac:grpSpMkLst>
        </pc:grpChg>
        <pc:grpChg chg="mod">
          <ac:chgData name="이진선" userId="60d488f5-cc7a-4a63-b94e-cdc3ec923bf7" providerId="ADAL" clId="{05D039E1-CAAA-4330-A250-6F772226BD83}" dt="2024-06-29T03:15:37.390" v="64" actId="14100"/>
          <ac:grpSpMkLst>
            <pc:docMk/>
            <pc:sldMk cId="708970017" sldId="2830"/>
            <ac:grpSpMk id="4" creationId="{4B9740F4-D7B3-000E-DD52-5CEC11DB7BBA}"/>
          </ac:grpSpMkLst>
        </pc:grpChg>
      </pc:sldChg>
      <pc:sldChg chg="modSp mod ord">
        <pc:chgData name="이진선" userId="60d488f5-cc7a-4a63-b94e-cdc3ec923bf7" providerId="ADAL" clId="{05D039E1-CAAA-4330-A250-6F772226BD83}" dt="2024-06-29T03:30:59.163" v="576" actId="20577"/>
        <pc:sldMkLst>
          <pc:docMk/>
          <pc:sldMk cId="3438820460" sldId="2888"/>
        </pc:sldMkLst>
        <pc:spChg chg="mod">
          <ac:chgData name="이진선" userId="60d488f5-cc7a-4a63-b94e-cdc3ec923bf7" providerId="ADAL" clId="{05D039E1-CAAA-4330-A250-6F772226BD83}" dt="2024-06-29T03:30:43.303" v="489" actId="20577"/>
          <ac:spMkLst>
            <pc:docMk/>
            <pc:sldMk cId="3438820460" sldId="2888"/>
            <ac:spMk id="2" creationId="{B22338D2-EB1F-6EDE-2140-E8EE02784F14}"/>
          </ac:spMkLst>
        </pc:spChg>
        <pc:spChg chg="mod">
          <ac:chgData name="이진선" userId="60d488f5-cc7a-4a63-b94e-cdc3ec923bf7" providerId="ADAL" clId="{05D039E1-CAAA-4330-A250-6F772226BD83}" dt="2024-06-29T03:30:59.163" v="576" actId="20577"/>
          <ac:spMkLst>
            <pc:docMk/>
            <pc:sldMk cId="3438820460" sldId="2888"/>
            <ac:spMk id="3" creationId="{1448E296-73F0-A6BF-0013-25B26919AEEE}"/>
          </ac:spMkLst>
        </pc:spChg>
      </pc:sldChg>
      <pc:sldChg chg="modSp add del">
        <pc:chgData name="이진선" userId="60d488f5-cc7a-4a63-b94e-cdc3ec923bf7" providerId="ADAL" clId="{05D039E1-CAAA-4330-A250-6F772226BD83}" dt="2024-06-29T03:36:43.625" v="645"/>
        <pc:sldMkLst>
          <pc:docMk/>
          <pc:sldMk cId="123087557" sldId="3021"/>
        </pc:sldMkLst>
        <pc:spChg chg="mod">
          <ac:chgData name="이진선" userId="60d488f5-cc7a-4a63-b94e-cdc3ec923bf7" providerId="ADAL" clId="{05D039E1-CAAA-4330-A250-6F772226BD83}" dt="2024-06-29T03:36:40.134" v="643"/>
          <ac:spMkLst>
            <pc:docMk/>
            <pc:sldMk cId="123087557" sldId="3021"/>
            <ac:spMk id="4" creationId="{1396B8A4-2686-4485-B29E-6742B2D0F07E}"/>
          </ac:spMkLst>
        </pc:spChg>
      </pc:sldChg>
      <pc:sldChg chg="modSp add del">
        <pc:chgData name="이진선" userId="60d488f5-cc7a-4a63-b94e-cdc3ec923bf7" providerId="ADAL" clId="{05D039E1-CAAA-4330-A250-6F772226BD83}" dt="2024-06-29T03:36:43.625" v="645"/>
        <pc:sldMkLst>
          <pc:docMk/>
          <pc:sldMk cId="3425067656" sldId="3037"/>
        </pc:sldMkLst>
        <pc:spChg chg="mod">
          <ac:chgData name="이진선" userId="60d488f5-cc7a-4a63-b94e-cdc3ec923bf7" providerId="ADAL" clId="{05D039E1-CAAA-4330-A250-6F772226BD83}" dt="2024-06-29T03:36:40.134" v="643"/>
          <ac:spMkLst>
            <pc:docMk/>
            <pc:sldMk cId="3425067656" sldId="3037"/>
            <ac:spMk id="4" creationId="{1396B8A4-2686-4485-B29E-6742B2D0F07E}"/>
          </ac:spMkLst>
        </pc:spChg>
      </pc:sldChg>
      <pc:sldChg chg="ord">
        <pc:chgData name="이진선" userId="60d488f5-cc7a-4a63-b94e-cdc3ec923bf7" providerId="ADAL" clId="{05D039E1-CAAA-4330-A250-6F772226BD83}" dt="2024-06-29T03:12:19.974" v="45"/>
        <pc:sldMkLst>
          <pc:docMk/>
          <pc:sldMk cId="4199788318" sldId="3097"/>
        </pc:sldMkLst>
      </pc:sldChg>
      <pc:sldChg chg="modSp del mod">
        <pc:chgData name="이진선" userId="60d488f5-cc7a-4a63-b94e-cdc3ec923bf7" providerId="ADAL" clId="{05D039E1-CAAA-4330-A250-6F772226BD83}" dt="2024-06-29T03:36:53.028" v="651" actId="47"/>
        <pc:sldMkLst>
          <pc:docMk/>
          <pc:sldMk cId="2227720536" sldId="3098"/>
        </pc:sldMkLst>
        <pc:spChg chg="mod">
          <ac:chgData name="이진선" userId="60d488f5-cc7a-4a63-b94e-cdc3ec923bf7" providerId="ADAL" clId="{05D039E1-CAAA-4330-A250-6F772226BD83}" dt="2024-06-29T03:11:20.172" v="43" actId="6549"/>
          <ac:spMkLst>
            <pc:docMk/>
            <pc:sldMk cId="2227720536" sldId="3098"/>
            <ac:spMk id="2" creationId="{4854EDA1-6091-1EE4-68C5-FD9CBD0A6BA2}"/>
          </ac:spMkLst>
        </pc:spChg>
        <pc:spChg chg="mod">
          <ac:chgData name="이진선" userId="60d488f5-cc7a-4a63-b94e-cdc3ec923bf7" providerId="ADAL" clId="{05D039E1-CAAA-4330-A250-6F772226BD83}" dt="2024-06-29T03:15:20.440" v="49" actId="21"/>
          <ac:spMkLst>
            <pc:docMk/>
            <pc:sldMk cId="2227720536" sldId="3098"/>
            <ac:spMk id="3" creationId="{0C820068-0034-FBF5-F18F-46535CBBFC6C}"/>
          </ac:spMkLst>
        </pc:spChg>
      </pc:sldChg>
      <pc:sldChg chg="modSp add mod">
        <pc:chgData name="이진선" userId="60d488f5-cc7a-4a63-b94e-cdc3ec923bf7" providerId="ADAL" clId="{05D039E1-CAAA-4330-A250-6F772226BD83}" dt="2024-06-29T03:34:40.109" v="637" actId="14100"/>
        <pc:sldMkLst>
          <pc:docMk/>
          <pc:sldMk cId="1254857237" sldId="3103"/>
        </pc:sldMkLst>
        <pc:spChg chg="mod">
          <ac:chgData name="이진선" userId="60d488f5-cc7a-4a63-b94e-cdc3ec923bf7" providerId="ADAL" clId="{05D039E1-CAAA-4330-A250-6F772226BD83}" dt="2024-06-29T03:34:40.109" v="637" actId="14100"/>
          <ac:spMkLst>
            <pc:docMk/>
            <pc:sldMk cId="1254857237" sldId="3103"/>
            <ac:spMk id="5" creationId="{CF3689D9-E0F6-4DD2-08EE-470EE652DE95}"/>
          </ac:spMkLst>
        </pc:spChg>
        <pc:spChg chg="mod">
          <ac:chgData name="이진선" userId="60d488f5-cc7a-4a63-b94e-cdc3ec923bf7" providerId="ADAL" clId="{05D039E1-CAAA-4330-A250-6F772226BD83}" dt="2024-06-29T03:33:45.682" v="607"/>
          <ac:spMkLst>
            <pc:docMk/>
            <pc:sldMk cId="1254857237" sldId="3103"/>
            <ac:spMk id="7" creationId="{1E120EAD-E237-F3A4-65F0-7536925B9334}"/>
          </ac:spMkLst>
        </pc:spChg>
        <pc:spChg chg="mod">
          <ac:chgData name="이진선" userId="60d488f5-cc7a-4a63-b94e-cdc3ec923bf7" providerId="ADAL" clId="{05D039E1-CAAA-4330-A250-6F772226BD83}" dt="2024-06-29T03:33:54.244" v="610"/>
          <ac:spMkLst>
            <pc:docMk/>
            <pc:sldMk cId="1254857237" sldId="3103"/>
            <ac:spMk id="11" creationId="{45993FFF-2E65-6730-8F8F-199B6227A6C8}"/>
          </ac:spMkLst>
        </pc:spChg>
        <pc:spChg chg="mod">
          <ac:chgData name="이진선" userId="60d488f5-cc7a-4a63-b94e-cdc3ec923bf7" providerId="ADAL" clId="{05D039E1-CAAA-4330-A250-6F772226BD83}" dt="2024-06-29T03:34:02.656" v="614" actId="14100"/>
          <ac:spMkLst>
            <pc:docMk/>
            <pc:sldMk cId="1254857237" sldId="3103"/>
            <ac:spMk id="12" creationId="{0DCD70D8-EE9A-1D5C-DE8A-C299A6B76BF0}"/>
          </ac:spMkLst>
        </pc:spChg>
        <pc:spChg chg="mod">
          <ac:chgData name="이진선" userId="60d488f5-cc7a-4a63-b94e-cdc3ec923bf7" providerId="ADAL" clId="{05D039E1-CAAA-4330-A250-6F772226BD83}" dt="2024-06-29T03:34:15.608" v="621" actId="14100"/>
          <ac:spMkLst>
            <pc:docMk/>
            <pc:sldMk cId="1254857237" sldId="3103"/>
            <ac:spMk id="13" creationId="{15CBEE25-7388-6428-9F6E-3B64CBAEE21B}"/>
          </ac:spMkLst>
        </pc:spChg>
        <pc:spChg chg="mod">
          <ac:chgData name="이진선" userId="60d488f5-cc7a-4a63-b94e-cdc3ec923bf7" providerId="ADAL" clId="{05D039E1-CAAA-4330-A250-6F772226BD83}" dt="2024-06-29T03:33:24.500" v="603" actId="255"/>
          <ac:spMkLst>
            <pc:docMk/>
            <pc:sldMk cId="1254857237" sldId="3103"/>
            <ac:spMk id="33" creationId="{DCB64115-D4DC-5D7F-0BAD-ED18795D766F}"/>
          </ac:spMkLst>
        </pc:spChg>
      </pc:sldChg>
      <pc:sldChg chg="add del">
        <pc:chgData name="이진선" userId="60d488f5-cc7a-4a63-b94e-cdc3ec923bf7" providerId="ADAL" clId="{05D039E1-CAAA-4330-A250-6F772226BD83}" dt="2024-06-29T03:36:49.638" v="646" actId="47"/>
        <pc:sldMkLst>
          <pc:docMk/>
          <pc:sldMk cId="1613011954" sldId="3104"/>
        </pc:sldMkLst>
      </pc:sldChg>
      <pc:sldChg chg="add del">
        <pc:chgData name="이진선" userId="60d488f5-cc7a-4a63-b94e-cdc3ec923bf7" providerId="ADAL" clId="{05D039E1-CAAA-4330-A250-6F772226BD83}" dt="2024-06-29T03:36:50.787" v="647" actId="47"/>
        <pc:sldMkLst>
          <pc:docMk/>
          <pc:sldMk cId="1026769233" sldId="3105"/>
        </pc:sldMkLst>
      </pc:sldChg>
      <pc:sldChg chg="add del">
        <pc:chgData name="이진선" userId="60d488f5-cc7a-4a63-b94e-cdc3ec923bf7" providerId="ADAL" clId="{05D039E1-CAAA-4330-A250-6F772226BD83}" dt="2024-06-29T03:36:51.456" v="648" actId="47"/>
        <pc:sldMkLst>
          <pc:docMk/>
          <pc:sldMk cId="1823251821" sldId="3106"/>
        </pc:sldMkLst>
      </pc:sldChg>
      <pc:sldChg chg="add del">
        <pc:chgData name="이진선" userId="60d488f5-cc7a-4a63-b94e-cdc3ec923bf7" providerId="ADAL" clId="{05D039E1-CAAA-4330-A250-6F772226BD83}" dt="2024-06-29T03:36:51.885" v="649" actId="47"/>
        <pc:sldMkLst>
          <pc:docMk/>
          <pc:sldMk cId="198359976" sldId="3107"/>
        </pc:sldMkLst>
      </pc:sldChg>
      <pc:sldChg chg="add del">
        <pc:chgData name="이진선" userId="60d488f5-cc7a-4a63-b94e-cdc3ec923bf7" providerId="ADAL" clId="{05D039E1-CAAA-4330-A250-6F772226BD83}" dt="2024-06-29T03:36:52.472" v="650" actId="47"/>
        <pc:sldMkLst>
          <pc:docMk/>
          <pc:sldMk cId="986581736" sldId="3108"/>
        </pc:sldMkLst>
      </pc:sldChg>
      <pc:sldChg chg="modSp add del">
        <pc:chgData name="이진선" userId="60d488f5-cc7a-4a63-b94e-cdc3ec923bf7" providerId="ADAL" clId="{05D039E1-CAAA-4330-A250-6F772226BD83}" dt="2024-06-29T03:36:43.625" v="645"/>
        <pc:sldMkLst>
          <pc:docMk/>
          <pc:sldMk cId="2969595280" sldId="3217"/>
        </pc:sldMkLst>
        <pc:spChg chg="mod">
          <ac:chgData name="이진선" userId="60d488f5-cc7a-4a63-b94e-cdc3ec923bf7" providerId="ADAL" clId="{05D039E1-CAAA-4330-A250-6F772226BD83}" dt="2024-06-29T03:36:40.134" v="643"/>
          <ac:spMkLst>
            <pc:docMk/>
            <pc:sldMk cId="2969595280" sldId="3217"/>
            <ac:spMk id="4" creationId="{1396B8A4-2686-4485-B29E-6742B2D0F07E}"/>
          </ac:spMkLst>
        </pc:spChg>
      </pc:sldChg>
      <pc:sldChg chg="add del">
        <pc:chgData name="이진선" userId="60d488f5-cc7a-4a63-b94e-cdc3ec923bf7" providerId="ADAL" clId="{05D039E1-CAAA-4330-A250-6F772226BD83}" dt="2024-06-29T03:36:43.625" v="645"/>
        <pc:sldMkLst>
          <pc:docMk/>
          <pc:sldMk cId="4021139419" sldId="3219"/>
        </pc:sldMkLst>
      </pc:sldChg>
      <pc:sldChg chg="modSp add del">
        <pc:chgData name="이진선" userId="60d488f5-cc7a-4a63-b94e-cdc3ec923bf7" providerId="ADAL" clId="{05D039E1-CAAA-4330-A250-6F772226BD83}" dt="2024-06-29T03:36:43.625" v="645"/>
        <pc:sldMkLst>
          <pc:docMk/>
          <pc:sldMk cId="1180411963" sldId="3220"/>
        </pc:sldMkLst>
        <pc:spChg chg="mod">
          <ac:chgData name="이진선" userId="60d488f5-cc7a-4a63-b94e-cdc3ec923bf7" providerId="ADAL" clId="{05D039E1-CAAA-4330-A250-6F772226BD83}" dt="2024-06-29T03:36:40.134" v="643"/>
          <ac:spMkLst>
            <pc:docMk/>
            <pc:sldMk cId="1180411963" sldId="3220"/>
            <ac:spMk id="4" creationId="{1396B8A4-2686-4485-B29E-6742B2D0F07E}"/>
          </ac:spMkLst>
        </pc:spChg>
      </pc:sldChg>
      <pc:sldChg chg="modSp add del mod">
        <pc:chgData name="이진선" userId="60d488f5-cc7a-4a63-b94e-cdc3ec923bf7" providerId="ADAL" clId="{05D039E1-CAAA-4330-A250-6F772226BD83}" dt="2024-06-29T03:37:14.298" v="660" actId="20577"/>
        <pc:sldMkLst>
          <pc:docMk/>
          <pc:sldMk cId="595450217" sldId="3221"/>
        </pc:sldMkLst>
        <pc:spChg chg="mod">
          <ac:chgData name="이진선" userId="60d488f5-cc7a-4a63-b94e-cdc3ec923bf7" providerId="ADAL" clId="{05D039E1-CAAA-4330-A250-6F772226BD83}" dt="2024-06-29T03:37:14.298" v="660" actId="20577"/>
          <ac:spMkLst>
            <pc:docMk/>
            <pc:sldMk cId="595450217" sldId="3221"/>
            <ac:spMk id="2" creationId="{FE627264-800C-4305-ABED-EE2419C8120D}"/>
          </ac:spMkLst>
        </pc:spChg>
        <pc:spChg chg="mod">
          <ac:chgData name="이진선" userId="60d488f5-cc7a-4a63-b94e-cdc3ec923bf7" providerId="ADAL" clId="{05D039E1-CAAA-4330-A250-6F772226BD83}" dt="2024-06-29T03:36:40.134" v="643"/>
          <ac:spMkLst>
            <pc:docMk/>
            <pc:sldMk cId="595450217" sldId="3221"/>
            <ac:spMk id="4" creationId="{1396B8A4-2686-4485-B29E-6742B2D0F07E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6936ACEF-B5F0-A29D-AB35-A6A91A994BB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F6592E0-14E3-8F38-FE3D-E4DE14C231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45C36A-6835-486C-8207-D9A9B096F362}" type="datetimeFigureOut">
              <a:rPr lang="ko-KR" altLang="en-US" smtClean="0"/>
              <a:t>25-08-04 Mon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81D80B2-5F8A-DA96-FB22-14DFAD6948C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9EE1A34-F3AA-1768-C9CD-E2A45F32698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A3B380-27CF-4FB0-A097-19180778A3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06404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419D7A-8200-4F73-AB3E-D5133199B61A}" type="datetimeFigureOut">
              <a:rPr lang="ko-KR" altLang="en-US" smtClean="0"/>
              <a:t>25-08-04 Mon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449D0D-B2AE-4CE8-8E00-623FEE69C5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21872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449D0D-B2AE-4CE8-8E00-623FEE69C52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791375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876A05-BFAD-471C-B1E7-B407F807C93A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045427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449D0D-B2AE-4CE8-8E00-623FEE69C52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9310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449D0D-B2AE-4CE8-8E00-623FEE69C52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270639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449D0D-B2AE-4CE8-8E00-623FEE69C52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348538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449D0D-B2AE-4CE8-8E00-623FEE69C52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42495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1AC992-2B4C-CBBE-A198-D9043E9833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F1A1958-52AA-2D87-C5F0-D7A39F376E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46F6B5F-428C-6F47-5BA7-F5E966F28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CE98D-6C95-429A-93A9-B6E6763AE213}" type="datetimeFigureOut">
              <a:rPr lang="ko-KR" altLang="en-US" smtClean="0"/>
              <a:t>25-08-04 Mon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77A8B3-DF00-CC43-377D-383AB62B5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6E26D2-33B3-1014-0122-6BB627BB3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BEFA6-2880-4D6C-8D88-F953270557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04385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4B9D8E-8F3F-18EA-BD96-41BFBB6AD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1C4164A-1AFC-5673-8C52-55A0355638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C4C435-879D-A825-5341-0E28055D3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CE98D-6C95-429A-93A9-B6E6763AE213}" type="datetimeFigureOut">
              <a:rPr lang="ko-KR" altLang="en-US" smtClean="0"/>
              <a:t>25-08-04 Mon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EB26E75-B164-3675-55C8-D57959B89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F90F875-0734-AA61-16CD-2709476FE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BEFA6-2880-4D6C-8D88-F953270557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5562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3B51E5-3C0D-7FCF-6E5F-DB58794AF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B64B50C-DC4F-63B8-7110-8D9893E34A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763941-E558-F9A5-79AB-5962E3F76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CE98D-6C95-429A-93A9-B6E6763AE213}" type="datetimeFigureOut">
              <a:rPr lang="ko-KR" altLang="en-US" smtClean="0"/>
              <a:t>25-08-04 Mon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53E30C5-06DF-4885-63B2-47CBD2AA8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D616238-4A8D-4FA9-B5D1-42BB37679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BEFA6-2880-4D6C-8D88-F953270557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01162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0AAF2A-B35A-E30A-8D64-C52F9FA97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5576ED6-CCAE-EE57-1FF4-9BF069BB0A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822539F-9E94-B4A6-B7C4-C3E5C4DF23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EC2446B-1BC4-2041-6F23-BA5AD377F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CE98D-6C95-429A-93A9-B6E6763AE213}" type="datetimeFigureOut">
              <a:rPr lang="ko-KR" altLang="en-US" smtClean="0"/>
              <a:t>25-08-04 Mon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36032D3-BD72-A5F8-5A8B-E2CE7C547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B91582D-AF1F-9270-9B9D-1F24E8BB2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BEFA6-2880-4D6C-8D88-F953270557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6990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CE6B6E-994D-8737-7F94-8F22FC94F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E7A1181-FF0E-853F-095F-643B01724F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680DCD0-8377-41EC-3B58-2140D5E5E0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E7AD9B1-FEDD-658E-7A0D-95A6793AB7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B5A6093-1341-FF02-5077-C12000B5FE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160B75D-09AB-07A4-5EB3-B23E7AD5B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CE98D-6C95-429A-93A9-B6E6763AE213}" type="datetimeFigureOut">
              <a:rPr lang="ko-KR" altLang="en-US" smtClean="0"/>
              <a:t>25-08-04 Mon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8F95CA9-963A-12A8-2582-B4833BCA6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E5CFFF1-23DC-9823-4000-B28375A65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BEFA6-2880-4D6C-8D88-F953270557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7746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3DDA92-31B7-E95F-F698-4B57A0F03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2C47D02-3711-31E4-EC61-05FB05B12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CE98D-6C95-429A-93A9-B6E6763AE213}" type="datetimeFigureOut">
              <a:rPr lang="ko-KR" altLang="en-US" smtClean="0"/>
              <a:t>25-08-04 Mon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6B52A35-3D13-AF9E-997E-1834D60EC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F162028-33D9-CC25-1E62-9F84547CD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BEFA6-2880-4D6C-8D88-F953270557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43472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A4CA282-7B5A-FBDB-D336-92311B7BC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CE98D-6C95-429A-93A9-B6E6763AE213}" type="datetimeFigureOut">
              <a:rPr lang="ko-KR" altLang="en-US" smtClean="0"/>
              <a:t>25-08-04 Mon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0A732E8-672A-A960-2D93-938957569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20ED6A6-77CA-21D4-BED4-5BEC26309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BEFA6-2880-4D6C-8D88-F953270557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1111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3C9840-7397-F237-BB39-4529C8E02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A5C555D-F9A5-CDA7-1F26-4DF278BEB0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6315152-1398-C6D8-7EDA-A912C4EFCD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1DF58B0-A773-9B3F-2E39-3A465183F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CE98D-6C95-429A-93A9-B6E6763AE213}" type="datetimeFigureOut">
              <a:rPr lang="ko-KR" altLang="en-US" smtClean="0"/>
              <a:t>25-08-04 Mon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60C53F-7B4C-A8F3-191E-835C25D24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D5A0224-3978-E814-F048-AF657E6EA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BEFA6-2880-4D6C-8D88-F953270557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2968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C46288-BFDD-A896-E36C-17588A35A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E2D7C46-BA81-1085-9FFD-421E4D5358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1B8E76C-3429-4A58-EA13-1BAEACF136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29A0675-C90C-669A-0968-1E7849FCD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CE98D-6C95-429A-93A9-B6E6763AE213}" type="datetimeFigureOut">
              <a:rPr lang="ko-KR" altLang="en-US" smtClean="0"/>
              <a:t>25-08-04 Mon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ADF6195-695E-F916-BB69-511A9515D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291703C-1B28-C11E-6F79-81DC09EDD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BEFA6-2880-4D6C-8D88-F953270557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82969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1B92FB-82DC-A3DD-A2FC-0F96E21C4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7F5382F-6BAE-2070-CDF2-804ED2B8FF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74BEBD9-C264-6317-91BF-AEBE1148A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CE98D-6C95-429A-93A9-B6E6763AE213}" type="datetimeFigureOut">
              <a:rPr lang="ko-KR" altLang="en-US" smtClean="0"/>
              <a:t>25-08-04 Mon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BE0069C-1241-142C-7632-32C6F066F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9F62E7E-4087-E7E5-C879-36C90AB4C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BEFA6-2880-4D6C-8D88-F953270557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81156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33DDD58-CC8A-E823-1646-58A9ABDB05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6227DCC-FD72-6AEA-8D65-4CCFC870B1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CC242E-E1A4-45F5-C26A-F2E57A1BD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CE98D-6C95-429A-93A9-B6E6763AE213}" type="datetimeFigureOut">
              <a:rPr lang="ko-KR" altLang="en-US" smtClean="0"/>
              <a:t>25-08-04 Mon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1FB2DD-15B0-D1D2-152E-949FD779D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D88F34-D68E-4C9B-CA20-F25F4A86A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BEFA6-2880-4D6C-8D88-F953270557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14712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26917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텍스트 개체 틀 10">
            <a:extLst>
              <a:ext uri="{FF2B5EF4-FFF2-40B4-BE49-F238E27FC236}">
                <a16:creationId xmlns:a16="http://schemas.microsoft.com/office/drawing/2014/main" id="{A0DC7CA8-F180-4515-9FC0-0C43812ACEE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5282" y="474605"/>
            <a:ext cx="6591300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ko-KR" altLang="en-US" sz="4000" b="0" i="0" kern="1200" spc="-50" baseline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+mj-lt"/>
                <a:ea typeface="SB 어그로 Medium" panose="02020603020101020101" pitchFamily="18" charset="-127"/>
                <a:cs typeface="+mj-cs"/>
              </a:defRPr>
            </a:lvl1pPr>
          </a:lstStyle>
          <a:p>
            <a:pPr lvl="0"/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C6108C2-9E88-B28E-2B1B-657527C9462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9899" y="574239"/>
            <a:ext cx="1154113" cy="27621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5A8E1A9-740F-1978-5F15-8AFA4E0DD52C}"/>
              </a:ext>
            </a:extLst>
          </p:cNvPr>
          <p:cNvSpPr txBox="1"/>
          <p:nvPr userDrawn="1"/>
        </p:nvSpPr>
        <p:spPr>
          <a:xfrm>
            <a:off x="11829438" y="6519685"/>
            <a:ext cx="286938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fld id="{EF5239C0-FD28-4912-AD76-807BDC8B6022}" type="slidenum">
              <a:rPr lang="en-US" altLang="ko-KR" sz="1800" smtClean="0">
                <a:ln>
                  <a:solidFill>
                    <a:schemeClr val="tx2">
                      <a:lumMod val="20000"/>
                      <a:lumOff val="80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pPr algn="l"/>
              <a:t>‹#›</a:t>
            </a:fld>
            <a:endParaRPr lang="ko-KR" altLang="en-US" sz="1400" dirty="0">
              <a:ln>
                <a:solidFill>
                  <a:schemeClr val="tx2">
                    <a:lumMod val="20000"/>
                    <a:lumOff val="80000"/>
                    <a:alpha val="0"/>
                  </a:schemeClr>
                </a:solidFill>
              </a:ln>
              <a:solidFill>
                <a:schemeClr val="bg1">
                  <a:lumMod val="50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" name="텍스트 개체 틀 2">
            <a:extLst>
              <a:ext uri="{FF2B5EF4-FFF2-40B4-BE49-F238E27FC236}">
                <a16:creationId xmlns:a16="http://schemas.microsoft.com/office/drawing/2014/main" id="{34EDFC3A-313B-BC28-A122-D4F4C7569FD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82274" y="1312803"/>
            <a:ext cx="11376000" cy="52299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>
              <a:buSzPct val="130000"/>
              <a:buFont typeface="Wingdings" panose="05000000000000000000" pitchFamily="2" charset="2"/>
              <a:buChar char="§"/>
              <a:defRPr sz="2400"/>
            </a:lvl1pPr>
            <a:lvl2pPr marL="685800" indent="-228600">
              <a:buSzPct val="130000"/>
              <a:buFont typeface="Arial" panose="020B0604020202020204" pitchFamily="34" charset="0"/>
              <a:buChar char="•"/>
              <a:defRPr sz="2000"/>
            </a:lvl2pPr>
            <a:lvl3pPr marL="1143000" indent="-228600">
              <a:buFont typeface="Wingdings" panose="05000000000000000000" pitchFamily="2" charset="2"/>
              <a:buChar char="Ø"/>
              <a:defRPr sz="1800"/>
            </a:lvl3pPr>
            <a:lvl4pPr>
              <a:defRPr sz="1600"/>
            </a:lvl4pPr>
            <a:lvl5pPr>
              <a:defRPr sz="14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E5419313-E6FC-6AC8-527A-2202C3E146FD}"/>
              </a:ext>
            </a:extLst>
          </p:cNvPr>
          <p:cNvCxnSpPr>
            <a:cxnSpLocks/>
          </p:cNvCxnSpPr>
          <p:nvPr/>
        </p:nvCxnSpPr>
        <p:spPr>
          <a:xfrm>
            <a:off x="382274" y="1170703"/>
            <a:ext cx="11376000" cy="0"/>
          </a:xfrm>
          <a:prstGeom prst="line">
            <a:avLst/>
          </a:prstGeom>
          <a:ln w="190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7D57B96-CCE9-7AEB-D464-C1B7495DCA80}"/>
              </a:ext>
            </a:extLst>
          </p:cNvPr>
          <p:cNvSpPr txBox="1"/>
          <p:nvPr userDrawn="1"/>
        </p:nvSpPr>
        <p:spPr>
          <a:xfrm>
            <a:off x="124457" y="6542768"/>
            <a:ext cx="124425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b="1" i="1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Automation L</a:t>
            </a:r>
            <a:r>
              <a:rPr lang="en-US" altLang="ko-KR" sz="1000" b="1" i="1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ab.</a:t>
            </a:r>
            <a:endParaRPr lang="ko-KR" altLang="en-US" sz="1000" b="1" i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58462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및 내용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230A3CA2-04D9-79AC-1FFB-027DAC468B4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9899" y="574239"/>
            <a:ext cx="1154113" cy="276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89230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및 내용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6884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4457" y="4511491"/>
            <a:ext cx="5263848" cy="311299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28914" y="8229600"/>
            <a:ext cx="4334933" cy="371138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093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186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279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372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465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5589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652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745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A52DA-45BF-476A-BD66-AC3D5A05F9E9}" type="datetime1">
              <a:rPr lang="ko-KR" altLang="en-US" smtClean="0"/>
              <a:t>25-08-04 Mon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1517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har char="•"/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04DCB-3487-402F-A217-A4BD2AFE939F}" type="datetime1">
              <a:rPr lang="ko-KR" altLang="en-US" smtClean="0"/>
              <a:t>25-08-04 Mon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38893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9185" y="9332262"/>
            <a:ext cx="5263848" cy="2884394"/>
          </a:xfrm>
        </p:spPr>
        <p:txBody>
          <a:bodyPr anchor="t"/>
          <a:lstStyle>
            <a:lvl1pPr algn="l">
              <a:defRPr sz="2706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185" y="6155396"/>
            <a:ext cx="5263848" cy="3176867"/>
          </a:xfrm>
        </p:spPr>
        <p:txBody>
          <a:bodyPr anchor="b"/>
          <a:lstStyle>
            <a:lvl1pPr marL="0" indent="0">
              <a:buNone/>
              <a:defRPr sz="1353">
                <a:solidFill>
                  <a:schemeClr val="tx1">
                    <a:tint val="75000"/>
                  </a:schemeClr>
                </a:solidFill>
              </a:defRPr>
            </a:lvl1pPr>
            <a:lvl2pPr marL="309316" indent="0">
              <a:buNone/>
              <a:defRPr sz="1218">
                <a:solidFill>
                  <a:schemeClr val="tx1">
                    <a:tint val="75000"/>
                  </a:schemeClr>
                </a:solidFill>
              </a:defRPr>
            </a:lvl2pPr>
            <a:lvl3pPr marL="618631" indent="0">
              <a:buNone/>
              <a:defRPr sz="1082">
                <a:solidFill>
                  <a:schemeClr val="tx1">
                    <a:tint val="75000"/>
                  </a:schemeClr>
                </a:solidFill>
              </a:defRPr>
            </a:lvl3pPr>
            <a:lvl4pPr marL="927946" indent="0">
              <a:buNone/>
              <a:defRPr sz="947">
                <a:solidFill>
                  <a:schemeClr val="tx1">
                    <a:tint val="75000"/>
                  </a:schemeClr>
                </a:solidFill>
              </a:defRPr>
            </a:lvl4pPr>
            <a:lvl5pPr marL="1237262" indent="0">
              <a:buNone/>
              <a:defRPr sz="947">
                <a:solidFill>
                  <a:schemeClr val="tx1">
                    <a:tint val="75000"/>
                  </a:schemeClr>
                </a:solidFill>
              </a:defRPr>
            </a:lvl5pPr>
            <a:lvl6pPr marL="1546577" indent="0">
              <a:buNone/>
              <a:defRPr sz="947">
                <a:solidFill>
                  <a:schemeClr val="tx1">
                    <a:tint val="75000"/>
                  </a:schemeClr>
                </a:solidFill>
              </a:defRPr>
            </a:lvl6pPr>
            <a:lvl7pPr marL="1855892" indent="0">
              <a:buNone/>
              <a:defRPr sz="947">
                <a:solidFill>
                  <a:schemeClr val="tx1">
                    <a:tint val="75000"/>
                  </a:schemeClr>
                </a:solidFill>
              </a:defRPr>
            </a:lvl7pPr>
            <a:lvl8pPr marL="2165207" indent="0">
              <a:buNone/>
              <a:defRPr sz="947">
                <a:solidFill>
                  <a:schemeClr val="tx1">
                    <a:tint val="75000"/>
                  </a:schemeClr>
                </a:solidFill>
              </a:defRPr>
            </a:lvl8pPr>
            <a:lvl9pPr marL="2474522" indent="0">
              <a:buNone/>
              <a:defRPr sz="94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8B120-7D2E-4896-8421-A6DADF78FA1C}" type="datetime1">
              <a:rPr lang="ko-KR" altLang="en-US" smtClean="0"/>
              <a:t>25-08-04 Mon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89178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9638" y="3388663"/>
            <a:ext cx="2735136" cy="9584392"/>
          </a:xfrm>
        </p:spPr>
        <p:txBody>
          <a:bodyPr/>
          <a:lstStyle>
            <a:lvl1pPr>
              <a:defRPr sz="1894"/>
            </a:lvl1pPr>
            <a:lvl2pPr>
              <a:defRPr sz="1624"/>
            </a:lvl2pPr>
            <a:lvl3pPr>
              <a:defRPr sz="1353"/>
            </a:lvl3pPr>
            <a:lvl4pPr>
              <a:defRPr sz="1218"/>
            </a:lvl4pPr>
            <a:lvl5pPr>
              <a:defRPr sz="1218"/>
            </a:lvl5pPr>
            <a:lvl6pPr>
              <a:defRPr sz="1218"/>
            </a:lvl6pPr>
            <a:lvl7pPr>
              <a:defRPr sz="1218"/>
            </a:lvl7pPr>
            <a:lvl8pPr>
              <a:defRPr sz="1218"/>
            </a:lvl8pPr>
            <a:lvl9pPr>
              <a:defRPr sz="121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147988" y="3388663"/>
            <a:ext cx="2735136" cy="9584392"/>
          </a:xfrm>
        </p:spPr>
        <p:txBody>
          <a:bodyPr/>
          <a:lstStyle>
            <a:lvl1pPr>
              <a:defRPr sz="1894"/>
            </a:lvl1pPr>
            <a:lvl2pPr>
              <a:defRPr sz="1624"/>
            </a:lvl2pPr>
            <a:lvl3pPr>
              <a:defRPr sz="1353"/>
            </a:lvl3pPr>
            <a:lvl4pPr>
              <a:defRPr sz="1218"/>
            </a:lvl4pPr>
            <a:lvl5pPr>
              <a:defRPr sz="1218"/>
            </a:lvl5pPr>
            <a:lvl6pPr>
              <a:defRPr sz="1218"/>
            </a:lvl6pPr>
            <a:lvl7pPr>
              <a:defRPr sz="1218"/>
            </a:lvl7pPr>
            <a:lvl8pPr>
              <a:defRPr sz="1218"/>
            </a:lvl8pPr>
            <a:lvl9pPr>
              <a:defRPr sz="121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2EE82-2417-469C-A2E1-F5B1C3ACC751}" type="datetime1">
              <a:rPr lang="ko-KR" altLang="en-US" smtClean="0"/>
              <a:t>25-08-04 Mon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35137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9638" y="3250828"/>
            <a:ext cx="2736212" cy="1354790"/>
          </a:xfrm>
        </p:spPr>
        <p:txBody>
          <a:bodyPr anchor="b"/>
          <a:lstStyle>
            <a:lvl1pPr marL="0" indent="0">
              <a:buNone/>
              <a:defRPr sz="1624" b="1"/>
            </a:lvl1pPr>
            <a:lvl2pPr marL="309316" indent="0">
              <a:buNone/>
              <a:defRPr sz="1353" b="1"/>
            </a:lvl2pPr>
            <a:lvl3pPr marL="618631" indent="0">
              <a:buNone/>
              <a:defRPr sz="1218" b="1"/>
            </a:lvl3pPr>
            <a:lvl4pPr marL="927946" indent="0">
              <a:buNone/>
              <a:defRPr sz="1082" b="1"/>
            </a:lvl4pPr>
            <a:lvl5pPr marL="1237262" indent="0">
              <a:buNone/>
              <a:defRPr sz="1082" b="1"/>
            </a:lvl5pPr>
            <a:lvl6pPr marL="1546577" indent="0">
              <a:buNone/>
              <a:defRPr sz="1082" b="1"/>
            </a:lvl6pPr>
            <a:lvl7pPr marL="1855892" indent="0">
              <a:buNone/>
              <a:defRPr sz="1082" b="1"/>
            </a:lvl7pPr>
            <a:lvl8pPr marL="2165207" indent="0">
              <a:buNone/>
              <a:defRPr sz="1082" b="1"/>
            </a:lvl8pPr>
            <a:lvl9pPr marL="2474522" indent="0">
              <a:buNone/>
              <a:defRPr sz="108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9638" y="4605618"/>
            <a:ext cx="2736212" cy="8367433"/>
          </a:xfrm>
        </p:spPr>
        <p:txBody>
          <a:bodyPr/>
          <a:lstStyle>
            <a:lvl1pPr>
              <a:defRPr sz="1624"/>
            </a:lvl1pPr>
            <a:lvl2pPr>
              <a:defRPr sz="1353"/>
            </a:lvl2pPr>
            <a:lvl3pPr>
              <a:defRPr sz="1218"/>
            </a:lvl3pPr>
            <a:lvl4pPr>
              <a:defRPr sz="1082"/>
            </a:lvl4pPr>
            <a:lvl5pPr>
              <a:defRPr sz="1082"/>
            </a:lvl5pPr>
            <a:lvl6pPr>
              <a:defRPr sz="1082"/>
            </a:lvl6pPr>
            <a:lvl7pPr>
              <a:defRPr sz="1082"/>
            </a:lvl7pPr>
            <a:lvl8pPr>
              <a:defRPr sz="1082"/>
            </a:lvl8pPr>
            <a:lvl9pPr>
              <a:defRPr sz="108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145837" y="3250828"/>
            <a:ext cx="2737287" cy="1354790"/>
          </a:xfrm>
        </p:spPr>
        <p:txBody>
          <a:bodyPr anchor="b"/>
          <a:lstStyle>
            <a:lvl1pPr marL="0" indent="0">
              <a:buNone/>
              <a:defRPr sz="1624" b="1"/>
            </a:lvl1pPr>
            <a:lvl2pPr marL="309316" indent="0">
              <a:buNone/>
              <a:defRPr sz="1353" b="1"/>
            </a:lvl2pPr>
            <a:lvl3pPr marL="618631" indent="0">
              <a:buNone/>
              <a:defRPr sz="1218" b="1"/>
            </a:lvl3pPr>
            <a:lvl4pPr marL="927946" indent="0">
              <a:buNone/>
              <a:defRPr sz="1082" b="1"/>
            </a:lvl4pPr>
            <a:lvl5pPr marL="1237262" indent="0">
              <a:buNone/>
              <a:defRPr sz="1082" b="1"/>
            </a:lvl5pPr>
            <a:lvl6pPr marL="1546577" indent="0">
              <a:buNone/>
              <a:defRPr sz="1082" b="1"/>
            </a:lvl6pPr>
            <a:lvl7pPr marL="1855892" indent="0">
              <a:buNone/>
              <a:defRPr sz="1082" b="1"/>
            </a:lvl7pPr>
            <a:lvl8pPr marL="2165207" indent="0">
              <a:buNone/>
              <a:defRPr sz="1082" b="1"/>
            </a:lvl8pPr>
            <a:lvl9pPr marL="2474522" indent="0">
              <a:buNone/>
              <a:defRPr sz="108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145837" y="4605618"/>
            <a:ext cx="2737287" cy="8367433"/>
          </a:xfrm>
        </p:spPr>
        <p:txBody>
          <a:bodyPr/>
          <a:lstStyle>
            <a:lvl1pPr>
              <a:defRPr sz="1624"/>
            </a:lvl1pPr>
            <a:lvl2pPr>
              <a:defRPr sz="1353"/>
            </a:lvl2pPr>
            <a:lvl3pPr>
              <a:defRPr sz="1218"/>
            </a:lvl3pPr>
            <a:lvl4pPr>
              <a:defRPr sz="1082"/>
            </a:lvl4pPr>
            <a:lvl5pPr>
              <a:defRPr sz="1082"/>
            </a:lvl5pPr>
            <a:lvl6pPr>
              <a:defRPr sz="1082"/>
            </a:lvl6pPr>
            <a:lvl7pPr>
              <a:defRPr sz="1082"/>
            </a:lvl7pPr>
            <a:lvl8pPr>
              <a:defRPr sz="1082"/>
            </a:lvl8pPr>
            <a:lvl9pPr>
              <a:defRPr sz="108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844E6-C555-4B64-9B58-B993E5308F3F}" type="datetime1">
              <a:rPr lang="ko-KR" altLang="en-US" smtClean="0"/>
              <a:t>25-08-04 Mon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40208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F799F-F564-4459-B5D5-1C3C4A12DCE9}" type="datetime1">
              <a:rPr lang="ko-KR" altLang="en-US" smtClean="0"/>
              <a:t>25-08-04 Mon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72090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94775-01C2-4EF7-B236-8EC9402B10F4}" type="datetime1">
              <a:rPr lang="ko-KR" altLang="en-US" smtClean="0"/>
              <a:t>25-08-04 Mon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67185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9639" y="578224"/>
            <a:ext cx="2037376" cy="2460812"/>
          </a:xfrm>
        </p:spPr>
        <p:txBody>
          <a:bodyPr anchor="b"/>
          <a:lstStyle>
            <a:lvl1pPr algn="l">
              <a:defRPr sz="135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21198" y="578227"/>
            <a:ext cx="3461926" cy="12394828"/>
          </a:xfrm>
        </p:spPr>
        <p:txBody>
          <a:bodyPr/>
          <a:lstStyle>
            <a:lvl1pPr>
              <a:defRPr sz="2165"/>
            </a:lvl1pPr>
            <a:lvl2pPr>
              <a:defRPr sz="1894"/>
            </a:lvl2pPr>
            <a:lvl3pPr>
              <a:defRPr sz="1624"/>
            </a:lvl3pPr>
            <a:lvl4pPr>
              <a:defRPr sz="1353"/>
            </a:lvl4pPr>
            <a:lvl5pPr>
              <a:defRPr sz="1353"/>
            </a:lvl5pPr>
            <a:lvl6pPr>
              <a:defRPr sz="1353"/>
            </a:lvl6pPr>
            <a:lvl7pPr>
              <a:defRPr sz="1353"/>
            </a:lvl7pPr>
            <a:lvl8pPr>
              <a:defRPr sz="1353"/>
            </a:lvl8pPr>
            <a:lvl9pPr>
              <a:defRPr sz="135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9639" y="3039039"/>
            <a:ext cx="2037376" cy="9934016"/>
          </a:xfrm>
        </p:spPr>
        <p:txBody>
          <a:bodyPr/>
          <a:lstStyle>
            <a:lvl1pPr marL="0" indent="0">
              <a:buNone/>
              <a:defRPr sz="947"/>
            </a:lvl1pPr>
            <a:lvl2pPr marL="309316" indent="0">
              <a:buNone/>
              <a:defRPr sz="812"/>
            </a:lvl2pPr>
            <a:lvl3pPr marL="618631" indent="0">
              <a:buNone/>
              <a:defRPr sz="677"/>
            </a:lvl3pPr>
            <a:lvl4pPr marL="927946" indent="0">
              <a:buNone/>
              <a:defRPr sz="609"/>
            </a:lvl4pPr>
            <a:lvl5pPr marL="1237262" indent="0">
              <a:buNone/>
              <a:defRPr sz="609"/>
            </a:lvl5pPr>
            <a:lvl6pPr marL="1546577" indent="0">
              <a:buNone/>
              <a:defRPr sz="609"/>
            </a:lvl6pPr>
            <a:lvl7pPr marL="1855892" indent="0">
              <a:buNone/>
              <a:defRPr sz="609"/>
            </a:lvl7pPr>
            <a:lvl8pPr marL="2165207" indent="0">
              <a:buNone/>
              <a:defRPr sz="609"/>
            </a:lvl8pPr>
            <a:lvl9pPr marL="2474522" indent="0">
              <a:buNone/>
              <a:defRPr sz="60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33177-C035-4FF7-B532-6235194997AB}" type="datetime1">
              <a:rPr lang="ko-KR" altLang="en-US" smtClean="0"/>
              <a:t>25-08-04 Mon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061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3825" y="10165977"/>
            <a:ext cx="3715657" cy="1200151"/>
          </a:xfrm>
        </p:spPr>
        <p:txBody>
          <a:bodyPr anchor="b"/>
          <a:lstStyle>
            <a:lvl1pPr algn="l">
              <a:defRPr sz="135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213825" y="1297641"/>
            <a:ext cx="3715657" cy="8713694"/>
          </a:xfrm>
        </p:spPr>
        <p:txBody>
          <a:bodyPr/>
          <a:lstStyle>
            <a:lvl1pPr marL="0" indent="0">
              <a:buNone/>
              <a:defRPr sz="2165"/>
            </a:lvl1pPr>
            <a:lvl2pPr marL="309316" indent="0">
              <a:buNone/>
              <a:defRPr sz="1894"/>
            </a:lvl2pPr>
            <a:lvl3pPr marL="618631" indent="0">
              <a:buNone/>
              <a:defRPr sz="1624"/>
            </a:lvl3pPr>
            <a:lvl4pPr marL="927946" indent="0">
              <a:buNone/>
              <a:defRPr sz="1353"/>
            </a:lvl4pPr>
            <a:lvl5pPr marL="1237262" indent="0">
              <a:buNone/>
              <a:defRPr sz="1353"/>
            </a:lvl5pPr>
            <a:lvl6pPr marL="1546577" indent="0">
              <a:buNone/>
              <a:defRPr sz="1353"/>
            </a:lvl6pPr>
            <a:lvl7pPr marL="1855892" indent="0">
              <a:buNone/>
              <a:defRPr sz="1353"/>
            </a:lvl7pPr>
            <a:lvl8pPr marL="2165207" indent="0">
              <a:buNone/>
              <a:defRPr sz="1353"/>
            </a:lvl8pPr>
            <a:lvl9pPr marL="2474522" indent="0">
              <a:buNone/>
              <a:defRPr sz="135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3825" y="11366128"/>
            <a:ext cx="3715657" cy="1704413"/>
          </a:xfrm>
        </p:spPr>
        <p:txBody>
          <a:bodyPr/>
          <a:lstStyle>
            <a:lvl1pPr marL="0" indent="0">
              <a:buNone/>
              <a:defRPr sz="947"/>
            </a:lvl1pPr>
            <a:lvl2pPr marL="309316" indent="0">
              <a:buNone/>
              <a:defRPr sz="812"/>
            </a:lvl2pPr>
            <a:lvl3pPr marL="618631" indent="0">
              <a:buNone/>
              <a:defRPr sz="677"/>
            </a:lvl3pPr>
            <a:lvl4pPr marL="927946" indent="0">
              <a:buNone/>
              <a:defRPr sz="609"/>
            </a:lvl4pPr>
            <a:lvl5pPr marL="1237262" indent="0">
              <a:buNone/>
              <a:defRPr sz="609"/>
            </a:lvl5pPr>
            <a:lvl6pPr marL="1546577" indent="0">
              <a:buNone/>
              <a:defRPr sz="609"/>
            </a:lvl6pPr>
            <a:lvl7pPr marL="1855892" indent="0">
              <a:buNone/>
              <a:defRPr sz="609"/>
            </a:lvl7pPr>
            <a:lvl8pPr marL="2165207" indent="0">
              <a:buNone/>
              <a:defRPr sz="609"/>
            </a:lvl8pPr>
            <a:lvl9pPr marL="2474522" indent="0">
              <a:buNone/>
              <a:defRPr sz="60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3732D-BAE0-4011-806D-9FCBBB345BAC}" type="datetime1">
              <a:rPr lang="ko-KR" altLang="en-US" smtClean="0"/>
              <a:t>25-08-04 Mon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54933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0B783-C591-43B8-AF39-187BDAC7398A}" type="datetime1">
              <a:rPr lang="ko-KR" altLang="en-US" smtClean="0"/>
              <a:t>25-08-04 Mon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64579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489753" y="581590"/>
            <a:ext cx="1393371" cy="1239146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9638" y="581590"/>
            <a:ext cx="4076902" cy="12391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39556-8546-48F2-ACFA-41DC68F4B53B}" type="datetime1">
              <a:rPr lang="ko-KR" altLang="en-US" smtClean="0"/>
              <a:t>25-08-04 Mon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45323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텍스트 개체 틀 10">
            <a:extLst>
              <a:ext uri="{FF2B5EF4-FFF2-40B4-BE49-F238E27FC236}">
                <a16:creationId xmlns:a16="http://schemas.microsoft.com/office/drawing/2014/main" id="{A0DC7CA8-F180-4515-9FC0-0C43812ACEE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5282" y="474605"/>
            <a:ext cx="6591300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ko-KR" altLang="en-US" sz="4000" b="0" i="0" kern="1200" spc="-50" baseline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+mj-lt"/>
                <a:ea typeface="SB 어그로 Medium" panose="02020603020101020101" pitchFamily="18" charset="-127"/>
                <a:cs typeface="+mj-cs"/>
              </a:defRPr>
            </a:lvl1pPr>
          </a:lstStyle>
          <a:p>
            <a:pPr lvl="0"/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C6108C2-9E88-B28E-2B1B-657527C9462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9899" y="574239"/>
            <a:ext cx="1154113" cy="27621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5A8E1A9-740F-1978-5F15-8AFA4E0DD52C}"/>
              </a:ext>
            </a:extLst>
          </p:cNvPr>
          <p:cNvSpPr txBox="1"/>
          <p:nvPr userDrawn="1"/>
        </p:nvSpPr>
        <p:spPr>
          <a:xfrm>
            <a:off x="11829438" y="6519685"/>
            <a:ext cx="286938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fld id="{EF5239C0-FD28-4912-AD76-807BDC8B6022}" type="slidenum">
              <a:rPr lang="en-US" altLang="ko-KR" sz="1800" smtClean="0">
                <a:ln>
                  <a:solidFill>
                    <a:schemeClr val="tx2">
                      <a:lumMod val="20000"/>
                      <a:lumOff val="80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pPr algn="l"/>
              <a:t>‹#›</a:t>
            </a:fld>
            <a:endParaRPr lang="ko-KR" altLang="en-US" sz="1400" dirty="0">
              <a:ln>
                <a:solidFill>
                  <a:schemeClr val="tx2">
                    <a:lumMod val="20000"/>
                    <a:lumOff val="80000"/>
                    <a:alpha val="0"/>
                  </a:schemeClr>
                </a:solidFill>
              </a:ln>
              <a:solidFill>
                <a:schemeClr val="bg1">
                  <a:lumMod val="50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" name="텍스트 개체 틀 2">
            <a:extLst>
              <a:ext uri="{FF2B5EF4-FFF2-40B4-BE49-F238E27FC236}">
                <a16:creationId xmlns:a16="http://schemas.microsoft.com/office/drawing/2014/main" id="{34EDFC3A-313B-BC28-A122-D4F4C7569FD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82274" y="1312803"/>
            <a:ext cx="11376000" cy="52299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>
              <a:buSzPct val="130000"/>
              <a:buFont typeface="Wingdings" panose="05000000000000000000" pitchFamily="2" charset="2"/>
              <a:buChar char="§"/>
              <a:defRPr sz="2400"/>
            </a:lvl1pPr>
            <a:lvl2pPr marL="685800" indent="-228600">
              <a:buSzPct val="130000"/>
              <a:buFont typeface="Arial" panose="020B0604020202020204" pitchFamily="34" charset="0"/>
              <a:buChar char="•"/>
              <a:defRPr sz="2000"/>
            </a:lvl2pPr>
            <a:lvl3pPr marL="1143000" indent="-228600">
              <a:buFont typeface="Wingdings" panose="05000000000000000000" pitchFamily="2" charset="2"/>
              <a:buChar char="Ø"/>
              <a:defRPr sz="1800"/>
            </a:lvl3pPr>
            <a:lvl4pPr>
              <a:defRPr sz="1600"/>
            </a:lvl4pPr>
            <a:lvl5pPr>
              <a:defRPr sz="14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E5419313-E6FC-6AC8-527A-2202C3E146FD}"/>
              </a:ext>
            </a:extLst>
          </p:cNvPr>
          <p:cNvCxnSpPr>
            <a:cxnSpLocks/>
          </p:cNvCxnSpPr>
          <p:nvPr/>
        </p:nvCxnSpPr>
        <p:spPr>
          <a:xfrm>
            <a:off x="382274" y="1170703"/>
            <a:ext cx="11376000" cy="0"/>
          </a:xfrm>
          <a:prstGeom prst="line">
            <a:avLst/>
          </a:prstGeom>
          <a:ln w="190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7D57B96-CCE9-7AEB-D464-C1B7495DCA80}"/>
              </a:ext>
            </a:extLst>
          </p:cNvPr>
          <p:cNvSpPr txBox="1"/>
          <p:nvPr userDrawn="1"/>
        </p:nvSpPr>
        <p:spPr>
          <a:xfrm>
            <a:off x="124457" y="6542768"/>
            <a:ext cx="124425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b="1" i="1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Automation L</a:t>
            </a:r>
            <a:r>
              <a:rPr lang="en-US" altLang="ko-KR" sz="1000" b="1" i="1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ab.</a:t>
            </a:r>
            <a:endParaRPr lang="ko-KR" altLang="en-US" sz="1000" b="1" i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04281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7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4F3EFFC-4370-897C-41E4-14804A3E1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43311E4-AC83-3B72-06B3-854B2157B3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D16591E-B5C6-C46E-21BB-9CCC4B391F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0CE98D-6C95-429A-93A9-B6E6763AE213}" type="datetimeFigureOut">
              <a:rPr lang="ko-KR" altLang="en-US" smtClean="0"/>
              <a:t>25-08-04 Mon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BF0F4D1-0CAD-663B-A7A9-3B73446674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AA39F15-CABE-16FA-C751-2ACBC6ED52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0BEFA6-2880-4D6C-8D88-F953270557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8715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3" r:id="rId14"/>
    <p:sldLayoutId id="2147483662" r:id="rId15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9638" y="581587"/>
            <a:ext cx="5573486" cy="24204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9638" y="3388663"/>
            <a:ext cx="5573486" cy="95843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9638" y="13460509"/>
            <a:ext cx="1444978" cy="7732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1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A72A39-FC7F-47B7-BC59-6435EDEDE212}" type="datetime1">
              <a:rPr lang="ko-KR" altLang="en-US" smtClean="0"/>
              <a:t>25-08-04 Mon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15861" y="13460509"/>
            <a:ext cx="1961041" cy="7732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1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438146" y="13460509"/>
            <a:ext cx="1444978" cy="7732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1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021451-1387-4CA6-816F-3879F97B5C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003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0" r:id="rId12"/>
  </p:sldLayoutIdLst>
  <p:hf hdr="0" ftr="0" dt="0"/>
  <p:txStyles>
    <p:titleStyle>
      <a:lvl1pPr algn="ctr" defTabSz="618631" rtl="0" eaLnBrk="1" latinLnBrk="0" hangingPunct="1">
        <a:spcBef>
          <a:spcPct val="0"/>
        </a:spcBef>
        <a:buNone/>
        <a:defRPr sz="297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31987" indent="-231987" algn="l" defTabSz="618631" rtl="0" eaLnBrk="1" latinLnBrk="0" hangingPunct="1">
        <a:spcBef>
          <a:spcPct val="20000"/>
        </a:spcBef>
        <a:buFont typeface="Arial" pitchFamily="34" charset="0"/>
        <a:buChar char="�"/>
        <a:defRPr sz="2165" kern="1200">
          <a:solidFill>
            <a:schemeClr val="tx1"/>
          </a:solidFill>
          <a:latin typeface="+mn-lt"/>
          <a:ea typeface="+mn-ea"/>
          <a:cs typeface="+mn-cs"/>
        </a:defRPr>
      </a:lvl1pPr>
      <a:lvl2pPr marL="502637" indent="-193322" algn="l" defTabSz="618631" rtl="0" eaLnBrk="1" latinLnBrk="0" hangingPunct="1">
        <a:spcBef>
          <a:spcPct val="20000"/>
        </a:spcBef>
        <a:buFont typeface="Arial" pitchFamily="34" charset="0"/>
        <a:buChar char="�"/>
        <a:defRPr sz="1894" kern="1200">
          <a:solidFill>
            <a:schemeClr val="tx1"/>
          </a:solidFill>
          <a:latin typeface="+mn-lt"/>
          <a:ea typeface="+mn-ea"/>
          <a:cs typeface="+mn-cs"/>
        </a:defRPr>
      </a:lvl2pPr>
      <a:lvl3pPr marL="773289" indent="-154658" algn="l" defTabSz="618631" rtl="0" eaLnBrk="1" latinLnBrk="0" hangingPunct="1">
        <a:spcBef>
          <a:spcPct val="20000"/>
        </a:spcBef>
        <a:buFont typeface="Arial" pitchFamily="34" charset="0"/>
        <a:buChar char="�"/>
        <a:defRPr sz="1624" kern="1200">
          <a:solidFill>
            <a:schemeClr val="tx1"/>
          </a:solidFill>
          <a:latin typeface="+mn-lt"/>
          <a:ea typeface="+mn-ea"/>
          <a:cs typeface="+mn-cs"/>
        </a:defRPr>
      </a:lvl3pPr>
      <a:lvl4pPr marL="1082604" indent="-154658" algn="l" defTabSz="618631" rtl="0" eaLnBrk="1" latinLnBrk="0" hangingPunct="1">
        <a:spcBef>
          <a:spcPct val="20000"/>
        </a:spcBef>
        <a:buFont typeface="Arial" pitchFamily="34" charset="0"/>
        <a:buChar char="�"/>
        <a:defRPr sz="1353" kern="1200">
          <a:solidFill>
            <a:schemeClr val="tx1"/>
          </a:solidFill>
          <a:latin typeface="+mn-lt"/>
          <a:ea typeface="+mn-ea"/>
          <a:cs typeface="+mn-cs"/>
        </a:defRPr>
      </a:lvl4pPr>
      <a:lvl5pPr marL="1391920" indent="-154658" algn="l" defTabSz="618631" rtl="0" eaLnBrk="1" latinLnBrk="0" hangingPunct="1">
        <a:spcBef>
          <a:spcPct val="20000"/>
        </a:spcBef>
        <a:buFont typeface="Arial" pitchFamily="34" charset="0"/>
        <a:buChar char="�"/>
        <a:defRPr sz="1353" kern="1200">
          <a:solidFill>
            <a:schemeClr val="tx1"/>
          </a:solidFill>
          <a:latin typeface="+mn-lt"/>
          <a:ea typeface="+mn-ea"/>
          <a:cs typeface="+mn-cs"/>
        </a:defRPr>
      </a:lvl5pPr>
      <a:lvl6pPr marL="1701235" indent="-154658" algn="l" defTabSz="618631" rtl="0" eaLnBrk="1" latinLnBrk="0" hangingPunct="1">
        <a:spcBef>
          <a:spcPct val="20000"/>
        </a:spcBef>
        <a:buFont typeface="Arial" pitchFamily="34" charset="0"/>
        <a:buChar char="�"/>
        <a:defRPr sz="1353" kern="1200">
          <a:solidFill>
            <a:schemeClr val="tx1"/>
          </a:solidFill>
          <a:latin typeface="+mn-lt"/>
          <a:ea typeface="+mn-ea"/>
          <a:cs typeface="+mn-cs"/>
        </a:defRPr>
      </a:lvl6pPr>
      <a:lvl7pPr marL="2010549" indent="-154658" algn="l" defTabSz="618631" rtl="0" eaLnBrk="1" latinLnBrk="0" hangingPunct="1">
        <a:spcBef>
          <a:spcPct val="20000"/>
        </a:spcBef>
        <a:buFont typeface="Arial" pitchFamily="34" charset="0"/>
        <a:buChar char="�"/>
        <a:defRPr sz="1353" kern="1200">
          <a:solidFill>
            <a:schemeClr val="tx1"/>
          </a:solidFill>
          <a:latin typeface="+mn-lt"/>
          <a:ea typeface="+mn-ea"/>
          <a:cs typeface="+mn-cs"/>
        </a:defRPr>
      </a:lvl7pPr>
      <a:lvl8pPr marL="2319865" indent="-154658" algn="l" defTabSz="618631" rtl="0" eaLnBrk="1" latinLnBrk="0" hangingPunct="1">
        <a:spcBef>
          <a:spcPct val="20000"/>
        </a:spcBef>
        <a:buFont typeface="Arial" pitchFamily="34" charset="0"/>
        <a:buChar char="�"/>
        <a:defRPr sz="1353" kern="1200">
          <a:solidFill>
            <a:schemeClr val="tx1"/>
          </a:solidFill>
          <a:latin typeface="+mn-lt"/>
          <a:ea typeface="+mn-ea"/>
          <a:cs typeface="+mn-cs"/>
        </a:defRPr>
      </a:lvl8pPr>
      <a:lvl9pPr marL="2629180" indent="-154658" algn="l" defTabSz="618631" rtl="0" eaLnBrk="1" latinLnBrk="0" hangingPunct="1">
        <a:spcBef>
          <a:spcPct val="20000"/>
        </a:spcBef>
        <a:buFont typeface="Arial" pitchFamily="34" charset="0"/>
        <a:buChar char="�"/>
        <a:defRPr sz="135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18631" rtl="0" eaLnBrk="1" latinLnBrk="0" hangingPunct="1">
        <a:defRPr sz="1218" kern="1200">
          <a:solidFill>
            <a:schemeClr val="tx1"/>
          </a:solidFill>
          <a:latin typeface="+mn-lt"/>
          <a:ea typeface="+mn-ea"/>
          <a:cs typeface="+mn-cs"/>
        </a:defRPr>
      </a:lvl1pPr>
      <a:lvl2pPr marL="309316" algn="l" defTabSz="618631" rtl="0" eaLnBrk="1" latinLnBrk="0" hangingPunct="1">
        <a:defRPr sz="1218" kern="1200">
          <a:solidFill>
            <a:schemeClr val="tx1"/>
          </a:solidFill>
          <a:latin typeface="+mn-lt"/>
          <a:ea typeface="+mn-ea"/>
          <a:cs typeface="+mn-cs"/>
        </a:defRPr>
      </a:lvl2pPr>
      <a:lvl3pPr marL="618631" algn="l" defTabSz="618631" rtl="0" eaLnBrk="1" latinLnBrk="0" hangingPunct="1">
        <a:defRPr sz="1218" kern="1200">
          <a:solidFill>
            <a:schemeClr val="tx1"/>
          </a:solidFill>
          <a:latin typeface="+mn-lt"/>
          <a:ea typeface="+mn-ea"/>
          <a:cs typeface="+mn-cs"/>
        </a:defRPr>
      </a:lvl3pPr>
      <a:lvl4pPr marL="927946" algn="l" defTabSz="618631" rtl="0" eaLnBrk="1" latinLnBrk="0" hangingPunct="1">
        <a:defRPr sz="1218" kern="1200">
          <a:solidFill>
            <a:schemeClr val="tx1"/>
          </a:solidFill>
          <a:latin typeface="+mn-lt"/>
          <a:ea typeface="+mn-ea"/>
          <a:cs typeface="+mn-cs"/>
        </a:defRPr>
      </a:lvl4pPr>
      <a:lvl5pPr marL="1237262" algn="l" defTabSz="618631" rtl="0" eaLnBrk="1" latinLnBrk="0" hangingPunct="1">
        <a:defRPr sz="1218" kern="1200">
          <a:solidFill>
            <a:schemeClr val="tx1"/>
          </a:solidFill>
          <a:latin typeface="+mn-lt"/>
          <a:ea typeface="+mn-ea"/>
          <a:cs typeface="+mn-cs"/>
        </a:defRPr>
      </a:lvl5pPr>
      <a:lvl6pPr marL="1546577" algn="l" defTabSz="618631" rtl="0" eaLnBrk="1" latinLnBrk="0" hangingPunct="1">
        <a:defRPr sz="1218" kern="1200">
          <a:solidFill>
            <a:schemeClr val="tx1"/>
          </a:solidFill>
          <a:latin typeface="+mn-lt"/>
          <a:ea typeface="+mn-ea"/>
          <a:cs typeface="+mn-cs"/>
        </a:defRPr>
      </a:lvl6pPr>
      <a:lvl7pPr marL="1855892" algn="l" defTabSz="618631" rtl="0" eaLnBrk="1" latinLnBrk="0" hangingPunct="1">
        <a:defRPr sz="1218" kern="1200">
          <a:solidFill>
            <a:schemeClr val="tx1"/>
          </a:solidFill>
          <a:latin typeface="+mn-lt"/>
          <a:ea typeface="+mn-ea"/>
          <a:cs typeface="+mn-cs"/>
        </a:defRPr>
      </a:lvl7pPr>
      <a:lvl8pPr marL="2165207" algn="l" defTabSz="618631" rtl="0" eaLnBrk="1" latinLnBrk="0" hangingPunct="1">
        <a:defRPr sz="1218" kern="1200">
          <a:solidFill>
            <a:schemeClr val="tx1"/>
          </a:solidFill>
          <a:latin typeface="+mn-lt"/>
          <a:ea typeface="+mn-ea"/>
          <a:cs typeface="+mn-cs"/>
        </a:defRPr>
      </a:lvl8pPr>
      <a:lvl9pPr marL="2474522" algn="l" defTabSz="618631" rtl="0" eaLnBrk="1" latinLnBrk="0" hangingPunct="1">
        <a:defRPr sz="121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15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17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19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KoGeReC KO – Eine weitere WordPress-Website">
            <a:extLst>
              <a:ext uri="{FF2B5EF4-FFF2-40B4-BE49-F238E27FC236}">
                <a16:creationId xmlns:a16="http://schemas.microsoft.com/office/drawing/2014/main" id="{B1D4309C-BCB5-4B4C-836B-3AB507D603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5652" y="963629"/>
            <a:ext cx="1629423" cy="387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제목 1">
            <a:extLst>
              <a:ext uri="{FF2B5EF4-FFF2-40B4-BE49-F238E27FC236}">
                <a16:creationId xmlns:a16="http://schemas.microsoft.com/office/drawing/2014/main" id="{E7B98F5B-E8D6-70D0-BDC2-1A0817FF67B6}"/>
              </a:ext>
            </a:extLst>
          </p:cNvPr>
          <p:cNvSpPr txBox="1">
            <a:spLocks/>
          </p:cNvSpPr>
          <p:nvPr/>
        </p:nvSpPr>
        <p:spPr>
          <a:xfrm>
            <a:off x="875651" y="2023269"/>
            <a:ext cx="10980233" cy="11079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070C0"/>
              </a:buClr>
              <a:buSzPct val="95000"/>
              <a:buFont typeface="Wingdings" panose="05000000000000000000" pitchFamily="2" charset="2"/>
              <a:buNone/>
              <a:tabLst/>
              <a:defRPr/>
            </a:pPr>
            <a:r>
              <a:rPr lang="en-US" altLang="ko-KR" sz="3600" spc="-50">
                <a:ln>
                  <a:solidFill>
                    <a:srgbClr val="004687">
                      <a:alpha val="0"/>
                    </a:srgbClr>
                  </a:solidFill>
                </a:ln>
                <a:solidFill>
                  <a:srgbClr val="74BA29"/>
                </a:solidFill>
                <a:ea typeface="SB 어그로 Medium" panose="02020603020101020101" pitchFamily="18" charset="-127"/>
              </a:rPr>
              <a:t>Future Vehicle Education Workshop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070C0"/>
              </a:buClr>
              <a:buSzPct val="95000"/>
              <a:buFont typeface="Wingdings" panose="05000000000000000000" pitchFamily="2" charset="2"/>
              <a:buNone/>
              <a:tabLst/>
              <a:defRPr/>
            </a:pPr>
            <a:r>
              <a:rPr lang="en-US" altLang="ko-KR" sz="3600" spc="-50">
                <a:ln>
                  <a:solidFill>
                    <a:srgbClr val="004687">
                      <a:alpha val="0"/>
                    </a:srgbClr>
                  </a:solidFill>
                </a:ln>
                <a:solidFill>
                  <a:srgbClr val="74BA29"/>
                </a:solidFill>
                <a:ea typeface="SB 어그로 Medium" panose="02020603020101020101" pitchFamily="18" charset="-127"/>
              </a:rPr>
              <a:t>- Advanced Exercises (Assignments)</a:t>
            </a:r>
            <a:endParaRPr lang="ko-KR" altLang="en-US" sz="3600" spc="-50" dirty="0">
              <a:ln>
                <a:solidFill>
                  <a:srgbClr val="004687">
                    <a:alpha val="0"/>
                  </a:srgbClr>
                </a:solidFill>
              </a:ln>
              <a:solidFill>
                <a:srgbClr val="74BA29"/>
              </a:solidFill>
              <a:ea typeface="SB 어그로 Mediu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118103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4854EDA1-6091-1EE4-68C5-FD9CBD0A6BA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/>
              <a:t>Advanced Ex 1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34FB61B-B022-B13F-DC1D-A42A9A047F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274" y="1312803"/>
            <a:ext cx="11809726" cy="5229955"/>
          </a:xfrm>
        </p:spPr>
        <p:txBody>
          <a:bodyPr/>
          <a:lstStyle/>
          <a:p>
            <a:r>
              <a:rPr lang="en-US" altLang="ko-KR"/>
              <a:t>Bird’s-Eye-View application</a:t>
            </a:r>
          </a:p>
          <a:p>
            <a:pPr lvl="1"/>
            <a:r>
              <a:rPr lang="en-US" altLang="ko-KR"/>
              <a:t>Running with default settings, outputs like the 3rd picture→ </a:t>
            </a:r>
            <a:r>
              <a:rPr lang="en-US" altLang="ko-KR">
                <a:highlight>
                  <a:srgbClr val="FFFF00"/>
                </a:highlight>
              </a:rPr>
              <a:t>Secure the view as shown in the 4th picture</a:t>
            </a:r>
          </a:p>
          <a:p>
            <a:pPr lvl="1"/>
            <a:r>
              <a:rPr lang="en-US" altLang="ko-KR"/>
              <a:t>Modify only the get_bird_eye_view() function in the start_lib.py file (1 line of settings).</a:t>
            </a:r>
            <a:endParaRPr lang="en-US" altLang="ko-KR" dirty="0"/>
          </a:p>
          <a:p>
            <a:pPr lvl="1"/>
            <a:endParaRPr lang="en-US" altLang="ko-KR" dirty="0"/>
          </a:p>
          <a:p>
            <a:endParaRPr lang="en-US" altLang="ko-KR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7F554209-40C3-A0F4-8465-A1A47116CA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7693" y="2886081"/>
            <a:ext cx="2811640" cy="2928467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B8AF625A-31A7-79DA-F065-3D1DA323EE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453" y="2886081"/>
            <a:ext cx="2811641" cy="2928468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689158BF-C136-3A5E-4F77-5D1E44DD83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9573" y="2886081"/>
            <a:ext cx="2811641" cy="2928468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753CF316-E106-3206-87CC-05D6143C67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05812" y="2886081"/>
            <a:ext cx="2811638" cy="2928466"/>
          </a:xfrm>
          <a:prstGeom prst="rect">
            <a:avLst/>
          </a:prstGeom>
        </p:spPr>
      </p:pic>
      <p:sp>
        <p:nvSpPr>
          <p:cNvPr id="17" name="화살표: 위로 구부러짐 16">
            <a:extLst>
              <a:ext uri="{FF2B5EF4-FFF2-40B4-BE49-F238E27FC236}">
                <a16:creationId xmlns:a16="http://schemas.microsoft.com/office/drawing/2014/main" id="{353D6C60-3FF0-70AC-DA90-4E7253A4A39A}"/>
              </a:ext>
            </a:extLst>
          </p:cNvPr>
          <p:cNvSpPr/>
          <p:nvPr/>
        </p:nvSpPr>
        <p:spPr>
          <a:xfrm>
            <a:off x="7802450" y="5252537"/>
            <a:ext cx="2470245" cy="750627"/>
          </a:xfrm>
          <a:prstGeom prst="curvedUp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7274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4854EDA1-6091-1EE4-68C5-FD9CBD0A6BA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/>
              <a:t>Advanced Ex 1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34FB61B-B022-B13F-DC1D-A42A9A047F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274" y="1312803"/>
            <a:ext cx="11809726" cy="5229955"/>
          </a:xfrm>
        </p:spPr>
        <p:txBody>
          <a:bodyPr/>
          <a:lstStyle/>
          <a:p>
            <a:r>
              <a:rPr lang="en-US" altLang="ko-KR"/>
              <a:t>Bird’s-Eye-View application</a:t>
            </a:r>
            <a:endParaRPr lang="en-US" altLang="ko-KR" dirty="0"/>
          </a:p>
          <a:p>
            <a:pPr lvl="1"/>
            <a:r>
              <a:rPr lang="en-US" altLang="ko-KR"/>
              <a:t>Running with default settings, outputs like the 3rd picture→ Secure the view as shown in the 4th picture</a:t>
            </a:r>
          </a:p>
          <a:p>
            <a:pPr lvl="1"/>
            <a:r>
              <a:rPr lang="en-US" altLang="ko-KR">
                <a:highlight>
                  <a:srgbClr val="FFFF00"/>
                </a:highlight>
              </a:rPr>
              <a:t>Modify only the get_bird_eye_view() function in the start_lib.py file (1 line of settings).</a:t>
            </a:r>
          </a:p>
          <a:p>
            <a:pPr marL="0" indent="0">
              <a:buNone/>
            </a:pPr>
            <a:endParaRPr lang="en-US" altLang="ko-KR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3DA0828-D61B-9237-5431-11F25F8300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000" y="2762566"/>
            <a:ext cx="11376000" cy="2567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4044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4854EDA1-6091-1EE4-68C5-FD9CBD0A6BA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/>
              <a:t>Advanced Ex 2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75FB71E-E406-76F2-BB3E-F1FEA7793D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Hough </a:t>
            </a:r>
            <a:r>
              <a:rPr lang="en-US" altLang="ko-KR"/>
              <a:t>Transform application</a:t>
            </a:r>
            <a:endParaRPr lang="en-US" altLang="ko-KR" dirty="0"/>
          </a:p>
          <a:p>
            <a:pPr lvl="1"/>
            <a:r>
              <a:rPr lang="en-US" altLang="ko-KR"/>
              <a:t>Running with default settings, output like the 1st photo→ </a:t>
            </a:r>
            <a:r>
              <a:rPr lang="en-US" altLang="ko-KR">
                <a:highlight>
                  <a:srgbClr val="FFFF00"/>
                </a:highlight>
              </a:rPr>
              <a:t>Denoise like the 2nd photo</a:t>
            </a:r>
          </a:p>
          <a:p>
            <a:pPr lvl="1"/>
            <a:r>
              <a:rPr lang="en-US" altLang="ko-KR"/>
              <a:t>Add only the hough_transform() function to the straight_lib.py file (refer to the code provided in the basic example, 7 lines).</a:t>
            </a:r>
            <a:endParaRPr lang="ko-KR" altLang="en-US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815C4D97-45F6-18A2-933E-ECFAEC8D4812}"/>
              </a:ext>
            </a:extLst>
          </p:cNvPr>
          <p:cNvGrpSpPr/>
          <p:nvPr/>
        </p:nvGrpSpPr>
        <p:grpSpPr>
          <a:xfrm>
            <a:off x="2277242" y="2828538"/>
            <a:ext cx="7637515" cy="3883252"/>
            <a:chOff x="1648990" y="1806541"/>
            <a:chExt cx="8921316" cy="4831786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53C01F9D-BA09-5620-8A5A-06F2E257028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48990" y="1806541"/>
              <a:ext cx="4278688" cy="4456473"/>
            </a:xfrm>
            <a:prstGeom prst="rect">
              <a:avLst/>
            </a:prstGeom>
          </p:spPr>
        </p:pic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53268F0C-296D-6B81-D905-DEEE6F36659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291618" y="1806541"/>
              <a:ext cx="4278688" cy="4456473"/>
            </a:xfrm>
            <a:prstGeom prst="rect">
              <a:avLst/>
            </a:prstGeom>
          </p:spPr>
        </p:pic>
        <p:sp>
          <p:nvSpPr>
            <p:cNvPr id="13" name="화살표: 위로 구부러짐 12">
              <a:extLst>
                <a:ext uri="{FF2B5EF4-FFF2-40B4-BE49-F238E27FC236}">
                  <a16:creationId xmlns:a16="http://schemas.microsoft.com/office/drawing/2014/main" id="{325C6A22-1B18-9242-8E35-88736221E86C}"/>
                </a:ext>
              </a:extLst>
            </p:cNvPr>
            <p:cNvSpPr/>
            <p:nvPr/>
          </p:nvSpPr>
          <p:spPr>
            <a:xfrm>
              <a:off x="5056494" y="5887700"/>
              <a:ext cx="2470245" cy="750627"/>
            </a:xfrm>
            <a:prstGeom prst="curvedUp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308302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4854EDA1-6091-1EE4-68C5-FD9CBD0A6BA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/>
              <a:t>Advanced Ex 2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75FB71E-E406-76F2-BB3E-F1FEA7793D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Hough </a:t>
            </a:r>
            <a:r>
              <a:rPr lang="en-US" altLang="ko-KR"/>
              <a:t>Transform application</a:t>
            </a:r>
            <a:endParaRPr lang="en-US" altLang="ko-KR" dirty="0"/>
          </a:p>
          <a:p>
            <a:pPr lvl="1"/>
            <a:r>
              <a:rPr lang="en-US" altLang="ko-KR"/>
              <a:t>Running with default settings, output like the 1st photo→ Denoise like the 2nd photo</a:t>
            </a:r>
          </a:p>
          <a:p>
            <a:pPr lvl="1"/>
            <a:r>
              <a:rPr lang="en-US" altLang="ko-KR">
                <a:highlight>
                  <a:srgbClr val="FFFF00"/>
                </a:highlight>
              </a:rPr>
              <a:t>Add only the hough_transform() function to the straight_lib.py file (refer to the code provided in the basic example, 7 lines).</a:t>
            </a:r>
            <a:endParaRPr lang="ko-KR" altLang="en-US" dirty="0">
              <a:highlight>
                <a:srgbClr val="FFFF00"/>
              </a:highlight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24F6A9F-530B-9443-A0A2-860A59510D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9313" y="2985918"/>
            <a:ext cx="9321861" cy="3691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2600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4854EDA1-6091-1EE4-68C5-FD9CBD0A6BA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/>
              <a:t>Advanced Ex 3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EF04026-6903-A882-2710-E757BFD1FE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Applying HSV color space conversion</a:t>
            </a:r>
          </a:p>
          <a:p>
            <a:pPr lvl="1"/>
            <a:r>
              <a:rPr lang="en-US" altLang="ko-KR"/>
              <a:t>Traffic Light Color Recognition Examples → </a:t>
            </a:r>
            <a:r>
              <a:rPr lang="en-US" altLang="ko-KR">
                <a:highlight>
                  <a:srgbClr val="FFFF00"/>
                </a:highlight>
              </a:rPr>
              <a:t>Modify the color range, check the operation, and apply</a:t>
            </a:r>
            <a:endParaRPr lang="en-US" altLang="ko-KR" dirty="0">
              <a:highlight>
                <a:srgbClr val="FFFF00"/>
              </a:highlight>
            </a:endParaRPr>
          </a:p>
          <a:p>
            <a:endParaRPr lang="ko-KR" altLang="en-US" dirty="0"/>
          </a:p>
        </p:txBody>
      </p:sp>
      <p:pic>
        <p:nvPicPr>
          <p:cNvPr id="5" name="그림 4" descr="야외, 횡단보도, 장면, 교통 표지판이(가) 표시된 사진&#10;&#10;자동 생성된 설명">
            <a:extLst>
              <a:ext uri="{FF2B5EF4-FFF2-40B4-BE49-F238E27FC236}">
                <a16:creationId xmlns:a16="http://schemas.microsoft.com/office/drawing/2014/main" id="{405E47EF-0255-C7DE-5B8D-5AA5D34012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3384" y="2389365"/>
            <a:ext cx="4082143" cy="4082143"/>
          </a:xfrm>
          <a:prstGeom prst="rect">
            <a:avLst/>
          </a:prstGeom>
        </p:spPr>
      </p:pic>
      <p:pic>
        <p:nvPicPr>
          <p:cNvPr id="7" name="그림 6" descr="그린, 식물, 건물, 야외이(가) 표시된 사진&#10;&#10;자동 생성된 설명">
            <a:extLst>
              <a:ext uri="{FF2B5EF4-FFF2-40B4-BE49-F238E27FC236}">
                <a16:creationId xmlns:a16="http://schemas.microsoft.com/office/drawing/2014/main" id="{38A18A21-DA85-FD08-4C5E-B22187E8B5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7514" y="2389365"/>
            <a:ext cx="4082143" cy="4082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1119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69A72C41-E5E9-CBFE-0214-EF5F291274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43384" y="2460615"/>
            <a:ext cx="4082143" cy="4082143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5ED12856-DDE0-21F2-1AD7-37B68EEE07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37514" y="2460615"/>
            <a:ext cx="4082143" cy="4082143"/>
          </a:xfrm>
          <a:prstGeom prst="rect">
            <a:avLst/>
          </a:prstGeom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EF04026-6903-A882-2710-E757BFD1FE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Reduced speed on S-shaped course</a:t>
            </a:r>
          </a:p>
          <a:p>
            <a:pPr lvl="1"/>
            <a:r>
              <a:rPr lang="en-US" altLang="ko-KR"/>
              <a:t>Lane analysis, motor control code provided → </a:t>
            </a:r>
            <a:r>
              <a:rPr lang="en-US" altLang="ko-KR">
                <a:highlight>
                  <a:srgbClr val="FFFF00"/>
                </a:highlight>
              </a:rPr>
              <a:t>Steering and speed calculation, then motor control connection</a:t>
            </a:r>
            <a:endParaRPr lang="en-US" altLang="ko-KR" dirty="0">
              <a:highlight>
                <a:srgbClr val="FFFF00"/>
              </a:highlight>
            </a:endParaRPr>
          </a:p>
          <a:p>
            <a:endParaRPr lang="ko-KR" altLang="en-US" dirty="0"/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4854EDA1-6091-1EE4-68C5-FD9CBD0A6BA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/>
              <a:t>Advanced Ex 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201702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4854EDA1-6091-1EE4-68C5-FD9CBD0A6BA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/>
              <a:t>Advanced Ex 5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EF04026-6903-A882-2710-E757BFD1FE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Understanding steering angle when reverse parking</a:t>
            </a:r>
          </a:p>
          <a:p>
            <a:pPr lvl="1"/>
            <a:r>
              <a:rPr lang="en-US" altLang="ko-KR"/>
              <a:t>Providing slope calculation and motor control code → </a:t>
            </a:r>
            <a:r>
              <a:rPr lang="en-US" altLang="ko-KR">
                <a:highlight>
                  <a:srgbClr val="FFFF00"/>
                </a:highlight>
              </a:rPr>
              <a:t>Applied to reverse parking using parallel parking lines</a:t>
            </a:r>
            <a:endParaRPr lang="ko-KR" altLang="en-US" dirty="0">
              <a:highlight>
                <a:srgbClr val="FFFF00"/>
              </a:highlight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9A72C41-E5E9-CBFE-0214-EF5F291274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43384" y="2460615"/>
            <a:ext cx="4082143" cy="4082143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5ED12856-DDE0-21F2-1AD7-37B68EEE07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37514" y="2460615"/>
            <a:ext cx="4082143" cy="4082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2223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p1_20240404ver.">
      <a:majorFont>
        <a:latin typeface="Arial"/>
        <a:ea typeface="맑은 고딕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07BC8FC7AF9344469C214627FBEBB22E" ma:contentTypeVersion="13" ma:contentTypeDescription="새 문서를 만듭니다." ma:contentTypeScope="" ma:versionID="a167aa16a9a7b686a176be3d33ee9608">
  <xsd:schema xmlns:xsd="http://www.w3.org/2001/XMLSchema" xmlns:xs="http://www.w3.org/2001/XMLSchema" xmlns:p="http://schemas.microsoft.com/office/2006/metadata/properties" xmlns:ns2="74119312-bbe9-42db-81ca-83bc1a5f48ae" xmlns:ns3="943f8ba1-1fb2-42a5-8e22-5a89a03e19ff" targetNamespace="http://schemas.microsoft.com/office/2006/metadata/properties" ma:root="true" ma:fieldsID="08559f997f303a520bdcd962210e8244" ns2:_="" ns3:_="">
    <xsd:import namespace="74119312-bbe9-42db-81ca-83bc1a5f48ae"/>
    <xsd:import namespace="943f8ba1-1fb2-42a5-8e22-5a89a03e19f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DateTaken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4119312-bbe9-42db-81ca-83bc1a5f48a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이미지 태그" ma:readOnly="false" ma:fieldId="{5cf76f15-5ced-4ddc-b409-7134ff3c332f}" ma:taxonomyMulti="true" ma:sspId="13f7c4bd-ffc2-489d-bd41-78771032fe4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3f8ba1-1fb2-42a5-8e22-5a89a03e19ff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c108773c-6886-4a5a-af14-25bf8d510fad}" ma:internalName="TaxCatchAll" ma:showField="CatchAllData" ma:web="943f8ba1-1fb2-42a5-8e22-5a89a03e19f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6898C1C-83B0-44E4-A755-6FE5651E70C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D7330DB-E20F-4FF2-8EC5-6F8F1AE66A4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4119312-bbe9-42db-81ca-83bc1a5f48ae"/>
    <ds:schemaRef ds:uri="943f8ba1-1fb2-42a5-8e22-5a89a03e19f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2482</TotalTime>
  <Words>297</Words>
  <Application>Microsoft Office PowerPoint</Application>
  <PresentationFormat>와이드스크린</PresentationFormat>
  <Paragraphs>33</Paragraphs>
  <Slides>8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8</vt:i4>
      </vt:variant>
    </vt:vector>
  </HeadingPairs>
  <TitlesOfParts>
    <vt:vector size="16" baseType="lpstr">
      <vt:lpstr>KoPub돋움체 Medium</vt:lpstr>
      <vt:lpstr>SB 어그로 Medium</vt:lpstr>
      <vt:lpstr>맑은 고딕</vt:lpstr>
      <vt:lpstr>Arial</vt:lpstr>
      <vt:lpstr>Calibri</vt:lpstr>
      <vt:lpstr>Wingdings</vt:lpstr>
      <vt:lpstr>Office 테마</vt:lpstr>
      <vt:lpstr>3_Office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이진선</dc:creator>
  <cp:lastModifiedBy>오성빈</cp:lastModifiedBy>
  <cp:revision>279</cp:revision>
  <dcterms:created xsi:type="dcterms:W3CDTF">2022-07-11T12:22:28Z</dcterms:created>
  <dcterms:modified xsi:type="dcterms:W3CDTF">2025-08-04T07:12:51Z</dcterms:modified>
</cp:coreProperties>
</file>