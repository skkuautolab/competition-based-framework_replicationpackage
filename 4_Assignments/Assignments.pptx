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17" r:id="rId4"/>
  </p:sldMasterIdLst>
  <p:notesMasterIdLst>
    <p:notesMasterId r:id="rId10"/>
  </p:notesMasterIdLst>
  <p:handoutMasterIdLst>
    <p:handoutMasterId r:id="rId11"/>
  </p:handoutMasterIdLst>
  <p:sldIdLst>
    <p:sldId id="1225" r:id="rId5"/>
    <p:sldId id="1127" r:id="rId6"/>
    <p:sldId id="1228" r:id="rId7"/>
    <p:sldId id="1229" r:id="rId8"/>
    <p:sldId id="1230" r:id="rId9"/>
  </p:sldIdLst>
  <p:sldSz cx="12192000" cy="6858000"/>
  <p:notesSz cx="6858000" cy="97742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3429"/>
    <a:srgbClr val="AF572D"/>
    <a:srgbClr val="A6655A"/>
    <a:srgbClr val="5C6540"/>
    <a:srgbClr val="8C392A"/>
    <a:srgbClr val="FF0000"/>
    <a:srgbClr val="0000FF"/>
    <a:srgbClr val="00FF00"/>
    <a:srgbClr val="DEF3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20171-F9C7-44D7-AE2D-DFB8CE0C93F6}" v="58" dt="2022-12-15T06:23:07.712"/>
    <p1510:client id="{06848FA2-2AEA-416C-B248-C3A198702F95}" v="43" dt="2022-12-21T13:09:18.476"/>
    <p1510:client id="{45F15943-E64D-47A8-BB9A-D43030ED8436}" v="6" dt="2022-11-18T10:00:11.239"/>
    <p1510:client id="{47287FDE-60EA-4C82-A147-F52A895CE1B9}" v="3" dt="2022-12-15T09:29:04.841"/>
    <p1510:client id="{668729DD-EE4E-4B76-BE52-4B632FA2A3AE}" v="1109" dt="2022-11-18T11:55:35.563"/>
    <p1510:client id="{6F914445-3F21-48D4-B6BA-249D18E64936}" v="198" dt="2022-11-18T12:21:46.570"/>
    <p1510:client id="{7782923F-6930-4142-AA46-88859051C192}" v="4" dt="2022-12-14T01:35:21.905"/>
    <p1510:client id="{7862663B-658E-40CA-8E5C-9F2A959DBAA4}" v="18" dt="2022-11-17T02:16:36.483"/>
    <p1510:client id="{883819AA-5E07-4867-9470-2305AE7DE022}" v="114" dt="2022-11-18T17:25:43.179"/>
    <p1510:client id="{9D27A30E-10E3-4EBF-B25F-6BB397F20F1A}" v="1" dt="2022-11-14T10:48:58.542"/>
    <p1510:client id="{AD58FEDB-3321-4753-B739-0B3E1D83396B}" v="68" dt="2022-11-18T10:44:46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3" d="100"/>
          <a:sy n="153" d="100"/>
        </p:scale>
        <p:origin x="272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7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도영수" userId="S::cok2529@o365.skku.edu::c5323a97-16a4-4e1e-a482-bedc57da020d" providerId="AD" clId="Web-{06848FA2-2AEA-416C-B248-C3A198702F95}"/>
    <pc:docChg chg="modSld">
      <pc:chgData name="도영수" userId="S::cok2529@o365.skku.edu::c5323a97-16a4-4e1e-a482-bedc57da020d" providerId="AD" clId="Web-{06848FA2-2AEA-416C-B248-C3A198702F95}" dt="2022-12-21T13:09:16.288" v="21" actId="20577"/>
      <pc:docMkLst>
        <pc:docMk/>
      </pc:docMkLst>
      <pc:sldChg chg="modSp">
        <pc:chgData name="도영수" userId="S::cok2529@o365.skku.edu::c5323a97-16a4-4e1e-a482-bedc57da020d" providerId="AD" clId="Web-{06848FA2-2AEA-416C-B248-C3A198702F95}" dt="2022-12-21T13:09:16.288" v="21" actId="20577"/>
        <pc:sldMkLst>
          <pc:docMk/>
          <pc:sldMk cId="2806339912" sldId="1228"/>
        </pc:sldMkLst>
        <pc:spChg chg="mod">
          <ac:chgData name="도영수" userId="S::cok2529@o365.skku.edu::c5323a97-16a4-4e1e-a482-bedc57da020d" providerId="AD" clId="Web-{06848FA2-2AEA-416C-B248-C3A198702F95}" dt="2022-12-21T13:09:16.288" v="21" actId="20577"/>
          <ac:spMkLst>
            <pc:docMk/>
            <pc:sldMk cId="2806339912" sldId="1228"/>
            <ac:spMk id="12" creationId="{BECE6475-F50B-A666-36F3-C9EDC7025C90}"/>
          </ac:spMkLst>
        </pc:spChg>
      </pc:sldChg>
    </pc:docChg>
  </pc:docChgLst>
  <pc:docChgLst>
    <pc:chgData name="홍형근" userId="S::whaihong@o365.skku.edu::d57264f3-9931-49f8-8581-2434942066b2" providerId="AD" clId="Web-{04E20171-F9C7-44D7-AE2D-DFB8CE0C93F6}"/>
    <pc:docChg chg="modSld">
      <pc:chgData name="홍형근" userId="S::whaihong@o365.skku.edu::d57264f3-9931-49f8-8581-2434942066b2" providerId="AD" clId="Web-{04E20171-F9C7-44D7-AE2D-DFB8CE0C93F6}" dt="2022-12-15T06:23:07.712" v="29" actId="20577"/>
      <pc:docMkLst>
        <pc:docMk/>
      </pc:docMkLst>
      <pc:sldChg chg="modSp">
        <pc:chgData name="홍형근" userId="S::whaihong@o365.skku.edu::d57264f3-9931-49f8-8581-2434942066b2" providerId="AD" clId="Web-{04E20171-F9C7-44D7-AE2D-DFB8CE0C93F6}" dt="2022-12-15T06:21:55.270" v="2" actId="20577"/>
        <pc:sldMkLst>
          <pc:docMk/>
          <pc:sldMk cId="164098547" sldId="1127"/>
        </pc:sldMkLst>
        <pc:spChg chg="mod">
          <ac:chgData name="홍형근" userId="S::whaihong@o365.skku.edu::d57264f3-9931-49f8-8581-2434942066b2" providerId="AD" clId="Web-{04E20171-F9C7-44D7-AE2D-DFB8CE0C93F6}" dt="2022-12-15T06:21:55.270" v="2" actId="20577"/>
          <ac:spMkLst>
            <pc:docMk/>
            <pc:sldMk cId="164098547" sldId="1127"/>
            <ac:spMk id="12" creationId="{BECE6475-F50B-A666-36F3-C9EDC7025C90}"/>
          </ac:spMkLst>
        </pc:spChg>
      </pc:sldChg>
      <pc:sldChg chg="modSp">
        <pc:chgData name="홍형근" userId="S::whaihong@o365.skku.edu::d57264f3-9931-49f8-8581-2434942066b2" providerId="AD" clId="Web-{04E20171-F9C7-44D7-AE2D-DFB8CE0C93F6}" dt="2022-12-15T06:23:07.712" v="29" actId="20577"/>
        <pc:sldMkLst>
          <pc:docMk/>
          <pc:sldMk cId="2806339912" sldId="1228"/>
        </pc:sldMkLst>
        <pc:spChg chg="mod">
          <ac:chgData name="홍형근" userId="S::whaihong@o365.skku.edu::d57264f3-9931-49f8-8581-2434942066b2" providerId="AD" clId="Web-{04E20171-F9C7-44D7-AE2D-DFB8CE0C93F6}" dt="2022-12-15T06:23:07.712" v="29" actId="20577"/>
          <ac:spMkLst>
            <pc:docMk/>
            <pc:sldMk cId="2806339912" sldId="1228"/>
            <ac:spMk id="12" creationId="{BECE6475-F50B-A666-36F3-C9EDC7025C90}"/>
          </ac:spMkLst>
        </pc:spChg>
      </pc:sldChg>
    </pc:docChg>
  </pc:docChgLst>
  <pc:docChgLst>
    <pc:chgData name="홍형근" userId="S::whaihong@o365.skku.edu::d57264f3-9931-49f8-8581-2434942066b2" providerId="AD" clId="Web-{883819AA-5E07-4867-9470-2305AE7DE022}"/>
    <pc:docChg chg="addSld modSld">
      <pc:chgData name="홍형근" userId="S::whaihong@o365.skku.edu::d57264f3-9931-49f8-8581-2434942066b2" providerId="AD" clId="Web-{883819AA-5E07-4867-9470-2305AE7DE022}" dt="2022-11-18T17:25:40.945" v="72" actId="20577"/>
      <pc:docMkLst>
        <pc:docMk/>
      </pc:docMkLst>
      <pc:sldChg chg="modSp add replId">
        <pc:chgData name="홍형근" userId="S::whaihong@o365.skku.edu::d57264f3-9931-49f8-8581-2434942066b2" providerId="AD" clId="Web-{883819AA-5E07-4867-9470-2305AE7DE022}" dt="2022-11-18T17:25:40.945" v="72" actId="20577"/>
        <pc:sldMkLst>
          <pc:docMk/>
          <pc:sldMk cId="2772491447" sldId="1230"/>
        </pc:sldMkLst>
        <pc:spChg chg="mod">
          <ac:chgData name="홍형근" userId="S::whaihong@o365.skku.edu::d57264f3-9931-49f8-8581-2434942066b2" providerId="AD" clId="Web-{883819AA-5E07-4867-9470-2305AE7DE022}" dt="2022-11-18T17:24:10.783" v="3" actId="20577"/>
          <ac:spMkLst>
            <pc:docMk/>
            <pc:sldMk cId="2772491447" sldId="1230"/>
            <ac:spMk id="2" creationId="{00000000-0000-0000-0000-000000000000}"/>
          </ac:spMkLst>
        </pc:spChg>
        <pc:spChg chg="mod">
          <ac:chgData name="홍형근" userId="S::whaihong@o365.skku.edu::d57264f3-9931-49f8-8581-2434942066b2" providerId="AD" clId="Web-{883819AA-5E07-4867-9470-2305AE7DE022}" dt="2022-11-18T17:24:24.393" v="11" actId="20577"/>
          <ac:spMkLst>
            <pc:docMk/>
            <pc:sldMk cId="2772491447" sldId="1230"/>
            <ac:spMk id="3" creationId="{00000000-0000-0000-0000-000000000000}"/>
          </ac:spMkLst>
        </pc:spChg>
        <pc:spChg chg="mod">
          <ac:chgData name="홍형근" userId="S::whaihong@o365.skku.edu::d57264f3-9931-49f8-8581-2434942066b2" providerId="AD" clId="Web-{883819AA-5E07-4867-9470-2305AE7DE022}" dt="2022-11-18T17:25:40.945" v="72" actId="20577"/>
          <ac:spMkLst>
            <pc:docMk/>
            <pc:sldMk cId="2772491447" sldId="1230"/>
            <ac:spMk id="12" creationId="{BECE6475-F50B-A666-36F3-C9EDC7025C90}"/>
          </ac:spMkLst>
        </pc:spChg>
      </pc:sldChg>
    </pc:docChg>
  </pc:docChgLst>
  <pc:docChgLst>
    <pc:chgData name="홍형근" userId="S::whaihong@o365.skku.edu::d57264f3-9931-49f8-8581-2434942066b2" providerId="AD" clId="Web-{7782923F-6930-4142-AA46-88859051C192}"/>
    <pc:docChg chg="modSld">
      <pc:chgData name="홍형근" userId="S::whaihong@o365.skku.edu::d57264f3-9931-49f8-8581-2434942066b2" providerId="AD" clId="Web-{7782923F-6930-4142-AA46-88859051C192}" dt="2022-12-14T01:35:19.311" v="0" actId="20577"/>
      <pc:docMkLst>
        <pc:docMk/>
      </pc:docMkLst>
      <pc:sldChg chg="modSp">
        <pc:chgData name="홍형근" userId="S::whaihong@o365.skku.edu::d57264f3-9931-49f8-8581-2434942066b2" providerId="AD" clId="Web-{7782923F-6930-4142-AA46-88859051C192}" dt="2022-12-14T01:35:19.311" v="0" actId="20577"/>
        <pc:sldMkLst>
          <pc:docMk/>
          <pc:sldMk cId="164098547" sldId="1127"/>
        </pc:sldMkLst>
        <pc:spChg chg="mod">
          <ac:chgData name="홍형근" userId="S::whaihong@o365.skku.edu::d57264f3-9931-49f8-8581-2434942066b2" providerId="AD" clId="Web-{7782923F-6930-4142-AA46-88859051C192}" dt="2022-12-14T01:35:19.311" v="0" actId="20577"/>
          <ac:spMkLst>
            <pc:docMk/>
            <pc:sldMk cId="164098547" sldId="1127"/>
            <ac:spMk id="12" creationId="{BECE6475-F50B-A666-36F3-C9EDC7025C90}"/>
          </ac:spMkLst>
        </pc:spChg>
      </pc:sldChg>
    </pc:docChg>
  </pc:docChgLst>
  <pc:docChgLst>
    <pc:chgData name="홍형근" userId="S::whaihong@o365.skku.edu::d57264f3-9931-49f8-8581-2434942066b2" providerId="AD" clId="Web-{47287FDE-60EA-4C82-A147-F52A895CE1B9}"/>
    <pc:docChg chg="modSld">
      <pc:chgData name="홍형근" userId="S::whaihong@o365.skku.edu::d57264f3-9931-49f8-8581-2434942066b2" providerId="AD" clId="Web-{47287FDE-60EA-4C82-A147-F52A895CE1B9}" dt="2022-12-15T09:29:02.606" v="0" actId="20577"/>
      <pc:docMkLst>
        <pc:docMk/>
      </pc:docMkLst>
      <pc:sldChg chg="modSp">
        <pc:chgData name="홍형근" userId="S::whaihong@o365.skku.edu::d57264f3-9931-49f8-8581-2434942066b2" providerId="AD" clId="Web-{47287FDE-60EA-4C82-A147-F52A895CE1B9}" dt="2022-12-15T09:29:02.606" v="0" actId="20577"/>
        <pc:sldMkLst>
          <pc:docMk/>
          <pc:sldMk cId="2806339912" sldId="1228"/>
        </pc:sldMkLst>
        <pc:spChg chg="mod">
          <ac:chgData name="홍형근" userId="S::whaihong@o365.skku.edu::d57264f3-9931-49f8-8581-2434942066b2" providerId="AD" clId="Web-{47287FDE-60EA-4C82-A147-F52A895CE1B9}" dt="2022-12-15T09:29:02.606" v="0" actId="20577"/>
          <ac:spMkLst>
            <pc:docMk/>
            <pc:sldMk cId="2806339912" sldId="1228"/>
            <ac:spMk id="12" creationId="{BECE6475-F50B-A666-36F3-C9EDC7025C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5288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285288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5758B46-D086-4040-A424-4998639399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30857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7800" y="7620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6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296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62C68922-E985-41E2-BB72-844A006B0D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3204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1ECC34CC-3B9C-4829-ADC5-A8920E96D46A}"/>
              </a:ext>
            </a:extLst>
          </p:cNvPr>
          <p:cNvSpPr/>
          <p:nvPr userDrawn="1"/>
        </p:nvSpPr>
        <p:spPr>
          <a:xfrm>
            <a:off x="2665076" y="681281"/>
            <a:ext cx="7145317" cy="52292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5" y="1098391"/>
            <a:ext cx="10318419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8" y="5979215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5" y="6375694"/>
            <a:ext cx="2329723" cy="348463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21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054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/>
            </a:lvl1pPr>
            <a:lvl2pPr>
              <a:defRPr sz="2500"/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13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 title="scalloped circle"/>
          <p:cNvSpPr/>
          <p:nvPr userDrawn="1"/>
        </p:nvSpPr>
        <p:spPr bwMode="auto">
          <a:xfrm>
            <a:off x="2750820" y="630954"/>
            <a:ext cx="6973824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825" y="1073907"/>
            <a:ext cx="9906355" cy="2355111"/>
          </a:xfrm>
        </p:spPr>
        <p:txBody>
          <a:bodyPr anchor="b">
            <a:normAutofit/>
          </a:bodyPr>
          <a:lstStyle>
            <a:lvl1pPr algn="ctr">
              <a:defRPr sz="4400" spc="0" baseline="0">
                <a:solidFill>
                  <a:srgbClr val="8DC63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825" y="3753054"/>
            <a:ext cx="9906355" cy="95113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 cap="all" spc="300" baseline="0">
                <a:solidFill>
                  <a:schemeClr val="tx1"/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Rectangle 9" title="left edge border"/>
          <p:cNvSpPr/>
          <p:nvPr userDrawn="1"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00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4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19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title="righ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4917" y="382403"/>
            <a:ext cx="10615083" cy="670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917" y="1232759"/>
            <a:ext cx="10615083" cy="4932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7" y="6446814"/>
            <a:ext cx="2329723" cy="348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4679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20353" y="644679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381189" y="6396584"/>
            <a:ext cx="1799529" cy="366175"/>
            <a:chOff x="97573" y="6396555"/>
            <a:chExt cx="1349647" cy="366174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428672" y="6454999"/>
              <a:ext cx="1018548" cy="276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i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Automation Lab</a:t>
              </a:r>
              <a:endParaRPr lang="ko-KR" altLang="en-US" sz="1100" i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3" y="6396555"/>
              <a:ext cx="366174" cy="366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84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3" r:id="rId4"/>
    <p:sldLayoutId id="2147484224" r:id="rId5"/>
  </p:sldLayoutIdLst>
  <p:hf hdr="0" ftr="0" dt="0"/>
  <p:txStyles>
    <p:titleStyle>
      <a:lvl1pPr algn="l" defTabSz="685766" rtl="0" eaLnBrk="1" latinLnBrk="1" hangingPunct="1">
        <a:lnSpc>
          <a:spcPct val="90000"/>
        </a:lnSpc>
        <a:spcBef>
          <a:spcPct val="0"/>
        </a:spcBef>
        <a:buNone/>
        <a:defRPr sz="4000" kern="1200" cap="none" spc="15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3984" indent="-323984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7968" indent="-287986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l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935954" indent="-251988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 2" panose="05020102010507070707" pitchFamily="18" charset="2"/>
        <a:buChar char="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1" indent="-215989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38203" indent="-185730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652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8829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006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1056" userDrawn="1">
          <p15:clr>
            <a:srgbClr val="F26B43"/>
          </p15:clr>
        </p15:guide>
        <p15:guide id="2" pos="9600" userDrawn="1">
          <p15:clr>
            <a:srgbClr val="F26B43"/>
          </p15:clr>
        </p15:guide>
        <p15:guide id="3" pos="792" userDrawn="1">
          <p15:clr>
            <a:srgbClr val="F26B43"/>
          </p15:clr>
        </p15:guide>
        <p15:guide id="4" pos="7200" userDrawn="1">
          <p15:clr>
            <a:srgbClr val="F26B43"/>
          </p15:clr>
        </p15:guide>
        <p15:guide id="5" orient="horz" pos="4008" userDrawn="1">
          <p15:clr>
            <a:srgbClr val="F26B43"/>
          </p15:clr>
        </p15:guide>
        <p15:guide id="6" orient="horz" pos="1435" userDrawn="1">
          <p15:clr>
            <a:srgbClr val="F26B43"/>
          </p15:clr>
        </p15:guide>
        <p15:guide id="7" orient="horz" pos="3720" userDrawn="1">
          <p15:clr>
            <a:srgbClr val="F26B43"/>
          </p15:clr>
        </p15:guide>
        <p15:guide id="8" orient="horz" pos="240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orient="horz" pos="4179" userDrawn="1">
          <p15:clr>
            <a:srgbClr val="F26B43"/>
          </p15:clr>
        </p15:guide>
        <p15:guide id="11" pos="5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2374050" y="1664804"/>
            <a:ext cx="7772400" cy="1368425"/>
          </a:xfrm>
        </p:spPr>
        <p:txBody>
          <a:bodyPr/>
          <a:lstStyle/>
          <a:p>
            <a:r>
              <a:rPr lang="en-US" altLang="ko-KR" sz="3600" b="1"/>
              <a:t>Future Vehicle</a:t>
            </a:r>
            <a:br>
              <a:rPr lang="en-US" altLang="ko-KR" sz="3600" b="1"/>
            </a:br>
            <a:r>
              <a:rPr lang="en-US" altLang="ko-KR" sz="3600" b="1"/>
              <a:t>Education Workshop</a:t>
            </a:r>
            <a:endParaRPr lang="ko-KR" altLang="en-US" sz="3600" b="1"/>
          </a:p>
        </p:txBody>
      </p:sp>
      <p:sp>
        <p:nvSpPr>
          <p:cNvPr id="4" name="TextBox 3"/>
          <p:cNvSpPr txBox="1"/>
          <p:nvPr userDrawn="1"/>
        </p:nvSpPr>
        <p:spPr>
          <a:xfrm>
            <a:off x="4992111" y="4057902"/>
            <a:ext cx="2536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i="1"/>
              <a:t>Automation L</a:t>
            </a:r>
            <a:r>
              <a:rPr lang="en-US" altLang="ko-KR" sz="2000" i="1"/>
              <a:t>ab.</a:t>
            </a:r>
            <a:endParaRPr lang="ko-KR" altLang="en-US" sz="2000" i="1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786" y="4699132"/>
            <a:ext cx="784927" cy="784927"/>
          </a:xfrm>
          <a:prstGeom prst="rect">
            <a:avLst/>
          </a:prstGeom>
        </p:spPr>
      </p:pic>
      <p:sp>
        <p:nvSpPr>
          <p:cNvPr id="7" name="제목 5">
            <a:extLst>
              <a:ext uri="{FF2B5EF4-FFF2-40B4-BE49-F238E27FC236}">
                <a16:creationId xmlns:a16="http://schemas.microsoft.com/office/drawing/2014/main" id="{83228239-468E-5187-C8C6-52749009511D}"/>
              </a:ext>
            </a:extLst>
          </p:cNvPr>
          <p:cNvSpPr txBox="1">
            <a:spLocks/>
          </p:cNvSpPr>
          <p:nvPr/>
        </p:nvSpPr>
        <p:spPr>
          <a:xfrm>
            <a:off x="3073896" y="2749944"/>
            <a:ext cx="6372708" cy="1368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68576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7500" kern="1200" cap="none" spc="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dirty="0">
                <a:latin typeface="+mj-ea"/>
              </a:rPr>
              <a:t>  </a:t>
            </a:r>
            <a:r>
              <a:rPr kumimoji="0" lang="en-US" altLang="ko-KR" sz="2800" spc="300" dirty="0">
                <a:latin typeface="+mj-ea"/>
              </a:rPr>
              <a:t>Subject</a:t>
            </a:r>
            <a:r>
              <a:rPr kumimoji="0" lang="en-US" altLang="ko-KR" sz="2800">
                <a:latin typeface="+mj-ea"/>
              </a:rPr>
              <a:t>:  Assignments</a:t>
            </a:r>
            <a:endParaRPr lang="en-US" altLang="ko-KR" sz="28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6503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Motor control using LiDAR</a:t>
            </a:r>
            <a:endParaRPr lang="en-US" altLang="ko-KR" b="1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CE6475-F50B-A666-36F3-C9EDC7025C90}"/>
              </a:ext>
            </a:extLst>
          </p:cNvPr>
          <p:cNvSpPr txBox="1"/>
          <p:nvPr/>
        </p:nvSpPr>
        <p:spPr>
          <a:xfrm>
            <a:off x="394896" y="2083115"/>
            <a:ext cx="11748729" cy="286232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000"/>
              <a:t>When an object is detected within 20 cm in the range of 170 degrees or more and less than </a:t>
            </a:r>
            <a:br>
              <a:rPr lang="en-US" altLang="ko-KR" sz="2000"/>
            </a:br>
            <a:r>
              <a:rPr lang="en-US" altLang="ko-KR" sz="2000"/>
              <a:t>190 degrees of the LiDAR angle, stop the motor.</a:t>
            </a:r>
          </a:p>
          <a:p>
            <a:pPr marL="457200" indent="-457200">
              <a:buAutoNum type="arabicPeriod"/>
            </a:pPr>
            <a:endParaRPr lang="en-US" altLang="ko-KR" sz="2000"/>
          </a:p>
          <a:p>
            <a:pPr marL="457200" indent="-457200">
              <a:buFontTx/>
              <a:buAutoNum type="arabicPeriod"/>
            </a:pPr>
            <a:r>
              <a:rPr lang="en-US" altLang="ko-KR" sz="2000"/>
              <a:t>When there is no object within 30 cm in the range of 170 degrees or more and less than </a:t>
            </a:r>
            <a:br>
              <a:rPr lang="en-US" altLang="ko-KR" sz="2000"/>
            </a:br>
            <a:r>
              <a:rPr lang="en-US" altLang="ko-KR" sz="2000"/>
              <a:t>190 degrees of the LiDAR angle, and an object is detected within 70 cm, </a:t>
            </a:r>
            <a:br>
              <a:rPr lang="en-US" altLang="ko-KR" sz="2000"/>
            </a:br>
            <a:r>
              <a:rPr lang="en-US" altLang="ko-KR" sz="2000"/>
              <a:t>drive the motor at ½ of the maximum speed.</a:t>
            </a:r>
          </a:p>
          <a:p>
            <a:pPr marL="457200" indent="-457200">
              <a:buFontTx/>
              <a:buAutoNum type="arabicPeriod"/>
            </a:pPr>
            <a:endParaRPr lang="en-US" altLang="ko-KR" sz="2000">
              <a:latin typeface="+mj-ea"/>
              <a:ea typeface="+mj-ea"/>
            </a:endParaRPr>
          </a:p>
          <a:p>
            <a:pPr marL="457200" indent="-457200">
              <a:buFontTx/>
              <a:buAutoNum type="arabicPeriod"/>
            </a:pPr>
            <a:r>
              <a:rPr lang="en-US" altLang="ko-KR" sz="2000"/>
              <a:t>When there is no object within 70 cm in the range of 170 degrees or more and less than </a:t>
            </a:r>
            <a:br>
              <a:rPr lang="en-US" altLang="ko-KR" sz="2000"/>
            </a:br>
            <a:r>
              <a:rPr lang="en-US" altLang="ko-KR" sz="2000"/>
              <a:t>190 degrees of the LiDAR angle, operate the motor at maximum speed.</a:t>
            </a:r>
          </a:p>
        </p:txBody>
      </p:sp>
    </p:spTree>
    <p:extLst>
      <p:ext uri="{BB962C8B-B14F-4D97-AF65-F5344CB8AC3E}">
        <p14:creationId xmlns:p14="http://schemas.microsoft.com/office/powerpoint/2010/main" val="16409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Motor control using Camera</a:t>
            </a:r>
            <a:endParaRPr lang="en-US" altLang="ko-KR" b="1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D4E61-0C83-AA17-CB50-35FCECEF81C3}"/>
              </a:ext>
            </a:extLst>
          </p:cNvPr>
          <p:cNvSpPr txBox="1"/>
          <p:nvPr/>
        </p:nvSpPr>
        <p:spPr>
          <a:xfrm>
            <a:off x="336530" y="2083115"/>
            <a:ext cx="10794943" cy="255454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000"/>
              <a:t>When the red light is detected and the variable resistance value is less than x</a:t>
            </a:r>
            <a:br>
              <a:rPr lang="en-US" altLang="ko-KR" sz="2000"/>
            </a:br>
            <a:r>
              <a:rPr lang="en-US" altLang="ko-KR" sz="2000"/>
              <a:t> -&gt; Rotate the motor clockwise (CW)</a:t>
            </a:r>
          </a:p>
          <a:p>
            <a:pPr marL="457200" indent="-457200">
              <a:buAutoNum type="arabicPeriod"/>
            </a:pPr>
            <a:endParaRPr lang="en-US" altLang="ko-KR" sz="2000"/>
          </a:p>
          <a:p>
            <a:pPr marL="457200" indent="-457200">
              <a:buAutoNum type="arabicPeriod"/>
            </a:pPr>
            <a:r>
              <a:rPr lang="en-US" altLang="ko-KR" sz="2000"/>
              <a:t>When the green light is detected and the variable resistance value is greater than y </a:t>
            </a:r>
            <a:br>
              <a:rPr lang="en-US" altLang="ko-KR" sz="2000"/>
            </a:br>
            <a:r>
              <a:rPr lang="en-US" altLang="ko-KR" sz="2000"/>
              <a:t>-&gt; Rotate the motor counterclockwise (CCW)</a:t>
            </a:r>
          </a:p>
          <a:p>
            <a:pPr marL="457200" indent="-457200">
              <a:buAutoNum type="arabicPeriod"/>
            </a:pPr>
            <a:endParaRPr lang="en-US" altLang="ko-KR" sz="2000"/>
          </a:p>
          <a:p>
            <a:pPr marL="457200" indent="-457200">
              <a:buAutoNum type="arabicPeriod"/>
            </a:pPr>
            <a:r>
              <a:rPr lang="en-US" altLang="ko-KR" sz="2000"/>
              <a:t>Meanwhile, if the ultrasonic sensor distance value is less than 10 cm, </a:t>
            </a:r>
            <a:br>
              <a:rPr lang="en-US" altLang="ko-KR" sz="2000"/>
            </a:br>
            <a:r>
              <a:rPr lang="en-US" altLang="ko-KR" sz="2000"/>
              <a:t>stop the motor and leave it in a stationary state.</a:t>
            </a:r>
          </a:p>
        </p:txBody>
      </p:sp>
    </p:spTree>
    <p:extLst>
      <p:ext uri="{BB962C8B-B14F-4D97-AF65-F5344CB8AC3E}">
        <p14:creationId xmlns:p14="http://schemas.microsoft.com/office/powerpoint/2010/main" val="280633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Multi-modal Sensing</a:t>
            </a:r>
            <a:endParaRPr lang="en-US" altLang="ko-KR" b="1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CE6475-F50B-A666-36F3-C9EDC7025C90}"/>
              </a:ext>
            </a:extLst>
          </p:cNvPr>
          <p:cNvSpPr txBox="1"/>
          <p:nvPr/>
        </p:nvSpPr>
        <p:spPr>
          <a:xfrm>
            <a:off x="1205471" y="1903110"/>
            <a:ext cx="8528617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Run the camera and LiDAR simultaneously in a single Python code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en-US" altLang="ko-KR" sz="2000">
                <a:latin typeface="+mj-ea"/>
                <a:ea typeface="+mj-ea"/>
              </a:rPr>
              <a:t>-(Hint: Read the camera frame each time you receive LiDAR values.)</a:t>
            </a:r>
          </a:p>
          <a:p>
            <a:endParaRPr lang="en-US" altLang="ko-KR" sz="2000" dirty="0">
              <a:latin typeface="+mj-ea"/>
              <a:ea typeface="+mj-ea"/>
            </a:endParaRPr>
          </a:p>
          <a:p>
            <a:pPr marL="457200" indent="-457200">
              <a:buAutoNum type="arabicPeriod"/>
            </a:pPr>
            <a:r>
              <a:rPr lang="en-US" altLang="ko-KR" sz="2000">
                <a:latin typeface="+mj-ea"/>
                <a:ea typeface="+mj-ea"/>
              </a:rPr>
              <a:t>Camera detects red 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en-US" altLang="ko-KR" sz="2000">
                <a:latin typeface="+mj-ea"/>
                <a:ea typeface="+mj-ea"/>
              </a:rPr>
              <a:t>-&gt; Motor stops</a:t>
            </a:r>
          </a:p>
          <a:p>
            <a:pPr marL="457200" indent="-457200">
              <a:buAutoNum type="arabicPeriod"/>
            </a:pPr>
            <a:endParaRPr lang="en-US" altLang="ko-KR" sz="2000">
              <a:latin typeface="+mj-ea"/>
              <a:ea typeface="+mj-ea"/>
            </a:endParaRPr>
          </a:p>
          <a:p>
            <a:pPr marL="457200" indent="-457200">
              <a:buAutoNum type="arabicPeriod"/>
            </a:pPr>
            <a:r>
              <a:rPr lang="en-US" altLang="ko-KR" sz="2000">
                <a:latin typeface="+mj-ea"/>
                <a:ea typeface="+mj-ea"/>
              </a:rPr>
              <a:t>Camera detects green 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en-US" altLang="ko-KR" sz="2000">
                <a:latin typeface="+mj-ea"/>
                <a:ea typeface="+mj-ea"/>
              </a:rPr>
              <a:t>-&gt; LiDAR detects an object within 70 cm in front 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en-US" altLang="ko-KR" sz="2000">
                <a:latin typeface="+mj-ea"/>
                <a:ea typeface="+mj-ea"/>
              </a:rPr>
              <a:t>-&gt; Motor stops</a:t>
            </a:r>
          </a:p>
          <a:p>
            <a:pPr marL="457200" indent="-457200">
              <a:buAutoNum type="arabicPeriod"/>
            </a:pPr>
            <a:endParaRPr lang="en-US" altLang="ko-KR" sz="2000">
              <a:latin typeface="+mj-ea"/>
              <a:ea typeface="+mj-ea"/>
            </a:endParaRPr>
          </a:p>
          <a:p>
            <a:pPr marL="457200" indent="-457200">
              <a:buAutoNum type="arabicPeriod"/>
            </a:pPr>
            <a:r>
              <a:rPr lang="en-US" altLang="ko-KR" sz="2000">
                <a:latin typeface="+mj-ea"/>
                <a:ea typeface="+mj-ea"/>
              </a:rPr>
              <a:t>Camera detects green 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en-US" altLang="ko-KR" sz="2000">
                <a:latin typeface="+mj-ea"/>
                <a:ea typeface="+mj-ea"/>
              </a:rPr>
              <a:t>-&gt; LiDAR does not detect an object within 70 cm in front 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en-US" altLang="ko-KR" sz="2000">
                <a:latin typeface="+mj-ea"/>
                <a:ea typeface="+mj-ea"/>
              </a:rPr>
              <a:t>-&gt; Motor starts</a:t>
            </a:r>
            <a:endParaRPr lang="en-US" altLang="ko-KR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2455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Exercise4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>
                <a:latin typeface="+mj-ea"/>
                <a:ea typeface="+mj-ea"/>
              </a:rPr>
              <a:t>Simple Parking Mission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CE6475-F50B-A666-36F3-C9EDC7025C90}"/>
              </a:ext>
            </a:extLst>
          </p:cNvPr>
          <p:cNvSpPr txBox="1"/>
          <p:nvPr/>
        </p:nvSpPr>
        <p:spPr>
          <a:xfrm>
            <a:off x="1048896" y="2083115"/>
            <a:ext cx="9716121" cy="132343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000"/>
              <a:t>Create a small L-shaped space using wood blocks.</a:t>
            </a:r>
          </a:p>
          <a:p>
            <a:pPr marL="457200" indent="-457200">
              <a:buAutoNum type="arabicPeriod"/>
            </a:pPr>
            <a:endParaRPr lang="en-US" altLang="ko-KR" sz="2000"/>
          </a:p>
          <a:p>
            <a:pPr marL="457200" indent="-457200">
              <a:buAutoNum type="arabicPeriod"/>
            </a:pPr>
            <a:r>
              <a:rPr lang="en-US" altLang="ko-KR" sz="2000"/>
              <a:t>Slowly insert the LiDAR into the L-shaped space</a:t>
            </a:r>
            <a:br>
              <a:rPr lang="en-US" altLang="ko-KR" sz="2000"/>
            </a:br>
            <a:r>
              <a:rPr lang="en-US" altLang="ko-KR" sz="2000"/>
              <a:t>so that it shows motor movement corresponding to the parking command.</a:t>
            </a:r>
          </a:p>
        </p:txBody>
      </p:sp>
    </p:spTree>
    <p:extLst>
      <p:ext uri="{BB962C8B-B14F-4D97-AF65-F5344CB8AC3E}">
        <p14:creationId xmlns:p14="http://schemas.microsoft.com/office/powerpoint/2010/main" val="277249144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사용자 지정 1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8DC63F"/>
      </a:accent1>
      <a:accent2>
        <a:srgbClr val="FF6C0F"/>
      </a:accent2>
      <a:accent3>
        <a:srgbClr val="FE9E00"/>
      </a:accent3>
      <a:accent4>
        <a:srgbClr val="072A60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Impact">
      <a:majorFont>
        <a:latin typeface="Impact"/>
        <a:ea typeface="맑은 고딕"/>
        <a:cs typeface=""/>
      </a:majorFont>
      <a:minorFont>
        <a:latin typeface="Trebuchet MS"/>
        <a:ea typeface="맑은 고딕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1423B4A3F4E6D44A40F7A5F89B3400A" ma:contentTypeVersion="11" ma:contentTypeDescription="새 문서를 만듭니다." ma:contentTypeScope="" ma:versionID="013f792569f9d0d9334006311e58f8ec">
  <xsd:schema xmlns:xsd="http://www.w3.org/2001/XMLSchema" xmlns:xs="http://www.w3.org/2001/XMLSchema" xmlns:p="http://schemas.microsoft.com/office/2006/metadata/properties" xmlns:ns2="401ae90f-aa15-4352-9ab0-2c0199b0b86f" xmlns:ns3="d0ba91da-c308-49bc-8331-c3376b27eb75" targetNamespace="http://schemas.microsoft.com/office/2006/metadata/properties" ma:root="true" ma:fieldsID="b05bc4bc8b079e3a9401e490364af3ff" ns2:_="" ns3:_="">
    <xsd:import namespace="401ae90f-aa15-4352-9ab0-2c0199b0b86f"/>
    <xsd:import namespace="d0ba91da-c308-49bc-8331-c3376b27eb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ae90f-aa15-4352-9ab0-2c0199b0b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13f7c4bd-ffc2-489d-bd41-78771032fe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a91da-c308-49bc-8331-c3376b27eb7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8d69039-77f7-4b23-905e-7493aa121599}" ma:internalName="TaxCatchAll" ma:showField="CatchAllData" ma:web="d0ba91da-c308-49bc-8331-c3376b27eb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0ba91da-c308-49bc-8331-c3376b27eb75" xsi:nil="true"/>
    <lcf76f155ced4ddcb4097134ff3c332f xmlns="401ae90f-aa15-4352-9ab0-2c0199b0b86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A394FF-07D7-40A5-80EA-D869327CDCD2}">
  <ds:schemaRefs>
    <ds:schemaRef ds:uri="401ae90f-aa15-4352-9ab0-2c0199b0b86f"/>
    <ds:schemaRef ds:uri="d0ba91da-c308-49bc-8331-c3376b27eb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1A5700B-C5CA-45EA-A04D-A8FF193A5387}">
  <ds:schemaRefs>
    <ds:schemaRef ds:uri="401ae90f-aa15-4352-9ab0-2c0199b0b86f"/>
    <ds:schemaRef ds:uri="d0ba91da-c308-49bc-8331-c3376b27eb7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39EC531-1B9D-425C-BFE1-DAEDB3250F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321</Words>
  <Application>Microsoft Office PowerPoint</Application>
  <PresentationFormat>와이드스크린</PresentationFormat>
  <Paragraphs>35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굴림</vt:lpstr>
      <vt:lpstr>Arial</vt:lpstr>
      <vt:lpstr>Gill Sans MT</vt:lpstr>
      <vt:lpstr>Impact</vt:lpstr>
      <vt:lpstr>Times New Roman</vt:lpstr>
      <vt:lpstr>Trebuchet MS</vt:lpstr>
      <vt:lpstr>Wingdings</vt:lpstr>
      <vt:lpstr>Wingdings 2</vt:lpstr>
      <vt:lpstr>Badge</vt:lpstr>
      <vt:lpstr>Future Vehicle Education Workshop</vt:lpstr>
      <vt:lpstr>Exercise1</vt:lpstr>
      <vt:lpstr>Exercise2</vt:lpstr>
      <vt:lpstr>Exercise3</vt:lpstr>
      <vt:lpstr>Exercise4</vt:lpstr>
    </vt:vector>
  </TitlesOfParts>
  <Company>기계역학연구실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여훈</dc:creator>
  <cp:lastModifiedBy>오성빈</cp:lastModifiedBy>
  <cp:revision>87</cp:revision>
  <cp:lastPrinted>2019-05-23T09:10:32Z</cp:lastPrinted>
  <dcterms:created xsi:type="dcterms:W3CDTF">2001-05-06T17:17:41Z</dcterms:created>
  <dcterms:modified xsi:type="dcterms:W3CDTF">2025-08-04T07:14:29Z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0x010100C1423B4A3F4E6D44A40F7A5F89B3400A</vt:lpwstr>
  </property>
  <property fmtid="{D5CDD505-2E9C-101B-9397-08002B2CF9AE}" pid="3" name="MediaServiceImageTags">
    <vt:lpwstr/>
  </property>
</Properties>
</file>